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Ex1.xml" ContentType="application/vnd.ms-office.chartex+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7.xml" ContentType="application/vnd.openxmlformats-officedocument.drawingml.chart+xml"/>
  <Override PartName="/ppt/charts/style8.xml" ContentType="application/vnd.ms-office.chartstyle+xml"/>
  <Override PartName="/ppt/charts/colors8.xml" ContentType="application/vnd.ms-office.chartcolorstyle+xml"/>
  <Override PartName="/ppt/charts/chart8.xml" ContentType="application/vnd.openxmlformats-officedocument.drawingml.chart+xml"/>
  <Override PartName="/ppt/charts/style9.xml" ContentType="application/vnd.ms-office.chartstyle+xml"/>
  <Override PartName="/ppt/charts/colors9.xml" ContentType="application/vnd.ms-office.chartcolorstyle+xml"/>
  <Override PartName="/ppt/charts/chart9.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0.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1.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2.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3.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4.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72" r:id="rId2"/>
    <p:sldId id="257" r:id="rId3"/>
    <p:sldId id="258" r:id="rId4"/>
    <p:sldId id="259" r:id="rId5"/>
    <p:sldId id="263" r:id="rId6"/>
    <p:sldId id="261" r:id="rId7"/>
    <p:sldId id="279" r:id="rId8"/>
    <p:sldId id="278" r:id="rId9"/>
    <p:sldId id="260" r:id="rId10"/>
    <p:sldId id="280" r:id="rId11"/>
    <p:sldId id="281" r:id="rId12"/>
    <p:sldId id="282" r:id="rId13"/>
    <p:sldId id="283" r:id="rId14"/>
    <p:sldId id="262" r:id="rId15"/>
    <p:sldId id="265" r:id="rId16"/>
    <p:sldId id="266" r:id="rId17"/>
    <p:sldId id="284" r:id="rId18"/>
    <p:sldId id="285" r:id="rId19"/>
    <p:sldId id="286" r:id="rId20"/>
    <p:sldId id="269" r:id="rId21"/>
    <p:sldId id="273" r:id="rId22"/>
    <p:sldId id="274" r:id="rId23"/>
    <p:sldId id="275" r:id="rId24"/>
    <p:sldId id="270" r:id="rId25"/>
    <p:sldId id="271" r:id="rId26"/>
  </p:sldIdLst>
  <p:sldSz cx="12192000" cy="6856413"/>
  <p:notesSz cx="12192000" cy="103632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4B71"/>
    <a:srgbClr val="406799"/>
    <a:srgbClr val="0052CC"/>
    <a:srgbClr val="7893AE"/>
    <a:srgbClr val="F2F7FC"/>
    <a:srgbClr val="BDD6F4"/>
    <a:srgbClr val="4A8FE2"/>
    <a:srgbClr val="3A3F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98" autoAdjust="0"/>
    <p:restoredTop sz="95196" autoAdjust="0"/>
  </p:normalViewPr>
  <p:slideViewPr>
    <p:cSldViewPr>
      <p:cViewPr>
        <p:scale>
          <a:sx n="66" d="100"/>
          <a:sy n="66" d="100"/>
        </p:scale>
        <p:origin x="1219" y="48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51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nav8656tiwari@gmail.com" userId="cb05b7863545bd65" providerId="LiveId" clId="{AA975BF2-ED36-4CB6-84A0-D791355B4A07}"/>
    <pc:docChg chg="undo redo custSel modSld">
      <pc:chgData name="arnav8656tiwari@gmail.com" userId="cb05b7863545bd65" providerId="LiveId" clId="{AA975BF2-ED36-4CB6-84A0-D791355B4A07}" dt="2025-09-03T08:08:44.754" v="4080"/>
      <pc:docMkLst>
        <pc:docMk/>
      </pc:docMkLst>
      <pc:sldChg chg="modSp mod">
        <pc:chgData name="arnav8656tiwari@gmail.com" userId="cb05b7863545bd65" providerId="LiveId" clId="{AA975BF2-ED36-4CB6-84A0-D791355B4A07}" dt="2025-08-15T06:16:40.687" v="1886" actId="14100"/>
        <pc:sldMkLst>
          <pc:docMk/>
          <pc:sldMk cId="0" sldId="256"/>
        </pc:sldMkLst>
        <pc:spChg chg="mod">
          <ac:chgData name="arnav8656tiwari@gmail.com" userId="cb05b7863545bd65" providerId="LiveId" clId="{AA975BF2-ED36-4CB6-84A0-D791355B4A07}" dt="2025-08-15T06:16:40.687" v="1886" actId="14100"/>
          <ac:spMkLst>
            <pc:docMk/>
            <pc:sldMk cId="0" sldId="256"/>
            <ac:spMk id="3" creationId="{00000000-0000-0000-0000-000000000000}"/>
          </ac:spMkLst>
        </pc:spChg>
        <pc:spChg chg="mod">
          <ac:chgData name="arnav8656tiwari@gmail.com" userId="cb05b7863545bd65" providerId="LiveId" clId="{AA975BF2-ED36-4CB6-84A0-D791355B4A07}" dt="2025-08-15T06:09:03.085" v="1870" actId="14100"/>
          <ac:spMkLst>
            <pc:docMk/>
            <pc:sldMk cId="0" sldId="256"/>
            <ac:spMk id="5" creationId="{00000000-0000-0000-0000-000000000000}"/>
          </ac:spMkLst>
        </pc:spChg>
        <pc:spChg chg="mod">
          <ac:chgData name="arnav8656tiwari@gmail.com" userId="cb05b7863545bd65" providerId="LiveId" clId="{AA975BF2-ED36-4CB6-84A0-D791355B4A07}" dt="2025-08-15T06:09:31.798" v="1873" actId="1076"/>
          <ac:spMkLst>
            <pc:docMk/>
            <pc:sldMk cId="0" sldId="256"/>
            <ac:spMk id="6" creationId="{00000000-0000-0000-0000-000000000000}"/>
          </ac:spMkLst>
        </pc:spChg>
        <pc:spChg chg="mod">
          <ac:chgData name="arnav8656tiwari@gmail.com" userId="cb05b7863545bd65" providerId="LiveId" clId="{AA975BF2-ED36-4CB6-84A0-D791355B4A07}" dt="2025-08-15T06:09:39.634" v="1874" actId="1076"/>
          <ac:spMkLst>
            <pc:docMk/>
            <pc:sldMk cId="0" sldId="256"/>
            <ac:spMk id="7" creationId="{00000000-0000-0000-0000-000000000000}"/>
          </ac:spMkLst>
        </pc:spChg>
        <pc:spChg chg="mod">
          <ac:chgData name="arnav8656tiwari@gmail.com" userId="cb05b7863545bd65" providerId="LiveId" clId="{AA975BF2-ED36-4CB6-84A0-D791355B4A07}" dt="2025-08-15T06:09:39.634" v="1874" actId="1076"/>
          <ac:spMkLst>
            <pc:docMk/>
            <pc:sldMk cId="0" sldId="256"/>
            <ac:spMk id="8" creationId="{00000000-0000-0000-0000-000000000000}"/>
          </ac:spMkLst>
        </pc:spChg>
        <pc:spChg chg="mod">
          <ac:chgData name="arnav8656tiwari@gmail.com" userId="cb05b7863545bd65" providerId="LiveId" clId="{AA975BF2-ED36-4CB6-84A0-D791355B4A07}" dt="2025-08-15T06:09:39.634" v="1874" actId="1076"/>
          <ac:spMkLst>
            <pc:docMk/>
            <pc:sldMk cId="0" sldId="256"/>
            <ac:spMk id="9" creationId="{00000000-0000-0000-0000-000000000000}"/>
          </ac:spMkLst>
        </pc:spChg>
        <pc:spChg chg="mod">
          <ac:chgData name="arnav8656tiwari@gmail.com" userId="cb05b7863545bd65" providerId="LiveId" clId="{AA975BF2-ED36-4CB6-84A0-D791355B4A07}" dt="2025-08-15T06:09:39.634" v="1874" actId="1076"/>
          <ac:spMkLst>
            <pc:docMk/>
            <pc:sldMk cId="0" sldId="256"/>
            <ac:spMk id="10" creationId="{00000000-0000-0000-0000-000000000000}"/>
          </ac:spMkLst>
        </pc:spChg>
      </pc:sldChg>
      <pc:sldChg chg="addSp delSp modSp mod">
        <pc:chgData name="arnav8656tiwari@gmail.com" userId="cb05b7863545bd65" providerId="LiveId" clId="{AA975BF2-ED36-4CB6-84A0-D791355B4A07}" dt="2025-09-01T17:52:38.239" v="4071" actId="1076"/>
        <pc:sldMkLst>
          <pc:docMk/>
          <pc:sldMk cId="0" sldId="257"/>
        </pc:sldMkLst>
        <pc:spChg chg="mod">
          <ac:chgData name="arnav8656tiwari@gmail.com" userId="cb05b7863545bd65" providerId="LiveId" clId="{AA975BF2-ED36-4CB6-84A0-D791355B4A07}" dt="2025-09-01T17:49:46.682" v="4036" actId="14100"/>
          <ac:spMkLst>
            <pc:docMk/>
            <pc:sldMk cId="0" sldId="257"/>
            <ac:spMk id="2" creationId="{00000000-0000-0000-0000-000000000000}"/>
          </ac:spMkLst>
        </pc:spChg>
        <pc:spChg chg="mod">
          <ac:chgData name="arnav8656tiwari@gmail.com" userId="cb05b7863545bd65" providerId="LiveId" clId="{AA975BF2-ED36-4CB6-84A0-D791355B4A07}" dt="2025-09-01T17:49:52.884" v="4037" actId="1076"/>
          <ac:spMkLst>
            <pc:docMk/>
            <pc:sldMk cId="0" sldId="257"/>
            <ac:spMk id="3" creationId="{00000000-0000-0000-0000-000000000000}"/>
          </ac:spMkLst>
        </pc:spChg>
        <pc:spChg chg="mod">
          <ac:chgData name="arnav8656tiwari@gmail.com" userId="cb05b7863545bd65" providerId="LiveId" clId="{AA975BF2-ED36-4CB6-84A0-D791355B4A07}" dt="2025-09-01T17:50:19.220" v="4044" actId="1076"/>
          <ac:spMkLst>
            <pc:docMk/>
            <pc:sldMk cId="0" sldId="257"/>
            <ac:spMk id="16" creationId="{00000000-0000-0000-0000-000000000000}"/>
          </ac:spMkLst>
        </pc:spChg>
        <pc:spChg chg="mod">
          <ac:chgData name="arnav8656tiwari@gmail.com" userId="cb05b7863545bd65" providerId="LiveId" clId="{AA975BF2-ED36-4CB6-84A0-D791355B4A07}" dt="2025-09-01T17:50:19.220" v="4044" actId="1076"/>
          <ac:spMkLst>
            <pc:docMk/>
            <pc:sldMk cId="0" sldId="257"/>
            <ac:spMk id="17" creationId="{00000000-0000-0000-0000-000000000000}"/>
          </ac:spMkLst>
        </pc:spChg>
        <pc:spChg chg="mod">
          <ac:chgData name="arnav8656tiwari@gmail.com" userId="cb05b7863545bd65" providerId="LiveId" clId="{AA975BF2-ED36-4CB6-84A0-D791355B4A07}" dt="2025-09-01T17:50:19.220" v="4044" actId="1076"/>
          <ac:spMkLst>
            <pc:docMk/>
            <pc:sldMk cId="0" sldId="257"/>
            <ac:spMk id="18" creationId="{00000000-0000-0000-0000-000000000000}"/>
          </ac:spMkLst>
        </pc:spChg>
        <pc:spChg chg="mod">
          <ac:chgData name="arnav8656tiwari@gmail.com" userId="cb05b7863545bd65" providerId="LiveId" clId="{AA975BF2-ED36-4CB6-84A0-D791355B4A07}" dt="2025-09-01T17:50:19.220" v="4044" actId="1076"/>
          <ac:spMkLst>
            <pc:docMk/>
            <pc:sldMk cId="0" sldId="257"/>
            <ac:spMk id="19" creationId="{00000000-0000-0000-0000-000000000000}"/>
          </ac:spMkLst>
        </pc:spChg>
        <pc:spChg chg="mod ord">
          <ac:chgData name="arnav8656tiwari@gmail.com" userId="cb05b7863545bd65" providerId="LiveId" clId="{AA975BF2-ED36-4CB6-84A0-D791355B4A07}" dt="2025-09-01T17:50:47.981" v="4053" actId="20577"/>
          <ac:spMkLst>
            <pc:docMk/>
            <pc:sldMk cId="0" sldId="257"/>
            <ac:spMk id="20" creationId="{00000000-0000-0000-0000-000000000000}"/>
          </ac:spMkLst>
        </pc:spChg>
        <pc:spChg chg="mod">
          <ac:chgData name="arnav8656tiwari@gmail.com" userId="cb05b7863545bd65" providerId="LiveId" clId="{AA975BF2-ED36-4CB6-84A0-D791355B4A07}" dt="2025-09-01T17:52:32.954" v="4069" actId="1076"/>
          <ac:spMkLst>
            <pc:docMk/>
            <pc:sldMk cId="0" sldId="257"/>
            <ac:spMk id="21" creationId="{00000000-0000-0000-0000-000000000000}"/>
          </ac:spMkLst>
        </pc:spChg>
        <pc:spChg chg="mod">
          <ac:chgData name="arnav8656tiwari@gmail.com" userId="cb05b7863545bd65" providerId="LiveId" clId="{AA975BF2-ED36-4CB6-84A0-D791355B4A07}" dt="2025-09-01T17:52:32.954" v="4069" actId="1076"/>
          <ac:spMkLst>
            <pc:docMk/>
            <pc:sldMk cId="0" sldId="257"/>
            <ac:spMk id="23" creationId="{00000000-0000-0000-0000-000000000000}"/>
          </ac:spMkLst>
        </pc:spChg>
        <pc:spChg chg="mod">
          <ac:chgData name="arnav8656tiwari@gmail.com" userId="cb05b7863545bd65" providerId="LiveId" clId="{AA975BF2-ED36-4CB6-84A0-D791355B4A07}" dt="2025-09-01T17:52:32.954" v="4069" actId="1076"/>
          <ac:spMkLst>
            <pc:docMk/>
            <pc:sldMk cId="0" sldId="257"/>
            <ac:spMk id="27" creationId="{00000000-0000-0000-0000-000000000000}"/>
          </ac:spMkLst>
        </pc:spChg>
        <pc:spChg chg="mod">
          <ac:chgData name="arnav8656tiwari@gmail.com" userId="cb05b7863545bd65" providerId="LiveId" clId="{AA975BF2-ED36-4CB6-84A0-D791355B4A07}" dt="2025-09-01T17:52:38.239" v="4071" actId="1076"/>
          <ac:spMkLst>
            <pc:docMk/>
            <pc:sldMk cId="0" sldId="257"/>
            <ac:spMk id="32" creationId="{00000000-0000-0000-0000-000000000000}"/>
          </ac:spMkLst>
        </pc:spChg>
        <pc:spChg chg="mod">
          <ac:chgData name="arnav8656tiwari@gmail.com" userId="cb05b7863545bd65" providerId="LiveId" clId="{AA975BF2-ED36-4CB6-84A0-D791355B4A07}" dt="2025-09-01T17:52:38.239" v="4071" actId="1076"/>
          <ac:spMkLst>
            <pc:docMk/>
            <pc:sldMk cId="0" sldId="257"/>
            <ac:spMk id="37" creationId="{00000000-0000-0000-0000-000000000000}"/>
          </ac:spMkLst>
        </pc:spChg>
        <pc:spChg chg="mod">
          <ac:chgData name="arnav8656tiwari@gmail.com" userId="cb05b7863545bd65" providerId="LiveId" clId="{AA975BF2-ED36-4CB6-84A0-D791355B4A07}" dt="2025-09-01T17:52:38.239" v="4071" actId="1076"/>
          <ac:spMkLst>
            <pc:docMk/>
            <pc:sldMk cId="0" sldId="257"/>
            <ac:spMk id="42" creationId="{00000000-0000-0000-0000-000000000000}"/>
          </ac:spMkLst>
        </pc:spChg>
        <pc:spChg chg="mod">
          <ac:chgData name="arnav8656tiwari@gmail.com" userId="cb05b7863545bd65" providerId="LiveId" clId="{AA975BF2-ED36-4CB6-84A0-D791355B4A07}" dt="2025-09-01T17:52:38.239" v="4071" actId="1076"/>
          <ac:spMkLst>
            <pc:docMk/>
            <pc:sldMk cId="0" sldId="257"/>
            <ac:spMk id="47" creationId="{00000000-0000-0000-0000-000000000000}"/>
          </ac:spMkLst>
        </pc:spChg>
        <pc:spChg chg="del">
          <ac:chgData name="arnav8656tiwari@gmail.com" userId="cb05b7863545bd65" providerId="LiveId" clId="{AA975BF2-ED36-4CB6-84A0-D791355B4A07}" dt="2025-08-31T15:47:34.754" v="3612" actId="478"/>
          <ac:spMkLst>
            <pc:docMk/>
            <pc:sldMk cId="0" sldId="257"/>
            <ac:spMk id="48" creationId="{00000000-0000-0000-0000-000000000000}"/>
          </ac:spMkLst>
        </pc:spChg>
        <pc:spChg chg="mod">
          <ac:chgData name="arnav8656tiwari@gmail.com" userId="cb05b7863545bd65" providerId="LiveId" clId="{AA975BF2-ED36-4CB6-84A0-D791355B4A07}" dt="2025-07-31T20:01:07.063" v="1027" actId="1076"/>
          <ac:spMkLst>
            <pc:docMk/>
            <pc:sldMk cId="0" sldId="257"/>
            <ac:spMk id="50" creationId="{00000000-0000-0000-0000-000000000000}"/>
          </ac:spMkLst>
        </pc:spChg>
        <pc:spChg chg="add mod">
          <ac:chgData name="arnav8656tiwari@gmail.com" userId="cb05b7863545bd65" providerId="LiveId" clId="{AA975BF2-ED36-4CB6-84A0-D791355B4A07}" dt="2025-08-31T15:47:37.171" v="3613"/>
          <ac:spMkLst>
            <pc:docMk/>
            <pc:sldMk cId="0" sldId="257"/>
            <ac:spMk id="51" creationId="{17E428E8-7AF7-44F6-A716-3101DCF9C545}"/>
          </ac:spMkLst>
        </pc:spChg>
        <pc:spChg chg="add mod">
          <ac:chgData name="arnav8656tiwari@gmail.com" userId="cb05b7863545bd65" providerId="LiveId" clId="{AA975BF2-ED36-4CB6-84A0-D791355B4A07}" dt="2025-08-31T15:47:37.171" v="3613"/>
          <ac:spMkLst>
            <pc:docMk/>
            <pc:sldMk cId="0" sldId="257"/>
            <ac:spMk id="52" creationId="{5C62355D-E43F-4149-BAAD-3B7CC29A6CF5}"/>
          </ac:spMkLst>
        </pc:spChg>
        <pc:spChg chg="add mod">
          <ac:chgData name="arnav8656tiwari@gmail.com" userId="cb05b7863545bd65" providerId="LiveId" clId="{AA975BF2-ED36-4CB6-84A0-D791355B4A07}" dt="2025-09-01T17:52:38.239" v="4071" actId="1076"/>
          <ac:spMkLst>
            <pc:docMk/>
            <pc:sldMk cId="0" sldId="257"/>
            <ac:spMk id="53" creationId="{7EF70310-787A-45CF-9D4F-32AF8DCA9E98}"/>
          </ac:spMkLst>
        </pc:spChg>
        <pc:grpChg chg="mod">
          <ac:chgData name="arnav8656tiwari@gmail.com" userId="cb05b7863545bd65" providerId="LiveId" clId="{AA975BF2-ED36-4CB6-84A0-D791355B4A07}" dt="2025-09-01T17:50:40.461" v="4051" actId="1076"/>
          <ac:grpSpMkLst>
            <pc:docMk/>
            <pc:sldMk cId="0" sldId="257"/>
            <ac:grpSpMk id="4" creationId="{00000000-0000-0000-0000-000000000000}"/>
          </ac:grpSpMkLst>
        </pc:grpChg>
        <pc:grpChg chg="mod">
          <ac:chgData name="arnav8656tiwari@gmail.com" userId="cb05b7863545bd65" providerId="LiveId" clId="{AA975BF2-ED36-4CB6-84A0-D791355B4A07}" dt="2025-09-01T17:50:38.246" v="4050" actId="1076"/>
          <ac:grpSpMkLst>
            <pc:docMk/>
            <pc:sldMk cId="0" sldId="257"/>
            <ac:grpSpMk id="8" creationId="{00000000-0000-0000-0000-000000000000}"/>
          </ac:grpSpMkLst>
        </pc:grpChg>
        <pc:grpChg chg="mod">
          <ac:chgData name="arnav8656tiwari@gmail.com" userId="cb05b7863545bd65" providerId="LiveId" clId="{AA975BF2-ED36-4CB6-84A0-D791355B4A07}" dt="2025-09-01T17:50:36.391" v="4049" actId="1076"/>
          <ac:grpSpMkLst>
            <pc:docMk/>
            <pc:sldMk cId="0" sldId="257"/>
            <ac:grpSpMk id="12" creationId="{00000000-0000-0000-0000-000000000000}"/>
          </ac:grpSpMkLst>
        </pc:grpChg>
        <pc:grpChg chg="mod">
          <ac:chgData name="arnav8656tiwari@gmail.com" userId="cb05b7863545bd65" providerId="LiveId" clId="{AA975BF2-ED36-4CB6-84A0-D791355B4A07}" dt="2025-09-01T17:52:32.954" v="4069" actId="1076"/>
          <ac:grpSpMkLst>
            <pc:docMk/>
            <pc:sldMk cId="0" sldId="257"/>
            <ac:grpSpMk id="24" creationId="{00000000-0000-0000-0000-000000000000}"/>
          </ac:grpSpMkLst>
        </pc:grpChg>
        <pc:grpChg chg="mod">
          <ac:chgData name="arnav8656tiwari@gmail.com" userId="cb05b7863545bd65" providerId="LiveId" clId="{AA975BF2-ED36-4CB6-84A0-D791355B4A07}" dt="2025-09-01T17:52:38.239" v="4071" actId="1076"/>
          <ac:grpSpMkLst>
            <pc:docMk/>
            <pc:sldMk cId="0" sldId="257"/>
            <ac:grpSpMk id="28" creationId="{00000000-0000-0000-0000-000000000000}"/>
          </ac:grpSpMkLst>
        </pc:grpChg>
        <pc:grpChg chg="mod">
          <ac:chgData name="arnav8656tiwari@gmail.com" userId="cb05b7863545bd65" providerId="LiveId" clId="{AA975BF2-ED36-4CB6-84A0-D791355B4A07}" dt="2025-09-01T17:52:38.239" v="4071" actId="1076"/>
          <ac:grpSpMkLst>
            <pc:docMk/>
            <pc:sldMk cId="0" sldId="257"/>
            <ac:grpSpMk id="33" creationId="{00000000-0000-0000-0000-000000000000}"/>
          </ac:grpSpMkLst>
        </pc:grpChg>
        <pc:grpChg chg="mod">
          <ac:chgData name="arnav8656tiwari@gmail.com" userId="cb05b7863545bd65" providerId="LiveId" clId="{AA975BF2-ED36-4CB6-84A0-D791355B4A07}" dt="2025-09-01T17:52:38.239" v="4071" actId="1076"/>
          <ac:grpSpMkLst>
            <pc:docMk/>
            <pc:sldMk cId="0" sldId="257"/>
            <ac:grpSpMk id="38" creationId="{00000000-0000-0000-0000-000000000000}"/>
          </ac:grpSpMkLst>
        </pc:grpChg>
        <pc:grpChg chg="mod">
          <ac:chgData name="arnav8656tiwari@gmail.com" userId="cb05b7863545bd65" providerId="LiveId" clId="{AA975BF2-ED36-4CB6-84A0-D791355B4A07}" dt="2025-09-01T17:52:38.239" v="4071" actId="1076"/>
          <ac:grpSpMkLst>
            <pc:docMk/>
            <pc:sldMk cId="0" sldId="257"/>
            <ac:grpSpMk id="43" creationId="{00000000-0000-0000-0000-000000000000}"/>
          </ac:grpSpMkLst>
        </pc:grpChg>
        <pc:picChg chg="mod">
          <ac:chgData name="arnav8656tiwari@gmail.com" userId="cb05b7863545bd65" providerId="LiveId" clId="{AA975BF2-ED36-4CB6-84A0-D791355B4A07}" dt="2025-09-01T17:52:32.954" v="4069" actId="1076"/>
          <ac:picMkLst>
            <pc:docMk/>
            <pc:sldMk cId="0" sldId="257"/>
            <ac:picMk id="22" creationId="{00000000-0000-0000-0000-000000000000}"/>
          </ac:picMkLst>
        </pc:picChg>
      </pc:sldChg>
      <pc:sldChg chg="addSp delSp modSp mod">
        <pc:chgData name="arnav8656tiwari@gmail.com" userId="cb05b7863545bd65" providerId="LiveId" clId="{AA975BF2-ED36-4CB6-84A0-D791355B4A07}" dt="2025-09-01T17:49:25.519" v="4034" actId="1076"/>
        <pc:sldMkLst>
          <pc:docMk/>
          <pc:sldMk cId="0" sldId="258"/>
        </pc:sldMkLst>
        <pc:spChg chg="mod">
          <ac:chgData name="arnav8656tiwari@gmail.com" userId="cb05b7863545bd65" providerId="LiveId" clId="{AA975BF2-ED36-4CB6-84A0-D791355B4A07}" dt="2025-09-01T17:48:06.531" v="4023" actId="1076"/>
          <ac:spMkLst>
            <pc:docMk/>
            <pc:sldMk cId="0" sldId="258"/>
            <ac:spMk id="2" creationId="{00000000-0000-0000-0000-000000000000}"/>
          </ac:spMkLst>
        </pc:spChg>
        <pc:spChg chg="mod">
          <ac:chgData name="arnav8656tiwari@gmail.com" userId="cb05b7863545bd65" providerId="LiveId" clId="{AA975BF2-ED36-4CB6-84A0-D791355B4A07}" dt="2025-09-01T17:48:06.531" v="4023" actId="1076"/>
          <ac:spMkLst>
            <pc:docMk/>
            <pc:sldMk cId="0" sldId="258"/>
            <ac:spMk id="3" creationId="{00000000-0000-0000-0000-000000000000}"/>
          </ac:spMkLst>
        </pc:spChg>
        <pc:spChg chg="mod">
          <ac:chgData name="arnav8656tiwari@gmail.com" userId="cb05b7863545bd65" providerId="LiveId" clId="{AA975BF2-ED36-4CB6-84A0-D791355B4A07}" dt="2025-09-01T17:48:47.175" v="4030" actId="1076"/>
          <ac:spMkLst>
            <pc:docMk/>
            <pc:sldMk cId="0" sldId="258"/>
            <ac:spMk id="10" creationId="{00000000-0000-0000-0000-000000000000}"/>
          </ac:spMkLst>
        </pc:spChg>
        <pc:spChg chg="mod">
          <ac:chgData name="arnav8656tiwari@gmail.com" userId="cb05b7863545bd65" providerId="LiveId" clId="{AA975BF2-ED36-4CB6-84A0-D791355B4A07}" dt="2025-09-01T17:48:58.439" v="4031" actId="1076"/>
          <ac:spMkLst>
            <pc:docMk/>
            <pc:sldMk cId="0" sldId="258"/>
            <ac:spMk id="11" creationId="{00000000-0000-0000-0000-000000000000}"/>
          </ac:spMkLst>
        </pc:spChg>
        <pc:spChg chg="mod">
          <ac:chgData name="arnav8656tiwari@gmail.com" userId="cb05b7863545bd65" providerId="LiveId" clId="{AA975BF2-ED36-4CB6-84A0-D791355B4A07}" dt="2025-09-01T17:49:09.638" v="4033" actId="1076"/>
          <ac:spMkLst>
            <pc:docMk/>
            <pc:sldMk cId="0" sldId="258"/>
            <ac:spMk id="12" creationId="{00000000-0000-0000-0000-000000000000}"/>
          </ac:spMkLst>
        </pc:spChg>
        <pc:spChg chg="mod">
          <ac:chgData name="arnav8656tiwari@gmail.com" userId="cb05b7863545bd65" providerId="LiveId" clId="{AA975BF2-ED36-4CB6-84A0-D791355B4A07}" dt="2025-09-01T17:48:27.116" v="4026" actId="1076"/>
          <ac:spMkLst>
            <pc:docMk/>
            <pc:sldMk cId="0" sldId="258"/>
            <ac:spMk id="13" creationId="{00000000-0000-0000-0000-000000000000}"/>
          </ac:spMkLst>
        </pc:spChg>
        <pc:spChg chg="mod">
          <ac:chgData name="arnav8656tiwari@gmail.com" userId="cb05b7863545bd65" providerId="LiveId" clId="{AA975BF2-ED36-4CB6-84A0-D791355B4A07}" dt="2025-09-01T17:48:39.330" v="4029" actId="1076"/>
          <ac:spMkLst>
            <pc:docMk/>
            <pc:sldMk cId="0" sldId="258"/>
            <ac:spMk id="14" creationId="{00000000-0000-0000-0000-000000000000}"/>
          </ac:spMkLst>
        </pc:spChg>
        <pc:spChg chg="mod">
          <ac:chgData name="arnav8656tiwari@gmail.com" userId="cb05b7863545bd65" providerId="LiveId" clId="{AA975BF2-ED36-4CB6-84A0-D791355B4A07}" dt="2025-09-01T17:48:27.116" v="4026" actId="1076"/>
          <ac:spMkLst>
            <pc:docMk/>
            <pc:sldMk cId="0" sldId="258"/>
            <ac:spMk id="15" creationId="{00000000-0000-0000-0000-000000000000}"/>
          </ac:spMkLst>
        </pc:spChg>
        <pc:spChg chg="mod">
          <ac:chgData name="arnav8656tiwari@gmail.com" userId="cb05b7863545bd65" providerId="LiveId" clId="{AA975BF2-ED36-4CB6-84A0-D791355B4A07}" dt="2025-09-01T17:48:39.330" v="4029" actId="1076"/>
          <ac:spMkLst>
            <pc:docMk/>
            <pc:sldMk cId="0" sldId="258"/>
            <ac:spMk id="16" creationId="{00000000-0000-0000-0000-000000000000}"/>
          </ac:spMkLst>
        </pc:spChg>
        <pc:spChg chg="mod">
          <ac:chgData name="arnav8656tiwari@gmail.com" userId="cb05b7863545bd65" providerId="LiveId" clId="{AA975BF2-ED36-4CB6-84A0-D791355B4A07}" dt="2025-09-01T17:49:25.519" v="4034" actId="1076"/>
          <ac:spMkLst>
            <pc:docMk/>
            <pc:sldMk cId="0" sldId="258"/>
            <ac:spMk id="17" creationId="{00000000-0000-0000-0000-000000000000}"/>
          </ac:spMkLst>
        </pc:spChg>
        <pc:spChg chg="mod">
          <ac:chgData name="arnav8656tiwari@gmail.com" userId="cb05b7863545bd65" providerId="LiveId" clId="{AA975BF2-ED36-4CB6-84A0-D791355B4A07}" dt="2025-09-01T17:49:25.519" v="4034" actId="1076"/>
          <ac:spMkLst>
            <pc:docMk/>
            <pc:sldMk cId="0" sldId="258"/>
            <ac:spMk id="18" creationId="{00000000-0000-0000-0000-000000000000}"/>
          </ac:spMkLst>
        </pc:spChg>
        <pc:spChg chg="mod">
          <ac:chgData name="arnav8656tiwari@gmail.com" userId="cb05b7863545bd65" providerId="LiveId" clId="{AA975BF2-ED36-4CB6-84A0-D791355B4A07}" dt="2025-09-01T17:49:25.519" v="4034" actId="1076"/>
          <ac:spMkLst>
            <pc:docMk/>
            <pc:sldMk cId="0" sldId="258"/>
            <ac:spMk id="19" creationId="{00000000-0000-0000-0000-000000000000}"/>
          </ac:spMkLst>
        </pc:spChg>
        <pc:spChg chg="mod">
          <ac:chgData name="arnav8656tiwari@gmail.com" userId="cb05b7863545bd65" providerId="LiveId" clId="{AA975BF2-ED36-4CB6-84A0-D791355B4A07}" dt="2025-09-01T17:49:25.519" v="4034" actId="1076"/>
          <ac:spMkLst>
            <pc:docMk/>
            <pc:sldMk cId="0" sldId="258"/>
            <ac:spMk id="20" creationId="{00000000-0000-0000-0000-000000000000}"/>
          </ac:spMkLst>
        </pc:spChg>
        <pc:spChg chg="mod">
          <ac:chgData name="arnav8656tiwari@gmail.com" userId="cb05b7863545bd65" providerId="LiveId" clId="{AA975BF2-ED36-4CB6-84A0-D791355B4A07}" dt="2025-09-01T17:49:25.519" v="4034" actId="1076"/>
          <ac:spMkLst>
            <pc:docMk/>
            <pc:sldMk cId="0" sldId="258"/>
            <ac:spMk id="21" creationId="{00000000-0000-0000-0000-000000000000}"/>
          </ac:spMkLst>
        </pc:spChg>
        <pc:spChg chg="mod">
          <ac:chgData name="arnav8656tiwari@gmail.com" userId="cb05b7863545bd65" providerId="LiveId" clId="{AA975BF2-ED36-4CB6-84A0-D791355B4A07}" dt="2025-09-01T17:49:25.519" v="4034" actId="1076"/>
          <ac:spMkLst>
            <pc:docMk/>
            <pc:sldMk cId="0" sldId="258"/>
            <ac:spMk id="22" creationId="{00000000-0000-0000-0000-000000000000}"/>
          </ac:spMkLst>
        </pc:spChg>
        <pc:spChg chg="mod ord">
          <ac:chgData name="arnav8656tiwari@gmail.com" userId="cb05b7863545bd65" providerId="LiveId" clId="{AA975BF2-ED36-4CB6-84A0-D791355B4A07}" dt="2025-09-01T17:48:11.655" v="4024" actId="1076"/>
          <ac:spMkLst>
            <pc:docMk/>
            <pc:sldMk cId="0" sldId="258"/>
            <ac:spMk id="23" creationId="{00000000-0000-0000-0000-000000000000}"/>
          </ac:spMkLst>
        </pc:spChg>
        <pc:spChg chg="mod">
          <ac:chgData name="arnav8656tiwari@gmail.com" userId="cb05b7863545bd65" providerId="LiveId" clId="{AA975BF2-ED36-4CB6-84A0-D791355B4A07}" dt="2025-08-28T06:10:15.094" v="2402" actId="1076"/>
          <ac:spMkLst>
            <pc:docMk/>
            <pc:sldMk cId="0" sldId="258"/>
            <ac:spMk id="24" creationId="{00000000-0000-0000-0000-000000000000}"/>
          </ac:spMkLst>
        </pc:spChg>
        <pc:spChg chg="del ord topLvl">
          <ac:chgData name="arnav8656tiwari@gmail.com" userId="cb05b7863545bd65" providerId="LiveId" clId="{AA975BF2-ED36-4CB6-84A0-D791355B4A07}" dt="2025-08-28T06:09:36.357" v="2399" actId="478"/>
          <ac:spMkLst>
            <pc:docMk/>
            <pc:sldMk cId="0" sldId="258"/>
            <ac:spMk id="26" creationId="{00000000-0000-0000-0000-000000000000}"/>
          </ac:spMkLst>
        </pc:spChg>
        <pc:spChg chg="add del topLvl">
          <ac:chgData name="arnav8656tiwari@gmail.com" userId="cb05b7863545bd65" providerId="LiveId" clId="{AA975BF2-ED36-4CB6-84A0-D791355B4A07}" dt="2025-07-31T20:37:29.560" v="1440" actId="478"/>
          <ac:spMkLst>
            <pc:docMk/>
            <pc:sldMk cId="0" sldId="258"/>
            <ac:spMk id="27" creationId="{00000000-0000-0000-0000-000000000000}"/>
          </ac:spMkLst>
        </pc:spChg>
        <pc:spChg chg="del mod">
          <ac:chgData name="arnav8656tiwari@gmail.com" userId="cb05b7863545bd65" providerId="LiveId" clId="{AA975BF2-ED36-4CB6-84A0-D791355B4A07}" dt="2025-08-28T06:09:36.357" v="2399" actId="478"/>
          <ac:spMkLst>
            <pc:docMk/>
            <pc:sldMk cId="0" sldId="258"/>
            <ac:spMk id="28" creationId="{00000000-0000-0000-0000-000000000000}"/>
          </ac:spMkLst>
        </pc:spChg>
        <pc:spChg chg="del ord topLvl">
          <ac:chgData name="arnav8656tiwari@gmail.com" userId="cb05b7863545bd65" providerId="LiveId" clId="{AA975BF2-ED36-4CB6-84A0-D791355B4A07}" dt="2025-08-28T06:09:36.357" v="2399" actId="478"/>
          <ac:spMkLst>
            <pc:docMk/>
            <pc:sldMk cId="0" sldId="258"/>
            <ac:spMk id="30" creationId="{00000000-0000-0000-0000-000000000000}"/>
          </ac:spMkLst>
        </pc:spChg>
        <pc:spChg chg="del topLvl">
          <ac:chgData name="arnav8656tiwari@gmail.com" userId="cb05b7863545bd65" providerId="LiveId" clId="{AA975BF2-ED36-4CB6-84A0-D791355B4A07}" dt="2025-07-31T20:39:00.853" v="1513" actId="478"/>
          <ac:spMkLst>
            <pc:docMk/>
            <pc:sldMk cId="0" sldId="258"/>
            <ac:spMk id="31" creationId="{00000000-0000-0000-0000-000000000000}"/>
          </ac:spMkLst>
        </pc:spChg>
        <pc:spChg chg="del mod">
          <ac:chgData name="arnav8656tiwari@gmail.com" userId="cb05b7863545bd65" providerId="LiveId" clId="{AA975BF2-ED36-4CB6-84A0-D791355B4A07}" dt="2025-08-28T06:09:36.357" v="2399" actId="478"/>
          <ac:spMkLst>
            <pc:docMk/>
            <pc:sldMk cId="0" sldId="258"/>
            <ac:spMk id="32" creationId="{00000000-0000-0000-0000-000000000000}"/>
          </ac:spMkLst>
        </pc:spChg>
        <pc:spChg chg="mod">
          <ac:chgData name="arnav8656tiwari@gmail.com" userId="cb05b7863545bd65" providerId="LiveId" clId="{AA975BF2-ED36-4CB6-84A0-D791355B4A07}" dt="2025-08-28T06:10:06.654" v="2401" actId="1076"/>
          <ac:spMkLst>
            <pc:docMk/>
            <pc:sldMk cId="0" sldId="258"/>
            <ac:spMk id="36" creationId="{00000000-0000-0000-0000-000000000000}"/>
          </ac:spMkLst>
        </pc:spChg>
        <pc:spChg chg="mod">
          <ac:chgData name="arnav8656tiwari@gmail.com" userId="cb05b7863545bd65" providerId="LiveId" clId="{AA975BF2-ED36-4CB6-84A0-D791355B4A07}" dt="2025-08-28T06:10:06.654" v="2401" actId="1076"/>
          <ac:spMkLst>
            <pc:docMk/>
            <pc:sldMk cId="0" sldId="258"/>
            <ac:spMk id="40" creationId="{00000000-0000-0000-0000-000000000000}"/>
          </ac:spMkLst>
        </pc:spChg>
        <pc:spChg chg="del mod">
          <ac:chgData name="arnav8656tiwari@gmail.com" userId="cb05b7863545bd65" providerId="LiveId" clId="{AA975BF2-ED36-4CB6-84A0-D791355B4A07}" dt="2025-08-31T15:47:28.431" v="3610" actId="478"/>
          <ac:spMkLst>
            <pc:docMk/>
            <pc:sldMk cId="0" sldId="258"/>
            <ac:spMk id="42" creationId="{00000000-0000-0000-0000-000000000000}"/>
          </ac:spMkLst>
        </pc:spChg>
        <pc:spChg chg="add mod">
          <ac:chgData name="arnav8656tiwari@gmail.com" userId="cb05b7863545bd65" providerId="LiveId" clId="{AA975BF2-ED36-4CB6-84A0-D791355B4A07}" dt="2025-09-01T17:46:34.022" v="4015" actId="1076"/>
          <ac:spMkLst>
            <pc:docMk/>
            <pc:sldMk cId="0" sldId="258"/>
            <ac:spMk id="46" creationId="{CE9E8456-1F50-4910-AA45-D83ACAF0DDA3}"/>
          </ac:spMkLst>
        </pc:spChg>
        <pc:spChg chg="add del mod">
          <ac:chgData name="arnav8656tiwari@gmail.com" userId="cb05b7863545bd65" providerId="LiveId" clId="{AA975BF2-ED36-4CB6-84A0-D791355B4A07}" dt="2025-08-28T06:09:36.357" v="2399" actId="478"/>
          <ac:spMkLst>
            <pc:docMk/>
            <pc:sldMk cId="0" sldId="258"/>
            <ac:spMk id="46" creationId="{FF37BB3C-FD2C-4E6F-AD3E-0C09B05ADCCB}"/>
          </ac:spMkLst>
        </pc:spChg>
        <pc:spChg chg="mod">
          <ac:chgData name="arnav8656tiwari@gmail.com" userId="cb05b7863545bd65" providerId="LiveId" clId="{AA975BF2-ED36-4CB6-84A0-D791355B4A07}" dt="2025-09-01T17:48:15.930" v="4025" actId="1076"/>
          <ac:spMkLst>
            <pc:docMk/>
            <pc:sldMk cId="0" sldId="258"/>
            <ac:spMk id="51" creationId="{00000000-0000-0000-0000-000000000000}"/>
          </ac:spMkLst>
        </pc:spChg>
        <pc:spChg chg="mod">
          <ac:chgData name="arnav8656tiwari@gmail.com" userId="cb05b7863545bd65" providerId="LiveId" clId="{AA975BF2-ED36-4CB6-84A0-D791355B4A07}" dt="2025-09-01T17:48:15.930" v="4025" actId="1076"/>
          <ac:spMkLst>
            <pc:docMk/>
            <pc:sldMk cId="0" sldId="258"/>
            <ac:spMk id="52" creationId="{00000000-0000-0000-0000-000000000000}"/>
          </ac:spMkLst>
        </pc:spChg>
        <pc:spChg chg="mod">
          <ac:chgData name="arnav8656tiwari@gmail.com" userId="cb05b7863545bd65" providerId="LiveId" clId="{AA975BF2-ED36-4CB6-84A0-D791355B4A07}" dt="2025-07-31T20:01:14.195" v="1029" actId="1076"/>
          <ac:spMkLst>
            <pc:docMk/>
            <pc:sldMk cId="0" sldId="258"/>
            <ac:spMk id="53" creationId="{00000000-0000-0000-0000-000000000000}"/>
          </ac:spMkLst>
        </pc:spChg>
        <pc:spChg chg="add del mod">
          <ac:chgData name="arnav8656tiwari@gmail.com" userId="cb05b7863545bd65" providerId="LiveId" clId="{AA975BF2-ED36-4CB6-84A0-D791355B4A07}" dt="2025-08-28T06:09:36.357" v="2399" actId="478"/>
          <ac:spMkLst>
            <pc:docMk/>
            <pc:sldMk cId="0" sldId="258"/>
            <ac:spMk id="54" creationId="{0E225041-F460-4C07-A099-88F184909B74}"/>
          </ac:spMkLst>
        </pc:spChg>
        <pc:spChg chg="add mod">
          <ac:chgData name="arnav8656tiwari@gmail.com" userId="cb05b7863545bd65" providerId="LiveId" clId="{AA975BF2-ED36-4CB6-84A0-D791355B4A07}" dt="2025-08-31T15:47:30.369" v="3611"/>
          <ac:spMkLst>
            <pc:docMk/>
            <pc:sldMk cId="0" sldId="258"/>
            <ac:spMk id="54" creationId="{5918D49C-DABE-463E-B448-1763D4E4A5D5}"/>
          </ac:spMkLst>
        </pc:spChg>
        <pc:spChg chg="add del mod">
          <ac:chgData name="arnav8656tiwari@gmail.com" userId="cb05b7863545bd65" providerId="LiveId" clId="{AA975BF2-ED36-4CB6-84A0-D791355B4A07}" dt="2025-08-28T06:09:36.357" v="2399" actId="478"/>
          <ac:spMkLst>
            <pc:docMk/>
            <pc:sldMk cId="0" sldId="258"/>
            <ac:spMk id="55" creationId="{B6E7A29D-1931-44CB-9260-E864C7B836FA}"/>
          </ac:spMkLst>
        </pc:spChg>
        <pc:grpChg chg="mod">
          <ac:chgData name="arnav8656tiwari@gmail.com" userId="cb05b7863545bd65" providerId="LiveId" clId="{AA975BF2-ED36-4CB6-84A0-D791355B4A07}" dt="2025-09-01T17:48:47.175" v="4030" actId="1076"/>
          <ac:grpSpMkLst>
            <pc:docMk/>
            <pc:sldMk cId="0" sldId="258"/>
            <ac:grpSpMk id="4" creationId="{00000000-0000-0000-0000-000000000000}"/>
          </ac:grpSpMkLst>
        </pc:grpChg>
        <pc:grpChg chg="mod">
          <ac:chgData name="arnav8656tiwari@gmail.com" userId="cb05b7863545bd65" providerId="LiveId" clId="{AA975BF2-ED36-4CB6-84A0-D791355B4A07}" dt="2025-09-01T17:48:47.175" v="4030" actId="1076"/>
          <ac:grpSpMkLst>
            <pc:docMk/>
            <pc:sldMk cId="0" sldId="258"/>
            <ac:grpSpMk id="7" creationId="{00000000-0000-0000-0000-000000000000}"/>
          </ac:grpSpMkLst>
        </pc:grpChg>
        <pc:grpChg chg="add del mod ord">
          <ac:chgData name="arnav8656tiwari@gmail.com" userId="cb05b7863545bd65" providerId="LiveId" clId="{AA975BF2-ED36-4CB6-84A0-D791355B4A07}" dt="2025-07-31T20:37:29.560" v="1440" actId="478"/>
          <ac:grpSpMkLst>
            <pc:docMk/>
            <pc:sldMk cId="0" sldId="258"/>
            <ac:grpSpMk id="25" creationId="{00000000-0000-0000-0000-000000000000}"/>
          </ac:grpSpMkLst>
        </pc:grpChg>
        <pc:grpChg chg="del">
          <ac:chgData name="arnav8656tiwari@gmail.com" userId="cb05b7863545bd65" providerId="LiveId" clId="{AA975BF2-ED36-4CB6-84A0-D791355B4A07}" dt="2025-07-31T20:39:00.853" v="1513" actId="478"/>
          <ac:grpSpMkLst>
            <pc:docMk/>
            <pc:sldMk cId="0" sldId="258"/>
            <ac:grpSpMk id="29" creationId="{00000000-0000-0000-0000-000000000000}"/>
          </ac:grpSpMkLst>
        </pc:grpChg>
        <pc:grpChg chg="mod">
          <ac:chgData name="arnav8656tiwari@gmail.com" userId="cb05b7863545bd65" providerId="LiveId" clId="{AA975BF2-ED36-4CB6-84A0-D791355B4A07}" dt="2025-08-28T06:10:06.654" v="2401" actId="1076"/>
          <ac:grpSpMkLst>
            <pc:docMk/>
            <pc:sldMk cId="0" sldId="258"/>
            <ac:grpSpMk id="33" creationId="{00000000-0000-0000-0000-000000000000}"/>
          </ac:grpSpMkLst>
        </pc:grpChg>
        <pc:grpChg chg="mod">
          <ac:chgData name="arnav8656tiwari@gmail.com" userId="cb05b7863545bd65" providerId="LiveId" clId="{AA975BF2-ED36-4CB6-84A0-D791355B4A07}" dt="2025-08-28T06:10:06.654" v="2401" actId="1076"/>
          <ac:grpSpMkLst>
            <pc:docMk/>
            <pc:sldMk cId="0" sldId="258"/>
            <ac:grpSpMk id="37" creationId="{00000000-0000-0000-0000-000000000000}"/>
          </ac:grpSpMkLst>
        </pc:grpChg>
        <pc:grpChg chg="add del mod">
          <ac:chgData name="arnav8656tiwari@gmail.com" userId="cb05b7863545bd65" providerId="LiveId" clId="{AA975BF2-ED36-4CB6-84A0-D791355B4A07}" dt="2025-09-01T17:48:15.930" v="4025" actId="1076"/>
          <ac:grpSpMkLst>
            <pc:docMk/>
            <pc:sldMk cId="0" sldId="258"/>
            <ac:grpSpMk id="41" creationId="{00000000-0000-0000-0000-000000000000}"/>
          </ac:grpSpMkLst>
        </pc:grpChg>
        <pc:grpChg chg="mod">
          <ac:chgData name="arnav8656tiwari@gmail.com" userId="cb05b7863545bd65" providerId="LiveId" clId="{AA975BF2-ED36-4CB6-84A0-D791355B4A07}" dt="2025-09-01T17:48:15.930" v="4025" actId="1076"/>
          <ac:grpSpMkLst>
            <pc:docMk/>
            <pc:sldMk cId="0" sldId="258"/>
            <ac:grpSpMk id="47" creationId="{00000000-0000-0000-0000-000000000000}"/>
          </ac:grpSpMkLst>
        </pc:grpChg>
      </pc:sldChg>
      <pc:sldChg chg="addSp delSp modSp mod">
        <pc:chgData name="arnav8656tiwari@gmail.com" userId="cb05b7863545bd65" providerId="LiveId" clId="{AA975BF2-ED36-4CB6-84A0-D791355B4A07}" dt="2025-08-31T15:47:07.694" v="3606"/>
        <pc:sldMkLst>
          <pc:docMk/>
          <pc:sldMk cId="0" sldId="259"/>
        </pc:sldMkLst>
        <pc:spChg chg="mod">
          <ac:chgData name="arnav8656tiwari@gmail.com" userId="cb05b7863545bd65" providerId="LiveId" clId="{AA975BF2-ED36-4CB6-84A0-D791355B4A07}" dt="2025-08-28T06:11:35.849" v="2407" actId="1076"/>
          <ac:spMkLst>
            <pc:docMk/>
            <pc:sldMk cId="0" sldId="259"/>
            <ac:spMk id="16" creationId="{00000000-0000-0000-0000-000000000000}"/>
          </ac:spMkLst>
        </pc:spChg>
        <pc:spChg chg="mod">
          <ac:chgData name="arnav8656tiwari@gmail.com" userId="cb05b7863545bd65" providerId="LiveId" clId="{AA975BF2-ED36-4CB6-84A0-D791355B4A07}" dt="2025-08-28T06:11:35.849" v="2407" actId="1076"/>
          <ac:spMkLst>
            <pc:docMk/>
            <pc:sldMk cId="0" sldId="259"/>
            <ac:spMk id="17" creationId="{00000000-0000-0000-0000-000000000000}"/>
          </ac:spMkLst>
        </pc:spChg>
        <pc:spChg chg="mod">
          <ac:chgData name="arnav8656tiwari@gmail.com" userId="cb05b7863545bd65" providerId="LiveId" clId="{AA975BF2-ED36-4CB6-84A0-D791355B4A07}" dt="2025-08-28T06:11:35.849" v="2407" actId="1076"/>
          <ac:spMkLst>
            <pc:docMk/>
            <pc:sldMk cId="0" sldId="259"/>
            <ac:spMk id="18" creationId="{00000000-0000-0000-0000-000000000000}"/>
          </ac:spMkLst>
        </pc:spChg>
        <pc:spChg chg="mod">
          <ac:chgData name="arnav8656tiwari@gmail.com" userId="cb05b7863545bd65" providerId="LiveId" clId="{AA975BF2-ED36-4CB6-84A0-D791355B4A07}" dt="2025-08-28T06:11:35.849" v="2407" actId="1076"/>
          <ac:spMkLst>
            <pc:docMk/>
            <pc:sldMk cId="0" sldId="259"/>
            <ac:spMk id="19" creationId="{00000000-0000-0000-0000-000000000000}"/>
          </ac:spMkLst>
        </pc:spChg>
        <pc:spChg chg="mod">
          <ac:chgData name="arnav8656tiwari@gmail.com" userId="cb05b7863545bd65" providerId="LiveId" clId="{AA975BF2-ED36-4CB6-84A0-D791355B4A07}" dt="2025-08-28T06:11:35.849" v="2407" actId="1076"/>
          <ac:spMkLst>
            <pc:docMk/>
            <pc:sldMk cId="0" sldId="259"/>
            <ac:spMk id="20" creationId="{00000000-0000-0000-0000-000000000000}"/>
          </ac:spMkLst>
        </pc:spChg>
        <pc:spChg chg="mod">
          <ac:chgData name="arnav8656tiwari@gmail.com" userId="cb05b7863545bd65" providerId="LiveId" clId="{AA975BF2-ED36-4CB6-84A0-D791355B4A07}" dt="2025-08-28T06:11:35.849" v="2407" actId="1076"/>
          <ac:spMkLst>
            <pc:docMk/>
            <pc:sldMk cId="0" sldId="259"/>
            <ac:spMk id="21" creationId="{00000000-0000-0000-0000-000000000000}"/>
          </ac:spMkLst>
        </pc:spChg>
        <pc:spChg chg="mod">
          <ac:chgData name="arnav8656tiwari@gmail.com" userId="cb05b7863545bd65" providerId="LiveId" clId="{AA975BF2-ED36-4CB6-84A0-D791355B4A07}" dt="2025-08-28T06:11:22.426" v="2406" actId="1076"/>
          <ac:spMkLst>
            <pc:docMk/>
            <pc:sldMk cId="0" sldId="259"/>
            <ac:spMk id="22" creationId="{00000000-0000-0000-0000-000000000000}"/>
          </ac:spMkLst>
        </pc:spChg>
        <pc:spChg chg="mod">
          <ac:chgData name="arnav8656tiwari@gmail.com" userId="cb05b7863545bd65" providerId="LiveId" clId="{AA975BF2-ED36-4CB6-84A0-D791355B4A07}" dt="2025-08-28T06:11:22.426" v="2406" actId="1076"/>
          <ac:spMkLst>
            <pc:docMk/>
            <pc:sldMk cId="0" sldId="259"/>
            <ac:spMk id="23" creationId="{00000000-0000-0000-0000-000000000000}"/>
          </ac:spMkLst>
        </pc:spChg>
        <pc:spChg chg="mod">
          <ac:chgData name="arnav8656tiwari@gmail.com" userId="cb05b7863545bd65" providerId="LiveId" clId="{AA975BF2-ED36-4CB6-84A0-D791355B4A07}" dt="2025-08-28T06:11:22.426" v="2406" actId="1076"/>
          <ac:spMkLst>
            <pc:docMk/>
            <pc:sldMk cId="0" sldId="259"/>
            <ac:spMk id="24" creationId="{00000000-0000-0000-0000-000000000000}"/>
          </ac:spMkLst>
        </pc:spChg>
        <pc:spChg chg="mod">
          <ac:chgData name="arnav8656tiwari@gmail.com" userId="cb05b7863545bd65" providerId="LiveId" clId="{AA975BF2-ED36-4CB6-84A0-D791355B4A07}" dt="2025-08-28T06:11:22.426" v="2406" actId="1076"/>
          <ac:spMkLst>
            <pc:docMk/>
            <pc:sldMk cId="0" sldId="259"/>
            <ac:spMk id="25" creationId="{00000000-0000-0000-0000-000000000000}"/>
          </ac:spMkLst>
        </pc:spChg>
        <pc:spChg chg="mod">
          <ac:chgData name="arnav8656tiwari@gmail.com" userId="cb05b7863545bd65" providerId="LiveId" clId="{AA975BF2-ED36-4CB6-84A0-D791355B4A07}" dt="2025-08-28T06:11:22.426" v="2406" actId="1076"/>
          <ac:spMkLst>
            <pc:docMk/>
            <pc:sldMk cId="0" sldId="259"/>
            <ac:spMk id="26" creationId="{00000000-0000-0000-0000-000000000000}"/>
          </ac:spMkLst>
        </pc:spChg>
        <pc:spChg chg="mod">
          <ac:chgData name="arnav8656tiwari@gmail.com" userId="cb05b7863545bd65" providerId="LiveId" clId="{AA975BF2-ED36-4CB6-84A0-D791355B4A07}" dt="2025-08-28T06:11:22.426" v="2406" actId="1076"/>
          <ac:spMkLst>
            <pc:docMk/>
            <pc:sldMk cId="0" sldId="259"/>
            <ac:spMk id="27" creationId="{00000000-0000-0000-0000-000000000000}"/>
          </ac:spMkLst>
        </pc:spChg>
        <pc:spChg chg="mod">
          <ac:chgData name="arnav8656tiwari@gmail.com" userId="cb05b7863545bd65" providerId="LiveId" clId="{AA975BF2-ED36-4CB6-84A0-D791355B4A07}" dt="2025-07-31T19:23:50.933" v="999" actId="14100"/>
          <ac:spMkLst>
            <pc:docMk/>
            <pc:sldMk cId="0" sldId="259"/>
            <ac:spMk id="56" creationId="{00000000-0000-0000-0000-000000000000}"/>
          </ac:spMkLst>
        </pc:spChg>
        <pc:spChg chg="del">
          <ac:chgData name="arnav8656tiwari@gmail.com" userId="cb05b7863545bd65" providerId="LiveId" clId="{AA975BF2-ED36-4CB6-84A0-D791355B4A07}" dt="2025-08-31T15:47:05.372" v="3605" actId="478"/>
          <ac:spMkLst>
            <pc:docMk/>
            <pc:sldMk cId="0" sldId="259"/>
            <ac:spMk id="73" creationId="{00000000-0000-0000-0000-000000000000}"/>
          </ac:spMkLst>
        </pc:spChg>
        <pc:spChg chg="mod">
          <ac:chgData name="arnav8656tiwari@gmail.com" userId="cb05b7863545bd65" providerId="LiveId" clId="{AA975BF2-ED36-4CB6-84A0-D791355B4A07}" dt="2025-07-31T20:01:20.054" v="1030" actId="1076"/>
          <ac:spMkLst>
            <pc:docMk/>
            <pc:sldMk cId="0" sldId="259"/>
            <ac:spMk id="75" creationId="{00000000-0000-0000-0000-000000000000}"/>
          </ac:spMkLst>
        </pc:spChg>
        <pc:spChg chg="add mod">
          <ac:chgData name="arnav8656tiwari@gmail.com" userId="cb05b7863545bd65" providerId="LiveId" clId="{AA975BF2-ED36-4CB6-84A0-D791355B4A07}" dt="2025-08-31T15:47:07.694" v="3606"/>
          <ac:spMkLst>
            <pc:docMk/>
            <pc:sldMk cId="0" sldId="259"/>
            <ac:spMk id="76" creationId="{9BAAEF28-1023-4F43-A3A6-0D0669C47349}"/>
          </ac:spMkLst>
        </pc:spChg>
        <pc:spChg chg="add mod">
          <ac:chgData name="arnav8656tiwari@gmail.com" userId="cb05b7863545bd65" providerId="LiveId" clId="{AA975BF2-ED36-4CB6-84A0-D791355B4A07}" dt="2025-08-31T15:47:07.694" v="3606"/>
          <ac:spMkLst>
            <pc:docMk/>
            <pc:sldMk cId="0" sldId="259"/>
            <ac:spMk id="77" creationId="{EED15060-E0D1-4FE9-A414-2F965A65F69F}"/>
          </ac:spMkLst>
        </pc:spChg>
        <pc:grpChg chg="mod">
          <ac:chgData name="arnav8656tiwari@gmail.com" userId="cb05b7863545bd65" providerId="LiveId" clId="{AA975BF2-ED36-4CB6-84A0-D791355B4A07}" dt="2025-08-28T06:11:35.849" v="2407" actId="1076"/>
          <ac:grpSpMkLst>
            <pc:docMk/>
            <pc:sldMk cId="0" sldId="259"/>
            <ac:grpSpMk id="4" creationId="{00000000-0000-0000-0000-000000000000}"/>
          </ac:grpSpMkLst>
        </pc:grpChg>
        <pc:grpChg chg="mod">
          <ac:chgData name="arnav8656tiwari@gmail.com" userId="cb05b7863545bd65" providerId="LiveId" clId="{AA975BF2-ED36-4CB6-84A0-D791355B4A07}" dt="2025-08-28T06:11:35.849" v="2407" actId="1076"/>
          <ac:grpSpMkLst>
            <pc:docMk/>
            <pc:sldMk cId="0" sldId="259"/>
            <ac:grpSpMk id="7" creationId="{00000000-0000-0000-0000-000000000000}"/>
          </ac:grpSpMkLst>
        </pc:grpChg>
        <pc:grpChg chg="mod">
          <ac:chgData name="arnav8656tiwari@gmail.com" userId="cb05b7863545bd65" providerId="LiveId" clId="{AA975BF2-ED36-4CB6-84A0-D791355B4A07}" dt="2025-08-28T06:11:35.849" v="2407" actId="1076"/>
          <ac:grpSpMkLst>
            <pc:docMk/>
            <pc:sldMk cId="0" sldId="259"/>
            <ac:grpSpMk id="10" creationId="{00000000-0000-0000-0000-000000000000}"/>
          </ac:grpSpMkLst>
        </pc:grpChg>
        <pc:grpChg chg="mod">
          <ac:chgData name="arnav8656tiwari@gmail.com" userId="cb05b7863545bd65" providerId="LiveId" clId="{AA975BF2-ED36-4CB6-84A0-D791355B4A07}" dt="2025-08-28T06:11:35.849" v="2407" actId="1076"/>
          <ac:grpSpMkLst>
            <pc:docMk/>
            <pc:sldMk cId="0" sldId="259"/>
            <ac:grpSpMk id="13" creationId="{00000000-0000-0000-0000-000000000000}"/>
          </ac:grpSpMkLst>
        </pc:grpChg>
      </pc:sldChg>
      <pc:sldChg chg="addSp delSp modSp mod">
        <pc:chgData name="arnav8656tiwari@gmail.com" userId="cb05b7863545bd65" providerId="LiveId" clId="{AA975BF2-ED36-4CB6-84A0-D791355B4A07}" dt="2025-08-31T15:46:58.273" v="3604"/>
        <pc:sldMkLst>
          <pc:docMk/>
          <pc:sldMk cId="0" sldId="260"/>
        </pc:sldMkLst>
        <pc:spChg chg="mod">
          <ac:chgData name="arnav8656tiwari@gmail.com" userId="cb05b7863545bd65" providerId="LiveId" clId="{AA975BF2-ED36-4CB6-84A0-D791355B4A07}" dt="2025-08-30T19:26:35.149" v="3443" actId="1076"/>
          <ac:spMkLst>
            <pc:docMk/>
            <pc:sldMk cId="0" sldId="260"/>
            <ac:spMk id="2" creationId="{00000000-0000-0000-0000-000000000000}"/>
          </ac:spMkLst>
        </pc:spChg>
        <pc:spChg chg="add del mod">
          <ac:chgData name="arnav8656tiwari@gmail.com" userId="cb05b7863545bd65" providerId="LiveId" clId="{AA975BF2-ED36-4CB6-84A0-D791355B4A07}" dt="2025-08-30T18:17:36.959" v="3178" actId="767"/>
          <ac:spMkLst>
            <pc:docMk/>
            <pc:sldMk cId="0" sldId="260"/>
            <ac:spMk id="3" creationId="{0FE3A4DF-C1DD-4BEB-879A-362983798353}"/>
          </ac:spMkLst>
        </pc:spChg>
        <pc:spChg chg="add mod">
          <ac:chgData name="arnav8656tiwari@gmail.com" userId="cb05b7863545bd65" providerId="LiveId" clId="{AA975BF2-ED36-4CB6-84A0-D791355B4A07}" dt="2025-08-30T18:26:32.511" v="3323" actId="1076"/>
          <ac:spMkLst>
            <pc:docMk/>
            <pc:sldMk cId="0" sldId="260"/>
            <ac:spMk id="4" creationId="{A7DCB009-6236-40E3-81CF-4F7091A327F0}"/>
          </ac:spMkLst>
        </pc:spChg>
        <pc:spChg chg="add mod">
          <ac:chgData name="arnav8656tiwari@gmail.com" userId="cb05b7863545bd65" providerId="LiveId" clId="{AA975BF2-ED36-4CB6-84A0-D791355B4A07}" dt="2025-08-30T18:28:15.544" v="3339" actId="208"/>
          <ac:spMkLst>
            <pc:docMk/>
            <pc:sldMk cId="0" sldId="260"/>
            <ac:spMk id="5" creationId="{BC4A90DE-2844-46FB-8B28-EB03A724210C}"/>
          </ac:spMkLst>
        </pc:spChg>
        <pc:spChg chg="del mod">
          <ac:chgData name="arnav8656tiwari@gmail.com" userId="cb05b7863545bd65" providerId="LiveId" clId="{AA975BF2-ED36-4CB6-84A0-D791355B4A07}" dt="2025-08-26T19:32:34.870" v="1993" actId="478"/>
          <ac:spMkLst>
            <pc:docMk/>
            <pc:sldMk cId="0" sldId="260"/>
            <ac:spMk id="6" creationId="{00000000-0000-0000-0000-000000000000}"/>
          </ac:spMkLst>
        </pc:spChg>
        <pc:spChg chg="del mod">
          <ac:chgData name="arnav8656tiwari@gmail.com" userId="cb05b7863545bd65" providerId="LiveId" clId="{AA975BF2-ED36-4CB6-84A0-D791355B4A07}" dt="2025-08-26T19:32:34.870" v="1993" actId="478"/>
          <ac:spMkLst>
            <pc:docMk/>
            <pc:sldMk cId="0" sldId="260"/>
            <ac:spMk id="7" creationId="{00000000-0000-0000-0000-000000000000}"/>
          </ac:spMkLst>
        </pc:spChg>
        <pc:spChg chg="del mod">
          <ac:chgData name="arnav8656tiwari@gmail.com" userId="cb05b7863545bd65" providerId="LiveId" clId="{AA975BF2-ED36-4CB6-84A0-D791355B4A07}" dt="2025-08-26T19:32:30.208" v="1992" actId="478"/>
          <ac:spMkLst>
            <pc:docMk/>
            <pc:sldMk cId="0" sldId="260"/>
            <ac:spMk id="11" creationId="{00000000-0000-0000-0000-000000000000}"/>
          </ac:spMkLst>
        </pc:spChg>
        <pc:spChg chg="del mod">
          <ac:chgData name="arnav8656tiwari@gmail.com" userId="cb05b7863545bd65" providerId="LiveId" clId="{AA975BF2-ED36-4CB6-84A0-D791355B4A07}" dt="2025-08-26T19:32:34.870" v="1993" actId="478"/>
          <ac:spMkLst>
            <pc:docMk/>
            <pc:sldMk cId="0" sldId="260"/>
            <ac:spMk id="12" creationId="{00000000-0000-0000-0000-000000000000}"/>
          </ac:spMkLst>
        </pc:spChg>
        <pc:spChg chg="add mod">
          <ac:chgData name="arnav8656tiwari@gmail.com" userId="cb05b7863545bd65" providerId="LiveId" clId="{AA975BF2-ED36-4CB6-84A0-D791355B4A07}" dt="2025-08-30T18:26:59.701" v="3331" actId="1076"/>
          <ac:spMkLst>
            <pc:docMk/>
            <pc:sldMk cId="0" sldId="260"/>
            <ac:spMk id="12" creationId="{72D96D4D-282F-4FD9-BF8D-88522DDC91B2}"/>
          </ac:spMkLst>
        </pc:spChg>
        <pc:spChg chg="add mod">
          <ac:chgData name="arnav8656tiwari@gmail.com" userId="cb05b7863545bd65" providerId="LiveId" clId="{AA975BF2-ED36-4CB6-84A0-D791355B4A07}" dt="2025-08-30T18:27:10.318" v="3333" actId="1076"/>
          <ac:spMkLst>
            <pc:docMk/>
            <pc:sldMk cId="0" sldId="260"/>
            <ac:spMk id="13" creationId="{54C835C6-3AA5-483B-9549-F6E7224C5B69}"/>
          </ac:spMkLst>
        </pc:spChg>
        <pc:spChg chg="add mod">
          <ac:chgData name="arnav8656tiwari@gmail.com" userId="cb05b7863545bd65" providerId="LiveId" clId="{AA975BF2-ED36-4CB6-84A0-D791355B4A07}" dt="2025-08-30T18:27:47.651" v="3338" actId="1076"/>
          <ac:spMkLst>
            <pc:docMk/>
            <pc:sldMk cId="0" sldId="260"/>
            <ac:spMk id="14" creationId="{D2515299-6333-48B6-B7FD-0F40C5D5B0D3}"/>
          </ac:spMkLst>
        </pc:spChg>
        <pc:spChg chg="add mod">
          <ac:chgData name="arnav8656tiwari@gmail.com" userId="cb05b7863545bd65" providerId="LiveId" clId="{AA975BF2-ED36-4CB6-84A0-D791355B4A07}" dt="2025-08-30T18:27:41.129" v="3337" actId="1076"/>
          <ac:spMkLst>
            <pc:docMk/>
            <pc:sldMk cId="0" sldId="260"/>
            <ac:spMk id="15" creationId="{6BD3494A-B3EB-4A6A-8D7B-69968AB23E64}"/>
          </ac:spMkLst>
        </pc:spChg>
        <pc:spChg chg="del mod">
          <ac:chgData name="arnav8656tiwari@gmail.com" userId="cb05b7863545bd65" providerId="LiveId" clId="{AA975BF2-ED36-4CB6-84A0-D791355B4A07}" dt="2025-08-26T19:32:30.208" v="1992" actId="478"/>
          <ac:spMkLst>
            <pc:docMk/>
            <pc:sldMk cId="0" sldId="260"/>
            <ac:spMk id="16" creationId="{00000000-0000-0000-0000-000000000000}"/>
          </ac:spMkLst>
        </pc:spChg>
        <pc:spChg chg="add mod">
          <ac:chgData name="arnav8656tiwari@gmail.com" userId="cb05b7863545bd65" providerId="LiveId" clId="{AA975BF2-ED36-4CB6-84A0-D791355B4A07}" dt="2025-08-30T18:22:48.321" v="3304" actId="571"/>
          <ac:spMkLst>
            <pc:docMk/>
            <pc:sldMk cId="0" sldId="260"/>
            <ac:spMk id="16" creationId="{C8F2E1D5-A067-4194-B1C7-78E340AEFC59}"/>
          </ac:spMkLst>
        </pc:spChg>
        <pc:spChg chg="del mod">
          <ac:chgData name="arnav8656tiwari@gmail.com" userId="cb05b7863545bd65" providerId="LiveId" clId="{AA975BF2-ED36-4CB6-84A0-D791355B4A07}" dt="2025-08-26T19:32:30.208" v="1992" actId="478"/>
          <ac:spMkLst>
            <pc:docMk/>
            <pc:sldMk cId="0" sldId="260"/>
            <ac:spMk id="17" creationId="{00000000-0000-0000-0000-000000000000}"/>
          </ac:spMkLst>
        </pc:spChg>
        <pc:spChg chg="add mod">
          <ac:chgData name="arnav8656tiwari@gmail.com" userId="cb05b7863545bd65" providerId="LiveId" clId="{AA975BF2-ED36-4CB6-84A0-D791355B4A07}" dt="2025-08-30T18:22:48.321" v="3304" actId="571"/>
          <ac:spMkLst>
            <pc:docMk/>
            <pc:sldMk cId="0" sldId="260"/>
            <ac:spMk id="17" creationId="{0F2D8234-99EF-44C8-9B19-92537977580F}"/>
          </ac:spMkLst>
        </pc:spChg>
        <pc:spChg chg="mod">
          <ac:chgData name="arnav8656tiwari@gmail.com" userId="cb05b7863545bd65" providerId="LiveId" clId="{AA975BF2-ED36-4CB6-84A0-D791355B4A07}" dt="2025-08-30T19:22:08.165" v="3412" actId="1076"/>
          <ac:spMkLst>
            <pc:docMk/>
            <pc:sldMk cId="0" sldId="260"/>
            <ac:spMk id="18" creationId="{00000000-0000-0000-0000-000000000000}"/>
          </ac:spMkLst>
        </pc:spChg>
        <pc:spChg chg="mod">
          <ac:chgData name="arnav8656tiwari@gmail.com" userId="cb05b7863545bd65" providerId="LiveId" clId="{AA975BF2-ED36-4CB6-84A0-D791355B4A07}" dt="2025-08-30T18:34:23.041" v="3378" actId="208"/>
          <ac:spMkLst>
            <pc:docMk/>
            <pc:sldMk cId="0" sldId="260"/>
            <ac:spMk id="20" creationId="{00000000-0000-0000-0000-000000000000}"/>
          </ac:spMkLst>
        </pc:spChg>
        <pc:spChg chg="mod">
          <ac:chgData name="arnav8656tiwari@gmail.com" userId="cb05b7863545bd65" providerId="LiveId" clId="{AA975BF2-ED36-4CB6-84A0-D791355B4A07}" dt="2025-08-30T18:34:23.041" v="3378" actId="208"/>
          <ac:spMkLst>
            <pc:docMk/>
            <pc:sldMk cId="0" sldId="260"/>
            <ac:spMk id="21" creationId="{00000000-0000-0000-0000-000000000000}"/>
          </ac:spMkLst>
        </pc:spChg>
        <pc:spChg chg="add mod">
          <ac:chgData name="arnav8656tiwari@gmail.com" userId="cb05b7863545bd65" providerId="LiveId" clId="{AA975BF2-ED36-4CB6-84A0-D791355B4A07}" dt="2025-08-31T15:46:58.273" v="3604"/>
          <ac:spMkLst>
            <pc:docMk/>
            <pc:sldMk cId="0" sldId="260"/>
            <ac:spMk id="22" creationId="{8E4F8A37-5BE2-465C-A3A0-216A74441EBC}"/>
          </ac:spMkLst>
        </pc:spChg>
        <pc:spChg chg="add mod">
          <ac:chgData name="arnav8656tiwari@gmail.com" userId="cb05b7863545bd65" providerId="LiveId" clId="{AA975BF2-ED36-4CB6-84A0-D791355B4A07}" dt="2025-08-30T18:22:47.382" v="3303" actId="571"/>
          <ac:spMkLst>
            <pc:docMk/>
            <pc:sldMk cId="0" sldId="260"/>
            <ac:spMk id="22" creationId="{ECF2FD8B-DC9D-4299-9ABF-192A740410C3}"/>
          </ac:spMkLst>
        </pc:spChg>
        <pc:spChg chg="add mod">
          <ac:chgData name="arnav8656tiwari@gmail.com" userId="cb05b7863545bd65" providerId="LiveId" clId="{AA975BF2-ED36-4CB6-84A0-D791355B4A07}" dt="2025-08-31T15:46:58.273" v="3604"/>
          <ac:spMkLst>
            <pc:docMk/>
            <pc:sldMk cId="0" sldId="260"/>
            <ac:spMk id="23" creationId="{507169A5-B060-44DA-9240-0E7907AD598F}"/>
          </ac:spMkLst>
        </pc:spChg>
        <pc:spChg chg="add mod">
          <ac:chgData name="arnav8656tiwari@gmail.com" userId="cb05b7863545bd65" providerId="LiveId" clId="{AA975BF2-ED36-4CB6-84A0-D791355B4A07}" dt="2025-08-30T18:22:47.382" v="3303" actId="571"/>
          <ac:spMkLst>
            <pc:docMk/>
            <pc:sldMk cId="0" sldId="260"/>
            <ac:spMk id="24" creationId="{C83B066D-680A-4788-BE10-3A67BBB11556}"/>
          </ac:spMkLst>
        </pc:spChg>
        <pc:spChg chg="del mod topLvl">
          <ac:chgData name="arnav8656tiwari@gmail.com" userId="cb05b7863545bd65" providerId="LiveId" clId="{AA975BF2-ED36-4CB6-84A0-D791355B4A07}" dt="2025-07-31T19:24:28.230" v="1000" actId="478"/>
          <ac:spMkLst>
            <pc:docMk/>
            <pc:sldMk cId="0" sldId="260"/>
            <ac:spMk id="25" creationId="{00000000-0000-0000-0000-000000000000}"/>
          </ac:spMkLst>
        </pc:spChg>
        <pc:spChg chg="add mod">
          <ac:chgData name="arnav8656tiwari@gmail.com" userId="cb05b7863545bd65" providerId="LiveId" clId="{AA975BF2-ED36-4CB6-84A0-D791355B4A07}" dt="2025-08-30T18:28:22.886" v="3340" actId="208"/>
          <ac:spMkLst>
            <pc:docMk/>
            <pc:sldMk cId="0" sldId="260"/>
            <ac:spMk id="25" creationId="{58B6C4A7-9F94-4B21-865B-F2472045D02D}"/>
          </ac:spMkLst>
        </pc:spChg>
        <pc:spChg chg="add mod">
          <ac:chgData name="arnav8656tiwari@gmail.com" userId="cb05b7863545bd65" providerId="LiveId" clId="{AA975BF2-ED36-4CB6-84A0-D791355B4A07}" dt="2025-08-30T18:28:26.173" v="3341" actId="208"/>
          <ac:spMkLst>
            <pc:docMk/>
            <pc:sldMk cId="0" sldId="260"/>
            <ac:spMk id="26" creationId="{2C5D66BB-310D-47A5-9B8C-B3D1B2B4C1F1}"/>
          </ac:spMkLst>
        </pc:spChg>
        <pc:spChg chg="add mod">
          <ac:chgData name="arnav8656tiwari@gmail.com" userId="cb05b7863545bd65" providerId="LiveId" clId="{AA975BF2-ED36-4CB6-84A0-D791355B4A07}" dt="2025-08-30T18:28:29.476" v="3342" actId="208"/>
          <ac:spMkLst>
            <pc:docMk/>
            <pc:sldMk cId="0" sldId="260"/>
            <ac:spMk id="28" creationId="{7B0181F8-888D-491E-9E48-B4AADEA8C805}"/>
          </ac:spMkLst>
        </pc:spChg>
        <pc:spChg chg="add mod">
          <ac:chgData name="arnav8656tiwari@gmail.com" userId="cb05b7863545bd65" providerId="LiveId" clId="{AA975BF2-ED36-4CB6-84A0-D791355B4A07}" dt="2025-08-30T18:30:44.571" v="3359" actId="1076"/>
          <ac:spMkLst>
            <pc:docMk/>
            <pc:sldMk cId="0" sldId="260"/>
            <ac:spMk id="29" creationId="{3BA2982D-A705-4852-8FA7-4A1A9F980ACC}"/>
          </ac:spMkLst>
        </pc:spChg>
        <pc:spChg chg="add mod">
          <ac:chgData name="arnav8656tiwari@gmail.com" userId="cb05b7863545bd65" providerId="LiveId" clId="{AA975BF2-ED36-4CB6-84A0-D791355B4A07}" dt="2025-08-30T18:30:32.118" v="3358" actId="1076"/>
          <ac:spMkLst>
            <pc:docMk/>
            <pc:sldMk cId="0" sldId="260"/>
            <ac:spMk id="30" creationId="{E96F1BC6-08F7-489F-A31F-635D9BA291A1}"/>
          </ac:spMkLst>
        </pc:spChg>
        <pc:spChg chg="add mod">
          <ac:chgData name="arnav8656tiwari@gmail.com" userId="cb05b7863545bd65" providerId="LiveId" clId="{AA975BF2-ED36-4CB6-84A0-D791355B4A07}" dt="2025-08-30T18:32:20.840" v="3376" actId="403"/>
          <ac:spMkLst>
            <pc:docMk/>
            <pc:sldMk cId="0" sldId="260"/>
            <ac:spMk id="31" creationId="{82EC8169-E41F-45B3-9E47-AD38B5EF8C63}"/>
          </ac:spMkLst>
        </pc:spChg>
        <pc:grpChg chg="del mod">
          <ac:chgData name="arnav8656tiwari@gmail.com" userId="cb05b7863545bd65" providerId="LiveId" clId="{AA975BF2-ED36-4CB6-84A0-D791355B4A07}" dt="2025-08-26T19:32:34.870" v="1993" actId="478"/>
          <ac:grpSpMkLst>
            <pc:docMk/>
            <pc:sldMk cId="0" sldId="260"/>
            <ac:grpSpMk id="3" creationId="{00000000-0000-0000-0000-000000000000}"/>
          </ac:grpSpMkLst>
        </pc:grpChg>
        <pc:grpChg chg="del mod">
          <ac:chgData name="arnav8656tiwari@gmail.com" userId="cb05b7863545bd65" providerId="LiveId" clId="{AA975BF2-ED36-4CB6-84A0-D791355B4A07}" dt="2025-08-26T19:32:34.870" v="1993" actId="478"/>
          <ac:grpSpMkLst>
            <pc:docMk/>
            <pc:sldMk cId="0" sldId="260"/>
            <ac:grpSpMk id="8" creationId="{00000000-0000-0000-0000-000000000000}"/>
          </ac:grpSpMkLst>
        </pc:grpChg>
        <pc:grpChg chg="del mod">
          <ac:chgData name="arnav8656tiwari@gmail.com" userId="cb05b7863545bd65" providerId="LiveId" clId="{AA975BF2-ED36-4CB6-84A0-D791355B4A07}" dt="2025-08-26T19:32:30.208" v="1992" actId="478"/>
          <ac:grpSpMkLst>
            <pc:docMk/>
            <pc:sldMk cId="0" sldId="260"/>
            <ac:grpSpMk id="13" creationId="{00000000-0000-0000-0000-000000000000}"/>
          </ac:grpSpMkLst>
        </pc:grpChg>
        <pc:grpChg chg="mod">
          <ac:chgData name="arnav8656tiwari@gmail.com" userId="cb05b7863545bd65" providerId="LiveId" clId="{AA975BF2-ED36-4CB6-84A0-D791355B4A07}" dt="2025-08-30T18:16:51.990" v="3164" actId="14100"/>
          <ac:grpSpMkLst>
            <pc:docMk/>
            <pc:sldMk cId="0" sldId="260"/>
            <ac:grpSpMk id="19" creationId="{00000000-0000-0000-0000-000000000000}"/>
          </ac:grpSpMkLst>
        </pc:grpChg>
        <pc:grpChg chg="add del ord">
          <ac:chgData name="arnav8656tiwari@gmail.com" userId="cb05b7863545bd65" providerId="LiveId" clId="{AA975BF2-ED36-4CB6-84A0-D791355B4A07}" dt="2025-07-31T17:22:16.724" v="15" actId="478"/>
          <ac:grpSpMkLst>
            <pc:docMk/>
            <pc:sldMk cId="0" sldId="260"/>
            <ac:grpSpMk id="24" creationId="{00000000-0000-0000-0000-000000000000}"/>
          </ac:grpSpMkLst>
        </pc:grpChg>
        <pc:graphicFrameChg chg="add del mod">
          <ac:chgData name="arnav8656tiwari@gmail.com" userId="cb05b7863545bd65" providerId="LiveId" clId="{AA975BF2-ED36-4CB6-84A0-D791355B4A07}" dt="2025-08-30T18:28:37.021" v="3343" actId="478"/>
          <ac:graphicFrameMkLst>
            <pc:docMk/>
            <pc:sldMk cId="0" sldId="260"/>
            <ac:graphicFrameMk id="9" creationId="{8F5A32D4-4801-4939-943E-D54ABC0CD344}"/>
          </ac:graphicFrameMkLst>
        </pc:graphicFrameChg>
        <pc:graphicFrameChg chg="del mod modGraphic">
          <ac:chgData name="arnav8656tiwari@gmail.com" userId="cb05b7863545bd65" providerId="LiveId" clId="{AA975BF2-ED36-4CB6-84A0-D791355B4A07}" dt="2025-08-30T18:28:48.182" v="3344" actId="478"/>
          <ac:graphicFrameMkLst>
            <pc:docMk/>
            <pc:sldMk cId="0" sldId="260"/>
            <ac:graphicFrameMk id="23" creationId="{00000000-0000-0000-0000-000000000000}"/>
          </ac:graphicFrameMkLst>
        </pc:graphicFrameChg>
        <pc:graphicFrameChg chg="add mod">
          <ac:chgData name="arnav8656tiwari@gmail.com" userId="cb05b7863545bd65" providerId="LiveId" clId="{AA975BF2-ED36-4CB6-84A0-D791355B4A07}" dt="2025-08-30T19:21:08.095" v="3398" actId="14100"/>
          <ac:graphicFrameMkLst>
            <pc:docMk/>
            <pc:sldMk cId="0" sldId="260"/>
            <ac:graphicFrameMk id="27" creationId="{31A7BBEE-409A-413A-B945-145AB30A337F}"/>
          </ac:graphicFrameMkLst>
        </pc:graphicFrameChg>
        <pc:picChg chg="del ord topLvl">
          <ac:chgData name="arnav8656tiwari@gmail.com" userId="cb05b7863545bd65" providerId="LiveId" clId="{AA975BF2-ED36-4CB6-84A0-D791355B4A07}" dt="2025-07-31T17:22:16.724" v="15" actId="478"/>
          <ac:picMkLst>
            <pc:docMk/>
            <pc:sldMk cId="0" sldId="260"/>
            <ac:picMk id="26" creationId="{00000000-0000-0000-0000-000000000000}"/>
          </ac:picMkLst>
        </pc:picChg>
      </pc:sldChg>
      <pc:sldChg chg="addSp delSp modSp mod">
        <pc:chgData name="arnav8656tiwari@gmail.com" userId="cb05b7863545bd65" providerId="LiveId" clId="{AA975BF2-ED36-4CB6-84A0-D791355B4A07}" dt="2025-08-31T15:46:53.636" v="3603"/>
        <pc:sldMkLst>
          <pc:docMk/>
          <pc:sldMk cId="0" sldId="261"/>
        </pc:sldMkLst>
        <pc:spChg chg="del mod">
          <ac:chgData name="arnav8656tiwari@gmail.com" userId="cb05b7863545bd65" providerId="LiveId" clId="{AA975BF2-ED36-4CB6-84A0-D791355B4A07}" dt="2025-08-26T19:46:22.502" v="2125" actId="478"/>
          <ac:spMkLst>
            <pc:docMk/>
            <pc:sldMk cId="0" sldId="261"/>
            <ac:spMk id="7" creationId="{00000000-0000-0000-0000-000000000000}"/>
          </ac:spMkLst>
        </pc:spChg>
        <pc:spChg chg="mod">
          <ac:chgData name="arnav8656tiwari@gmail.com" userId="cb05b7863545bd65" providerId="LiveId" clId="{AA975BF2-ED36-4CB6-84A0-D791355B4A07}" dt="2025-08-30T18:36:36.676" v="3387" actId="1076"/>
          <ac:spMkLst>
            <pc:docMk/>
            <pc:sldMk cId="0" sldId="261"/>
            <ac:spMk id="8" creationId="{00000000-0000-0000-0000-000000000000}"/>
          </ac:spMkLst>
        </pc:spChg>
        <pc:spChg chg="mod">
          <ac:chgData name="arnav8656tiwari@gmail.com" userId="cb05b7863545bd65" providerId="LiveId" clId="{AA975BF2-ED36-4CB6-84A0-D791355B4A07}" dt="2025-08-30T18:36:36.676" v="3387" actId="1076"/>
          <ac:spMkLst>
            <pc:docMk/>
            <pc:sldMk cId="0" sldId="261"/>
            <ac:spMk id="18" creationId="{00000000-0000-0000-0000-000000000000}"/>
          </ac:spMkLst>
        </pc:spChg>
        <pc:spChg chg="mod">
          <ac:chgData name="arnav8656tiwari@gmail.com" userId="cb05b7863545bd65" providerId="LiveId" clId="{AA975BF2-ED36-4CB6-84A0-D791355B4A07}" dt="2025-08-30T18:36:36.676" v="3387" actId="1076"/>
          <ac:spMkLst>
            <pc:docMk/>
            <pc:sldMk cId="0" sldId="261"/>
            <ac:spMk id="22" creationId="{00000000-0000-0000-0000-000000000000}"/>
          </ac:spMkLst>
        </pc:spChg>
        <pc:spChg chg="mod">
          <ac:chgData name="arnav8656tiwari@gmail.com" userId="cb05b7863545bd65" providerId="LiveId" clId="{AA975BF2-ED36-4CB6-84A0-D791355B4A07}" dt="2025-08-26T19:43:16.658" v="2109" actId="1076"/>
          <ac:spMkLst>
            <pc:docMk/>
            <pc:sldMk cId="0" sldId="261"/>
            <ac:spMk id="23" creationId="{00000000-0000-0000-0000-000000000000}"/>
          </ac:spMkLst>
        </pc:spChg>
        <pc:spChg chg="mod">
          <ac:chgData name="arnav8656tiwari@gmail.com" userId="cb05b7863545bd65" providerId="LiveId" clId="{AA975BF2-ED36-4CB6-84A0-D791355B4A07}" dt="2025-08-26T19:42:42.816" v="2103" actId="1076"/>
          <ac:spMkLst>
            <pc:docMk/>
            <pc:sldMk cId="0" sldId="261"/>
            <ac:spMk id="28" creationId="{00000000-0000-0000-0000-000000000000}"/>
          </ac:spMkLst>
        </pc:spChg>
        <pc:spChg chg="mod">
          <ac:chgData name="arnav8656tiwari@gmail.com" userId="cb05b7863545bd65" providerId="LiveId" clId="{AA975BF2-ED36-4CB6-84A0-D791355B4A07}" dt="2025-08-26T19:43:05.699" v="2106" actId="1076"/>
          <ac:spMkLst>
            <pc:docMk/>
            <pc:sldMk cId="0" sldId="261"/>
            <ac:spMk id="33" creationId="{00000000-0000-0000-0000-000000000000}"/>
          </ac:spMkLst>
        </pc:spChg>
        <pc:spChg chg="mod">
          <ac:chgData name="arnav8656tiwari@gmail.com" userId="cb05b7863545bd65" providerId="LiveId" clId="{AA975BF2-ED36-4CB6-84A0-D791355B4A07}" dt="2025-08-26T19:42:59.192" v="2105" actId="1076"/>
          <ac:spMkLst>
            <pc:docMk/>
            <pc:sldMk cId="0" sldId="261"/>
            <ac:spMk id="38" creationId="{00000000-0000-0000-0000-000000000000}"/>
          </ac:spMkLst>
        </pc:spChg>
        <pc:spChg chg="del mod">
          <ac:chgData name="arnav8656tiwari@gmail.com" userId="cb05b7863545bd65" providerId="LiveId" clId="{AA975BF2-ED36-4CB6-84A0-D791355B4A07}" dt="2025-08-31T15:46:51.602" v="3602" actId="478"/>
          <ac:spMkLst>
            <pc:docMk/>
            <pc:sldMk cId="0" sldId="261"/>
            <ac:spMk id="39" creationId="{00000000-0000-0000-0000-000000000000}"/>
          </ac:spMkLst>
        </pc:spChg>
        <pc:spChg chg="add del">
          <ac:chgData name="arnav8656tiwari@gmail.com" userId="cb05b7863545bd65" providerId="LiveId" clId="{AA975BF2-ED36-4CB6-84A0-D791355B4A07}" dt="2025-08-15T06:16:37.610" v="1884"/>
          <ac:spMkLst>
            <pc:docMk/>
            <pc:sldMk cId="0" sldId="261"/>
            <ac:spMk id="40" creationId="{C9574247-003F-4F87-ADDE-2AE683BD0916}"/>
          </ac:spMkLst>
        </pc:spChg>
        <pc:spChg chg="mod">
          <ac:chgData name="arnav8656tiwari@gmail.com" userId="cb05b7863545bd65" providerId="LiveId" clId="{AA975BF2-ED36-4CB6-84A0-D791355B4A07}" dt="2025-08-30T18:36:52.262" v="3388"/>
          <ac:spMkLst>
            <pc:docMk/>
            <pc:sldMk cId="0" sldId="261"/>
            <ac:spMk id="41" creationId="{A5938BB9-9C32-4539-B90F-C1936ABA3FA5}"/>
          </ac:spMkLst>
        </pc:spChg>
        <pc:spChg chg="add del mod">
          <ac:chgData name="arnav8656tiwari@gmail.com" userId="cb05b7863545bd65" providerId="LiveId" clId="{AA975BF2-ED36-4CB6-84A0-D791355B4A07}" dt="2025-08-15T06:16:37.280" v="1883"/>
          <ac:spMkLst>
            <pc:docMk/>
            <pc:sldMk cId="0" sldId="261"/>
            <ac:spMk id="41" creationId="{B822B856-6AE5-429F-92BD-B002F61AF929}"/>
          </ac:spMkLst>
        </pc:spChg>
        <pc:spChg chg="add mod">
          <ac:chgData name="arnav8656tiwari@gmail.com" userId="cb05b7863545bd65" providerId="LiveId" clId="{AA975BF2-ED36-4CB6-84A0-D791355B4A07}" dt="2025-08-30T18:36:36.676" v="3387" actId="1076"/>
          <ac:spMkLst>
            <pc:docMk/>
            <pc:sldMk cId="0" sldId="261"/>
            <ac:spMk id="43" creationId="{21C8F3E5-F7B9-4C08-B476-86B0784029ED}"/>
          </ac:spMkLst>
        </pc:spChg>
        <pc:spChg chg="add del mod">
          <ac:chgData name="arnav8656tiwari@gmail.com" userId="cb05b7863545bd65" providerId="LiveId" clId="{AA975BF2-ED36-4CB6-84A0-D791355B4A07}" dt="2025-08-15T06:16:36.905" v="1882"/>
          <ac:spMkLst>
            <pc:docMk/>
            <pc:sldMk cId="0" sldId="261"/>
            <ac:spMk id="43" creationId="{261625B6-763E-4ABF-B95A-9F015B85E173}"/>
          </ac:spMkLst>
        </pc:spChg>
        <pc:spChg chg="add del">
          <ac:chgData name="arnav8656tiwari@gmail.com" userId="cb05b7863545bd65" providerId="LiveId" clId="{AA975BF2-ED36-4CB6-84A0-D791355B4A07}" dt="2025-08-15T06:16:56.599" v="1889"/>
          <ac:spMkLst>
            <pc:docMk/>
            <pc:sldMk cId="0" sldId="261"/>
            <ac:spMk id="44" creationId="{4CEFD054-E6BE-4202-B10B-2131363885AD}"/>
          </ac:spMkLst>
        </pc:spChg>
        <pc:spChg chg="add mod">
          <ac:chgData name="arnav8656tiwari@gmail.com" userId="cb05b7863545bd65" providerId="LiveId" clId="{AA975BF2-ED36-4CB6-84A0-D791355B4A07}" dt="2025-08-30T18:36:36.676" v="3387" actId="1076"/>
          <ac:spMkLst>
            <pc:docMk/>
            <pc:sldMk cId="0" sldId="261"/>
            <ac:spMk id="44" creationId="{976FC05C-FEAC-4F4C-89A9-AA4B5FDA7359}"/>
          </ac:spMkLst>
        </pc:spChg>
        <pc:spChg chg="mod">
          <ac:chgData name="arnav8656tiwari@gmail.com" userId="cb05b7863545bd65" providerId="LiveId" clId="{AA975BF2-ED36-4CB6-84A0-D791355B4A07}" dt="2025-08-30T18:38:53.474" v="3390" actId="1076"/>
          <ac:spMkLst>
            <pc:docMk/>
            <pc:sldMk cId="0" sldId="261"/>
            <ac:spMk id="45" creationId="{00000000-0000-0000-0000-000000000000}"/>
          </ac:spMkLst>
        </pc:spChg>
        <pc:spChg chg="add del">
          <ac:chgData name="arnav8656tiwari@gmail.com" userId="cb05b7863545bd65" providerId="LiveId" clId="{AA975BF2-ED36-4CB6-84A0-D791355B4A07}" dt="2025-08-15T06:17:04.674" v="1892"/>
          <ac:spMkLst>
            <pc:docMk/>
            <pc:sldMk cId="0" sldId="261"/>
            <ac:spMk id="46" creationId="{84EDF313-1751-403A-97A9-1A21C061E6B0}"/>
          </ac:spMkLst>
        </pc:spChg>
        <pc:spChg chg="mod">
          <ac:chgData name="arnav8656tiwari@gmail.com" userId="cb05b7863545bd65" providerId="LiveId" clId="{AA975BF2-ED36-4CB6-84A0-D791355B4A07}" dt="2025-08-30T18:36:52.262" v="3388"/>
          <ac:spMkLst>
            <pc:docMk/>
            <pc:sldMk cId="0" sldId="261"/>
            <ac:spMk id="46" creationId="{C219F804-8F0D-4158-B9D6-B695804AC488}"/>
          </ac:spMkLst>
        </pc:spChg>
        <pc:spChg chg="add mod">
          <ac:chgData name="arnav8656tiwari@gmail.com" userId="cb05b7863545bd65" providerId="LiveId" clId="{AA975BF2-ED36-4CB6-84A0-D791355B4A07}" dt="2025-08-31T15:31:31.911" v="3490" actId="113"/>
          <ac:spMkLst>
            <pc:docMk/>
            <pc:sldMk cId="0" sldId="261"/>
            <ac:spMk id="47" creationId="{1A79B292-ADA7-4EE7-B8BB-40565237C0E0}"/>
          </ac:spMkLst>
        </pc:spChg>
        <pc:spChg chg="mod">
          <ac:chgData name="arnav8656tiwari@gmail.com" userId="cb05b7863545bd65" providerId="LiveId" clId="{AA975BF2-ED36-4CB6-84A0-D791355B4A07}" dt="2025-08-26T19:42:33.753" v="2101" actId="571"/>
          <ac:spMkLst>
            <pc:docMk/>
            <pc:sldMk cId="0" sldId="261"/>
            <ac:spMk id="47" creationId="{87D7772A-4272-448D-A309-F1589D6E15F0}"/>
          </ac:spMkLst>
        </pc:spChg>
        <pc:spChg chg="mod">
          <ac:chgData name="arnav8656tiwari@gmail.com" userId="cb05b7863545bd65" providerId="LiveId" clId="{AA975BF2-ED36-4CB6-84A0-D791355B4A07}" dt="2025-08-26T19:42:33.753" v="2101" actId="571"/>
          <ac:spMkLst>
            <pc:docMk/>
            <pc:sldMk cId="0" sldId="261"/>
            <ac:spMk id="48" creationId="{D9296C27-8CE4-4720-92EE-D24D5B0BFD9F}"/>
          </ac:spMkLst>
        </pc:spChg>
        <pc:spChg chg="add mod">
          <ac:chgData name="arnav8656tiwari@gmail.com" userId="cb05b7863545bd65" providerId="LiveId" clId="{AA975BF2-ED36-4CB6-84A0-D791355B4A07}" dt="2025-08-31T15:46:53.636" v="3603"/>
          <ac:spMkLst>
            <pc:docMk/>
            <pc:sldMk cId="0" sldId="261"/>
            <ac:spMk id="48" creationId="{E952662D-79F4-4A80-A384-DDEEEDFC9E8D}"/>
          </ac:spMkLst>
        </pc:spChg>
        <pc:spChg chg="add mod">
          <ac:chgData name="arnav8656tiwari@gmail.com" userId="cb05b7863545bd65" providerId="LiveId" clId="{AA975BF2-ED36-4CB6-84A0-D791355B4A07}" dt="2025-08-31T15:46:53.636" v="3603"/>
          <ac:spMkLst>
            <pc:docMk/>
            <pc:sldMk cId="0" sldId="261"/>
            <ac:spMk id="49" creationId="{5F4ABACB-DB7B-4298-88E9-05665FC86B55}"/>
          </ac:spMkLst>
        </pc:spChg>
        <pc:spChg chg="add mod">
          <ac:chgData name="arnav8656tiwari@gmail.com" userId="cb05b7863545bd65" providerId="LiveId" clId="{AA975BF2-ED36-4CB6-84A0-D791355B4A07}" dt="2025-08-26T19:42:33.753" v="2101" actId="571"/>
          <ac:spMkLst>
            <pc:docMk/>
            <pc:sldMk cId="0" sldId="261"/>
            <ac:spMk id="50" creationId="{BE421EDD-913A-4750-B8A0-657B5C0C2E3B}"/>
          </ac:spMkLst>
        </pc:spChg>
        <pc:grpChg chg="add del mod">
          <ac:chgData name="arnav8656tiwari@gmail.com" userId="cb05b7863545bd65" providerId="LiveId" clId="{AA975BF2-ED36-4CB6-84A0-D791355B4A07}" dt="2025-08-26T19:46:12.758" v="2123" actId="478"/>
          <ac:grpSpMkLst>
            <pc:docMk/>
            <pc:sldMk cId="0" sldId="261"/>
            <ac:grpSpMk id="4" creationId="{00000000-0000-0000-0000-000000000000}"/>
          </ac:grpSpMkLst>
        </pc:grpChg>
        <pc:grpChg chg="mod">
          <ac:chgData name="arnav8656tiwari@gmail.com" userId="cb05b7863545bd65" providerId="LiveId" clId="{AA975BF2-ED36-4CB6-84A0-D791355B4A07}" dt="2025-08-30T18:36:36.676" v="3387" actId="1076"/>
          <ac:grpSpMkLst>
            <pc:docMk/>
            <pc:sldMk cId="0" sldId="261"/>
            <ac:grpSpMk id="9" creationId="{00000000-0000-0000-0000-000000000000}"/>
          </ac:grpSpMkLst>
        </pc:grpChg>
        <pc:grpChg chg="mod">
          <ac:chgData name="arnav8656tiwari@gmail.com" userId="cb05b7863545bd65" providerId="LiveId" clId="{AA975BF2-ED36-4CB6-84A0-D791355B4A07}" dt="2025-08-30T18:36:36.676" v="3387" actId="1076"/>
          <ac:grpSpMkLst>
            <pc:docMk/>
            <pc:sldMk cId="0" sldId="261"/>
            <ac:grpSpMk id="12" creationId="{00000000-0000-0000-0000-000000000000}"/>
          </ac:grpSpMkLst>
        </pc:grpChg>
        <pc:grpChg chg="mod">
          <ac:chgData name="arnav8656tiwari@gmail.com" userId="cb05b7863545bd65" providerId="LiveId" clId="{AA975BF2-ED36-4CB6-84A0-D791355B4A07}" dt="2025-08-30T18:36:36.676" v="3387" actId="1076"/>
          <ac:grpSpMkLst>
            <pc:docMk/>
            <pc:sldMk cId="0" sldId="261"/>
            <ac:grpSpMk id="15" creationId="{00000000-0000-0000-0000-000000000000}"/>
          </ac:grpSpMkLst>
        </pc:grpChg>
        <pc:grpChg chg="mod">
          <ac:chgData name="arnav8656tiwari@gmail.com" userId="cb05b7863545bd65" providerId="LiveId" clId="{AA975BF2-ED36-4CB6-84A0-D791355B4A07}" dt="2025-08-30T18:36:36.676" v="3387" actId="1076"/>
          <ac:grpSpMkLst>
            <pc:docMk/>
            <pc:sldMk cId="0" sldId="261"/>
            <ac:grpSpMk id="19" creationId="{00000000-0000-0000-0000-000000000000}"/>
          </ac:grpSpMkLst>
        </pc:grpChg>
        <pc:grpChg chg="mod">
          <ac:chgData name="arnav8656tiwari@gmail.com" userId="cb05b7863545bd65" providerId="LiveId" clId="{AA975BF2-ED36-4CB6-84A0-D791355B4A07}" dt="2025-08-26T19:42:42.816" v="2103" actId="1076"/>
          <ac:grpSpMkLst>
            <pc:docMk/>
            <pc:sldMk cId="0" sldId="261"/>
            <ac:grpSpMk id="24" creationId="{00000000-0000-0000-0000-000000000000}"/>
          </ac:grpSpMkLst>
        </pc:grpChg>
        <pc:grpChg chg="mod">
          <ac:chgData name="arnav8656tiwari@gmail.com" userId="cb05b7863545bd65" providerId="LiveId" clId="{AA975BF2-ED36-4CB6-84A0-D791355B4A07}" dt="2025-08-26T19:43:05.699" v="2106" actId="1076"/>
          <ac:grpSpMkLst>
            <pc:docMk/>
            <pc:sldMk cId="0" sldId="261"/>
            <ac:grpSpMk id="29" creationId="{00000000-0000-0000-0000-000000000000}"/>
          </ac:grpSpMkLst>
        </pc:grpChg>
        <pc:grpChg chg="mod">
          <ac:chgData name="arnav8656tiwari@gmail.com" userId="cb05b7863545bd65" providerId="LiveId" clId="{AA975BF2-ED36-4CB6-84A0-D791355B4A07}" dt="2025-08-26T19:42:59.192" v="2105" actId="1076"/>
          <ac:grpSpMkLst>
            <pc:docMk/>
            <pc:sldMk cId="0" sldId="261"/>
            <ac:grpSpMk id="34" creationId="{00000000-0000-0000-0000-000000000000}"/>
          </ac:grpSpMkLst>
        </pc:grpChg>
        <pc:grpChg chg="add mod">
          <ac:chgData name="arnav8656tiwari@gmail.com" userId="cb05b7863545bd65" providerId="LiveId" clId="{AA975BF2-ED36-4CB6-84A0-D791355B4A07}" dt="2025-08-30T18:48:54.091" v="3393" actId="14100"/>
          <ac:grpSpMkLst>
            <pc:docMk/>
            <pc:sldMk cId="0" sldId="261"/>
            <ac:grpSpMk id="40" creationId="{C9DA070F-EB21-46B3-8DBA-BDEC04F23910}"/>
          </ac:grpSpMkLst>
        </pc:grpChg>
        <pc:grpChg chg="add mod">
          <ac:chgData name="arnav8656tiwari@gmail.com" userId="cb05b7863545bd65" providerId="LiveId" clId="{AA975BF2-ED36-4CB6-84A0-D791355B4A07}" dt="2025-08-26T19:42:33.753" v="2101" actId="571"/>
          <ac:grpSpMkLst>
            <pc:docMk/>
            <pc:sldMk cId="0" sldId="261"/>
            <ac:grpSpMk id="46" creationId="{75CCFB3C-5C56-4E69-BA2B-7011E25D990C}"/>
          </ac:grpSpMkLst>
        </pc:grpChg>
        <pc:graphicFrameChg chg="add mod">
          <ac:chgData name="arnav8656tiwari@gmail.com" userId="cb05b7863545bd65" providerId="LiveId" clId="{AA975BF2-ED36-4CB6-84A0-D791355B4A07}" dt="2025-08-27T19:50:58.194" v="2346" actId="339"/>
          <ac:graphicFrameMkLst>
            <pc:docMk/>
            <pc:sldMk cId="0" sldId="261"/>
            <ac:graphicFrameMk id="42" creationId="{3869E6DB-5A95-4945-AA8A-FF1843B949D7}"/>
          </ac:graphicFrameMkLst>
        </pc:graphicFrameChg>
        <pc:picChg chg="del mod">
          <ac:chgData name="arnav8656tiwari@gmail.com" userId="cb05b7863545bd65" providerId="LiveId" clId="{AA975BF2-ED36-4CB6-84A0-D791355B4A07}" dt="2025-07-31T17:27:48.168" v="207" actId="478"/>
          <ac:picMkLst>
            <pc:docMk/>
            <pc:sldMk cId="0" sldId="261"/>
            <ac:picMk id="44" creationId="{00000000-0000-0000-0000-000000000000}"/>
          </ac:picMkLst>
        </pc:picChg>
        <pc:picChg chg="mod">
          <ac:chgData name="arnav8656tiwari@gmail.com" userId="cb05b7863545bd65" providerId="LiveId" clId="{AA975BF2-ED36-4CB6-84A0-D791355B4A07}" dt="2025-08-26T19:42:33.753" v="2101" actId="571"/>
          <ac:picMkLst>
            <pc:docMk/>
            <pc:sldMk cId="0" sldId="261"/>
            <ac:picMk id="49" creationId="{C2C104DC-40A9-4E5C-8644-5E2FEBD69973}"/>
          </ac:picMkLst>
        </pc:picChg>
      </pc:sldChg>
      <pc:sldChg chg="addSp delSp modSp mod">
        <pc:chgData name="arnav8656tiwari@gmail.com" userId="cb05b7863545bd65" providerId="LiveId" clId="{AA975BF2-ED36-4CB6-84A0-D791355B4A07}" dt="2025-08-31T15:46:45.549" v="3601"/>
        <pc:sldMkLst>
          <pc:docMk/>
          <pc:sldMk cId="0" sldId="262"/>
        </pc:sldMkLst>
        <pc:spChg chg="mod">
          <ac:chgData name="arnav8656tiwari@gmail.com" userId="cb05b7863545bd65" providerId="LiveId" clId="{AA975BF2-ED36-4CB6-84A0-D791355B4A07}" dt="2025-08-30T19:23:21.567" v="3416" actId="14100"/>
          <ac:spMkLst>
            <pc:docMk/>
            <pc:sldMk cId="0" sldId="262"/>
            <ac:spMk id="2" creationId="{00000000-0000-0000-0000-000000000000}"/>
          </ac:spMkLst>
        </pc:spChg>
        <pc:spChg chg="mod">
          <ac:chgData name="arnav8656tiwari@gmail.com" userId="cb05b7863545bd65" providerId="LiveId" clId="{AA975BF2-ED36-4CB6-84A0-D791355B4A07}" dt="2025-08-27T14:38:49.531" v="2129" actId="1076"/>
          <ac:spMkLst>
            <pc:docMk/>
            <pc:sldMk cId="0" sldId="262"/>
            <ac:spMk id="6" creationId="{00000000-0000-0000-0000-000000000000}"/>
          </ac:spMkLst>
        </pc:spChg>
        <pc:spChg chg="mod">
          <ac:chgData name="arnav8656tiwari@gmail.com" userId="cb05b7863545bd65" providerId="LiveId" clId="{AA975BF2-ED36-4CB6-84A0-D791355B4A07}" dt="2025-08-27T14:39:30.165" v="2135" actId="20577"/>
          <ac:spMkLst>
            <pc:docMk/>
            <pc:sldMk cId="0" sldId="262"/>
            <ac:spMk id="7" creationId="{00000000-0000-0000-0000-000000000000}"/>
          </ac:spMkLst>
        </pc:spChg>
        <pc:spChg chg="mod">
          <ac:chgData name="arnav8656tiwari@gmail.com" userId="cb05b7863545bd65" providerId="LiveId" clId="{AA975BF2-ED36-4CB6-84A0-D791355B4A07}" dt="2025-08-31T15:32:04.496" v="3493" actId="113"/>
          <ac:spMkLst>
            <pc:docMk/>
            <pc:sldMk cId="0" sldId="262"/>
            <ac:spMk id="9" creationId="{00000000-0000-0000-0000-000000000000}"/>
          </ac:spMkLst>
        </pc:spChg>
        <pc:spChg chg="mod">
          <ac:chgData name="arnav8656tiwari@gmail.com" userId="cb05b7863545bd65" providerId="LiveId" clId="{AA975BF2-ED36-4CB6-84A0-D791355B4A07}" dt="2025-08-31T15:32:04.496" v="3493" actId="113"/>
          <ac:spMkLst>
            <pc:docMk/>
            <pc:sldMk cId="0" sldId="262"/>
            <ac:spMk id="10" creationId="{00000000-0000-0000-0000-000000000000}"/>
          </ac:spMkLst>
        </pc:spChg>
        <pc:spChg chg="mod">
          <ac:chgData name="arnav8656tiwari@gmail.com" userId="cb05b7863545bd65" providerId="LiveId" clId="{AA975BF2-ED36-4CB6-84A0-D791355B4A07}" dt="2025-08-31T15:32:04.496" v="3493" actId="113"/>
          <ac:spMkLst>
            <pc:docMk/>
            <pc:sldMk cId="0" sldId="262"/>
            <ac:spMk id="11" creationId="{00000000-0000-0000-0000-000000000000}"/>
          </ac:spMkLst>
        </pc:spChg>
        <pc:spChg chg="mod">
          <ac:chgData name="arnav8656tiwari@gmail.com" userId="cb05b7863545bd65" providerId="LiveId" clId="{AA975BF2-ED36-4CB6-84A0-D791355B4A07}" dt="2025-08-31T15:32:04.496" v="3493" actId="113"/>
          <ac:spMkLst>
            <pc:docMk/>
            <pc:sldMk cId="0" sldId="262"/>
            <ac:spMk id="12" creationId="{00000000-0000-0000-0000-000000000000}"/>
          </ac:spMkLst>
        </pc:spChg>
        <pc:spChg chg="mod">
          <ac:chgData name="arnav8656tiwari@gmail.com" userId="cb05b7863545bd65" providerId="LiveId" clId="{AA975BF2-ED36-4CB6-84A0-D791355B4A07}" dt="2025-08-27T19:38:05.892" v="2149" actId="12"/>
          <ac:spMkLst>
            <pc:docMk/>
            <pc:sldMk cId="0" sldId="262"/>
            <ac:spMk id="17" creationId="{00000000-0000-0000-0000-000000000000}"/>
          </ac:spMkLst>
        </pc:spChg>
        <pc:spChg chg="del">
          <ac:chgData name="arnav8656tiwari@gmail.com" userId="cb05b7863545bd65" providerId="LiveId" clId="{AA975BF2-ED36-4CB6-84A0-D791355B4A07}" dt="2025-08-27T14:38:35.360" v="2128" actId="478"/>
          <ac:spMkLst>
            <pc:docMk/>
            <pc:sldMk cId="0" sldId="262"/>
            <ac:spMk id="18" creationId="{00000000-0000-0000-0000-000000000000}"/>
          </ac:spMkLst>
        </pc:spChg>
        <pc:spChg chg="add mod">
          <ac:chgData name="arnav8656tiwari@gmail.com" userId="cb05b7863545bd65" providerId="LiveId" clId="{AA975BF2-ED36-4CB6-84A0-D791355B4A07}" dt="2025-08-31T15:46:45.549" v="3601"/>
          <ac:spMkLst>
            <pc:docMk/>
            <pc:sldMk cId="0" sldId="262"/>
            <ac:spMk id="19" creationId="{77BD8A66-0782-4FC4-8858-D110F1C0A6D2}"/>
          </ac:spMkLst>
        </pc:spChg>
        <pc:spChg chg="add mod">
          <ac:chgData name="arnav8656tiwari@gmail.com" userId="cb05b7863545bd65" providerId="LiveId" clId="{AA975BF2-ED36-4CB6-84A0-D791355B4A07}" dt="2025-08-31T15:46:45.549" v="3601"/>
          <ac:spMkLst>
            <pc:docMk/>
            <pc:sldMk cId="0" sldId="262"/>
            <ac:spMk id="20" creationId="{79C72D4F-1F34-460F-954F-26BB379B2032}"/>
          </ac:spMkLst>
        </pc:spChg>
        <pc:spChg chg="del">
          <ac:chgData name="arnav8656tiwari@gmail.com" userId="cb05b7863545bd65" providerId="LiveId" clId="{AA975BF2-ED36-4CB6-84A0-D791355B4A07}" dt="2025-08-27T14:38:32.983" v="2127" actId="478"/>
          <ac:spMkLst>
            <pc:docMk/>
            <pc:sldMk cId="0" sldId="262"/>
            <ac:spMk id="23" creationId="{00000000-0000-0000-0000-000000000000}"/>
          </ac:spMkLst>
        </pc:spChg>
        <pc:spChg chg="del">
          <ac:chgData name="arnav8656tiwari@gmail.com" userId="cb05b7863545bd65" providerId="LiveId" clId="{AA975BF2-ED36-4CB6-84A0-D791355B4A07}" dt="2025-08-27T14:38:32.983" v="2127" actId="478"/>
          <ac:spMkLst>
            <pc:docMk/>
            <pc:sldMk cId="0" sldId="262"/>
            <ac:spMk id="28" creationId="{00000000-0000-0000-0000-000000000000}"/>
          </ac:spMkLst>
        </pc:spChg>
        <pc:spChg chg="del">
          <ac:chgData name="arnav8656tiwari@gmail.com" userId="cb05b7863545bd65" providerId="LiveId" clId="{AA975BF2-ED36-4CB6-84A0-D791355B4A07}" dt="2025-08-27T14:38:32.983" v="2127" actId="478"/>
          <ac:spMkLst>
            <pc:docMk/>
            <pc:sldMk cId="0" sldId="262"/>
            <ac:spMk id="33" creationId="{00000000-0000-0000-0000-000000000000}"/>
          </ac:spMkLst>
        </pc:spChg>
        <pc:spChg chg="del">
          <ac:chgData name="arnav8656tiwari@gmail.com" userId="cb05b7863545bd65" providerId="LiveId" clId="{AA975BF2-ED36-4CB6-84A0-D791355B4A07}" dt="2025-08-27T14:38:32.983" v="2127" actId="478"/>
          <ac:spMkLst>
            <pc:docMk/>
            <pc:sldMk cId="0" sldId="262"/>
            <ac:spMk id="38" creationId="{00000000-0000-0000-0000-000000000000}"/>
          </ac:spMkLst>
        </pc:spChg>
        <pc:spChg chg="del">
          <ac:chgData name="arnav8656tiwari@gmail.com" userId="cb05b7863545bd65" providerId="LiveId" clId="{AA975BF2-ED36-4CB6-84A0-D791355B4A07}" dt="2025-08-27T14:38:32.983" v="2127" actId="478"/>
          <ac:spMkLst>
            <pc:docMk/>
            <pc:sldMk cId="0" sldId="262"/>
            <ac:spMk id="43" creationId="{00000000-0000-0000-0000-000000000000}"/>
          </ac:spMkLst>
        </pc:spChg>
        <pc:grpChg chg="mod">
          <ac:chgData name="arnav8656tiwari@gmail.com" userId="cb05b7863545bd65" providerId="LiveId" clId="{AA975BF2-ED36-4CB6-84A0-D791355B4A07}" dt="2025-08-27T14:38:49.531" v="2129" actId="1076"/>
          <ac:grpSpMkLst>
            <pc:docMk/>
            <pc:sldMk cId="0" sldId="262"/>
            <ac:grpSpMk id="3" creationId="{00000000-0000-0000-0000-000000000000}"/>
          </ac:grpSpMkLst>
        </pc:grpChg>
        <pc:grpChg chg="mod">
          <ac:chgData name="arnav8656tiwari@gmail.com" userId="cb05b7863545bd65" providerId="LiveId" clId="{AA975BF2-ED36-4CB6-84A0-D791355B4A07}" dt="2025-08-27T14:39:05.529" v="2130" actId="1076"/>
          <ac:grpSpMkLst>
            <pc:docMk/>
            <pc:sldMk cId="0" sldId="262"/>
            <ac:grpSpMk id="8" creationId="{00000000-0000-0000-0000-000000000000}"/>
          </ac:grpSpMkLst>
        </pc:grpChg>
        <pc:grpChg chg="del">
          <ac:chgData name="arnav8656tiwari@gmail.com" userId="cb05b7863545bd65" providerId="LiveId" clId="{AA975BF2-ED36-4CB6-84A0-D791355B4A07}" dt="2025-08-27T14:38:32.983" v="2127" actId="478"/>
          <ac:grpSpMkLst>
            <pc:docMk/>
            <pc:sldMk cId="0" sldId="262"/>
            <ac:grpSpMk id="19" creationId="{00000000-0000-0000-0000-000000000000}"/>
          </ac:grpSpMkLst>
        </pc:grpChg>
        <pc:grpChg chg="del">
          <ac:chgData name="arnav8656tiwari@gmail.com" userId="cb05b7863545bd65" providerId="LiveId" clId="{AA975BF2-ED36-4CB6-84A0-D791355B4A07}" dt="2025-08-27T14:38:32.983" v="2127" actId="478"/>
          <ac:grpSpMkLst>
            <pc:docMk/>
            <pc:sldMk cId="0" sldId="262"/>
            <ac:grpSpMk id="24" creationId="{00000000-0000-0000-0000-000000000000}"/>
          </ac:grpSpMkLst>
        </pc:grpChg>
        <pc:grpChg chg="del">
          <ac:chgData name="arnav8656tiwari@gmail.com" userId="cb05b7863545bd65" providerId="LiveId" clId="{AA975BF2-ED36-4CB6-84A0-D791355B4A07}" dt="2025-08-27T14:38:32.983" v="2127" actId="478"/>
          <ac:grpSpMkLst>
            <pc:docMk/>
            <pc:sldMk cId="0" sldId="262"/>
            <ac:grpSpMk id="29" creationId="{00000000-0000-0000-0000-000000000000}"/>
          </ac:grpSpMkLst>
        </pc:grpChg>
        <pc:grpChg chg="del">
          <ac:chgData name="arnav8656tiwari@gmail.com" userId="cb05b7863545bd65" providerId="LiveId" clId="{AA975BF2-ED36-4CB6-84A0-D791355B4A07}" dt="2025-08-27T14:38:32.983" v="2127" actId="478"/>
          <ac:grpSpMkLst>
            <pc:docMk/>
            <pc:sldMk cId="0" sldId="262"/>
            <ac:grpSpMk id="34" creationId="{00000000-0000-0000-0000-000000000000}"/>
          </ac:grpSpMkLst>
        </pc:grpChg>
        <pc:grpChg chg="del">
          <ac:chgData name="arnav8656tiwari@gmail.com" userId="cb05b7863545bd65" providerId="LiveId" clId="{AA975BF2-ED36-4CB6-84A0-D791355B4A07}" dt="2025-07-31T17:28:54.840" v="211" actId="478"/>
          <ac:grpSpMkLst>
            <pc:docMk/>
            <pc:sldMk cId="0" sldId="262"/>
            <ac:grpSpMk id="39" creationId="{00000000-0000-0000-0000-000000000000}"/>
          </ac:grpSpMkLst>
        </pc:grpChg>
        <pc:graphicFrameChg chg="add mod">
          <ac:chgData name="arnav8656tiwari@gmail.com" userId="cb05b7863545bd65" providerId="LiveId" clId="{AA975BF2-ED36-4CB6-84A0-D791355B4A07}" dt="2025-07-31T19:16:29.854" v="956" actId="339"/>
          <ac:graphicFrameMkLst>
            <pc:docMk/>
            <pc:sldMk cId="0" sldId="262"/>
            <ac:graphicFrameMk id="44" creationId="{B0CB4341-9A37-480C-AA12-05BCD5B5D727}"/>
          </ac:graphicFrameMkLst>
        </pc:graphicFrameChg>
      </pc:sldChg>
      <pc:sldChg chg="addSp delSp modSp mod">
        <pc:chgData name="arnav8656tiwari@gmail.com" userId="cb05b7863545bd65" providerId="LiveId" clId="{AA975BF2-ED36-4CB6-84A0-D791355B4A07}" dt="2025-09-01T11:10:51.474" v="3816" actId="1076"/>
        <pc:sldMkLst>
          <pc:docMk/>
          <pc:sldMk cId="0" sldId="263"/>
        </pc:sldMkLst>
        <pc:spChg chg="mod">
          <ac:chgData name="arnav8656tiwari@gmail.com" userId="cb05b7863545bd65" providerId="LiveId" clId="{AA975BF2-ED36-4CB6-84A0-D791355B4A07}" dt="2025-08-30T19:23:34.924" v="3418" actId="1076"/>
          <ac:spMkLst>
            <pc:docMk/>
            <pc:sldMk cId="0" sldId="263"/>
            <ac:spMk id="2" creationId="{00000000-0000-0000-0000-000000000000}"/>
          </ac:spMkLst>
        </pc:spChg>
        <pc:spChg chg="del">
          <ac:chgData name="arnav8656tiwari@gmail.com" userId="cb05b7863545bd65" providerId="LiveId" clId="{AA975BF2-ED36-4CB6-84A0-D791355B4A07}" dt="2025-08-27T19:42:24.404" v="2196" actId="478"/>
          <ac:spMkLst>
            <pc:docMk/>
            <pc:sldMk cId="0" sldId="263"/>
            <ac:spMk id="6" creationId="{00000000-0000-0000-0000-000000000000}"/>
          </ac:spMkLst>
        </pc:spChg>
        <pc:spChg chg="add del">
          <ac:chgData name="arnav8656tiwari@gmail.com" userId="cb05b7863545bd65" providerId="LiveId" clId="{AA975BF2-ED36-4CB6-84A0-D791355B4A07}" dt="2025-09-01T11:02:52.618" v="3689"/>
          <ac:spMkLst>
            <pc:docMk/>
            <pc:sldMk cId="0" sldId="263"/>
            <ac:spMk id="6" creationId="{45944092-23F3-4593-A764-59C2BBA9116E}"/>
          </ac:spMkLst>
        </pc:spChg>
        <pc:spChg chg="mod">
          <ac:chgData name="arnav8656tiwari@gmail.com" userId="cb05b7863545bd65" providerId="LiveId" clId="{AA975BF2-ED36-4CB6-84A0-D791355B4A07}" dt="2025-09-01T11:10:24.893" v="3813" actId="1076"/>
          <ac:spMkLst>
            <pc:docMk/>
            <pc:sldMk cId="0" sldId="263"/>
            <ac:spMk id="7" creationId="{00000000-0000-0000-0000-000000000000}"/>
          </ac:spMkLst>
        </pc:spChg>
        <pc:spChg chg="mod ord">
          <ac:chgData name="arnav8656tiwari@gmail.com" userId="cb05b7863545bd65" providerId="LiveId" clId="{AA975BF2-ED36-4CB6-84A0-D791355B4A07}" dt="2025-09-01T11:10:24.893" v="3813" actId="1076"/>
          <ac:spMkLst>
            <pc:docMk/>
            <pc:sldMk cId="0" sldId="263"/>
            <ac:spMk id="8" creationId="{00000000-0000-0000-0000-000000000000}"/>
          </ac:spMkLst>
        </pc:spChg>
        <pc:spChg chg="mod">
          <ac:chgData name="arnav8656tiwari@gmail.com" userId="cb05b7863545bd65" providerId="LiveId" clId="{AA975BF2-ED36-4CB6-84A0-D791355B4A07}" dt="2025-08-31T15:32:20.188" v="3495" actId="113"/>
          <ac:spMkLst>
            <pc:docMk/>
            <pc:sldMk cId="0" sldId="263"/>
            <ac:spMk id="10" creationId="{00000000-0000-0000-0000-000000000000}"/>
          </ac:spMkLst>
        </pc:spChg>
        <pc:spChg chg="mod">
          <ac:chgData name="arnav8656tiwari@gmail.com" userId="cb05b7863545bd65" providerId="LiveId" clId="{AA975BF2-ED36-4CB6-84A0-D791355B4A07}" dt="2025-08-31T15:32:20.188" v="3495" actId="113"/>
          <ac:spMkLst>
            <pc:docMk/>
            <pc:sldMk cId="0" sldId="263"/>
            <ac:spMk id="11" creationId="{00000000-0000-0000-0000-000000000000}"/>
          </ac:spMkLst>
        </pc:spChg>
        <pc:spChg chg="del">
          <ac:chgData name="arnav8656tiwari@gmail.com" userId="cb05b7863545bd65" providerId="LiveId" clId="{AA975BF2-ED36-4CB6-84A0-D791355B4A07}" dt="2025-08-27T19:38:57.183" v="2156" actId="478"/>
          <ac:spMkLst>
            <pc:docMk/>
            <pc:sldMk cId="0" sldId="263"/>
            <ac:spMk id="12" creationId="{00000000-0000-0000-0000-000000000000}"/>
          </ac:spMkLst>
        </pc:spChg>
        <pc:spChg chg="add del">
          <ac:chgData name="arnav8656tiwari@gmail.com" userId="cb05b7863545bd65" providerId="LiveId" clId="{AA975BF2-ED36-4CB6-84A0-D791355B4A07}" dt="2025-09-01T11:02:58.476" v="3692"/>
          <ac:spMkLst>
            <pc:docMk/>
            <pc:sldMk cId="0" sldId="263"/>
            <ac:spMk id="12" creationId="{80B74BF2-383D-4DEC-9CC8-11364F615340}"/>
          </ac:spMkLst>
        </pc:spChg>
        <pc:spChg chg="mod">
          <ac:chgData name="arnav8656tiwari@gmail.com" userId="cb05b7863545bd65" providerId="LiveId" clId="{AA975BF2-ED36-4CB6-84A0-D791355B4A07}" dt="2025-09-01T11:10:51.474" v="3816" actId="1076"/>
          <ac:spMkLst>
            <pc:docMk/>
            <pc:sldMk cId="0" sldId="263"/>
            <ac:spMk id="13" creationId="{00000000-0000-0000-0000-000000000000}"/>
          </ac:spMkLst>
        </pc:spChg>
        <pc:spChg chg="mod">
          <ac:chgData name="arnav8656tiwari@gmail.com" userId="cb05b7863545bd65" providerId="LiveId" clId="{AA975BF2-ED36-4CB6-84A0-D791355B4A07}" dt="2025-09-01T11:10:51.474" v="3816" actId="1076"/>
          <ac:spMkLst>
            <pc:docMk/>
            <pc:sldMk cId="0" sldId="263"/>
            <ac:spMk id="14" creationId="{00000000-0000-0000-0000-000000000000}"/>
          </ac:spMkLst>
        </pc:spChg>
        <pc:spChg chg="add del">
          <ac:chgData name="arnav8656tiwari@gmail.com" userId="cb05b7863545bd65" providerId="LiveId" clId="{AA975BF2-ED36-4CB6-84A0-D791355B4A07}" dt="2025-09-01T11:03:08.080" v="3698"/>
          <ac:spMkLst>
            <pc:docMk/>
            <pc:sldMk cId="0" sldId="263"/>
            <ac:spMk id="18" creationId="{B73F2F2E-3890-4805-A6B3-9CDAAA667D23}"/>
          </ac:spMkLst>
        </pc:spChg>
        <pc:spChg chg="del">
          <ac:chgData name="arnav8656tiwari@gmail.com" userId="cb05b7863545bd65" providerId="LiveId" clId="{AA975BF2-ED36-4CB6-84A0-D791355B4A07}" dt="2025-08-27T19:41:10.291" v="2186" actId="478"/>
          <ac:spMkLst>
            <pc:docMk/>
            <pc:sldMk cId="0" sldId="263"/>
            <ac:spMk id="19" creationId="{00000000-0000-0000-0000-000000000000}"/>
          </ac:spMkLst>
        </pc:spChg>
        <pc:spChg chg="add del">
          <ac:chgData name="arnav8656tiwari@gmail.com" userId="cb05b7863545bd65" providerId="LiveId" clId="{AA975BF2-ED36-4CB6-84A0-D791355B4A07}" dt="2025-09-01T11:03:25.401" v="3706"/>
          <ac:spMkLst>
            <pc:docMk/>
            <pc:sldMk cId="0" sldId="263"/>
            <ac:spMk id="19" creationId="{3CE6276B-3F9F-4795-8A87-8BB80E4C0351}"/>
          </ac:spMkLst>
        </pc:spChg>
        <pc:spChg chg="add mod">
          <ac:chgData name="arnav8656tiwari@gmail.com" userId="cb05b7863545bd65" providerId="LiveId" clId="{AA975BF2-ED36-4CB6-84A0-D791355B4A07}" dt="2025-08-31T15:46:39.376" v="3600"/>
          <ac:spMkLst>
            <pc:docMk/>
            <pc:sldMk cId="0" sldId="263"/>
            <ac:spMk id="20" creationId="{3A7BB66F-A09E-4988-A1F1-CF405C40F16B}"/>
          </ac:spMkLst>
        </pc:spChg>
        <pc:spChg chg="del">
          <ac:chgData name="arnav8656tiwari@gmail.com" userId="cb05b7863545bd65" providerId="LiveId" clId="{AA975BF2-ED36-4CB6-84A0-D791355B4A07}" dt="2025-08-27T19:41:29.196" v="2190" actId="478"/>
          <ac:spMkLst>
            <pc:docMk/>
            <pc:sldMk cId="0" sldId="263"/>
            <ac:spMk id="21" creationId="{00000000-0000-0000-0000-000000000000}"/>
          </ac:spMkLst>
        </pc:spChg>
        <pc:spChg chg="add del mod">
          <ac:chgData name="arnav8656tiwari@gmail.com" userId="cb05b7863545bd65" providerId="LiveId" clId="{AA975BF2-ED36-4CB6-84A0-D791355B4A07}" dt="2025-09-01T10:54:56.553" v="3679" actId="478"/>
          <ac:spMkLst>
            <pc:docMk/>
            <pc:sldMk cId="0" sldId="263"/>
            <ac:spMk id="21" creationId="{A2101B82-A575-46BC-80D2-BCC91ACB0F18}"/>
          </ac:spMkLst>
        </pc:spChg>
        <pc:spChg chg="add del mod">
          <ac:chgData name="arnav8656tiwari@gmail.com" userId="cb05b7863545bd65" providerId="LiveId" clId="{AA975BF2-ED36-4CB6-84A0-D791355B4A07}" dt="2025-09-01T11:06:44.217" v="3783"/>
          <ac:spMkLst>
            <pc:docMk/>
            <pc:sldMk cId="0" sldId="263"/>
            <ac:spMk id="22" creationId="{AFEA5675-F030-491E-ADE0-0DB1E2A48C6D}"/>
          </ac:spMkLst>
        </pc:spChg>
        <pc:spChg chg="del">
          <ac:chgData name="arnav8656tiwari@gmail.com" userId="cb05b7863545bd65" providerId="LiveId" clId="{AA975BF2-ED36-4CB6-84A0-D791355B4A07}" dt="2025-08-27T19:41:13.053" v="2187" actId="478"/>
          <ac:spMkLst>
            <pc:docMk/>
            <pc:sldMk cId="0" sldId="263"/>
            <ac:spMk id="23" creationId="{00000000-0000-0000-0000-000000000000}"/>
          </ac:spMkLst>
        </pc:spChg>
        <pc:spChg chg="add del mod">
          <ac:chgData name="arnav8656tiwari@gmail.com" userId="cb05b7863545bd65" providerId="LiveId" clId="{AA975BF2-ED36-4CB6-84A0-D791355B4A07}" dt="2025-09-01T11:09:30.575" v="3805" actId="1076"/>
          <ac:spMkLst>
            <pc:docMk/>
            <pc:sldMk cId="0" sldId="263"/>
            <ac:spMk id="24" creationId="{00000000-0000-0000-0000-000000000000}"/>
          </ac:spMkLst>
        </pc:spChg>
        <pc:spChg chg="add del mod">
          <ac:chgData name="arnav8656tiwari@gmail.com" userId="cb05b7863545bd65" providerId="LiveId" clId="{AA975BF2-ED36-4CB6-84A0-D791355B4A07}" dt="2025-09-01T11:06:50.123" v="3785" actId="478"/>
          <ac:spMkLst>
            <pc:docMk/>
            <pc:sldMk cId="0" sldId="263"/>
            <ac:spMk id="25" creationId="{00000000-0000-0000-0000-000000000000}"/>
          </ac:spMkLst>
        </pc:spChg>
        <pc:spChg chg="del">
          <ac:chgData name="arnav8656tiwari@gmail.com" userId="cb05b7863545bd65" providerId="LiveId" clId="{AA975BF2-ED36-4CB6-84A0-D791355B4A07}" dt="2025-08-27T19:41:31.193" v="2191" actId="478"/>
          <ac:spMkLst>
            <pc:docMk/>
            <pc:sldMk cId="0" sldId="263"/>
            <ac:spMk id="26" creationId="{00000000-0000-0000-0000-000000000000}"/>
          </ac:spMkLst>
        </pc:spChg>
        <pc:spChg chg="add mod">
          <ac:chgData name="arnav8656tiwari@gmail.com" userId="cb05b7863545bd65" providerId="LiveId" clId="{AA975BF2-ED36-4CB6-84A0-D791355B4A07}" dt="2025-09-01T11:03:12.377" v="3702"/>
          <ac:spMkLst>
            <pc:docMk/>
            <pc:sldMk cId="0" sldId="263"/>
            <ac:spMk id="26" creationId="{BA711305-E0D6-4B58-9B02-15EB865EC3F6}"/>
          </ac:spMkLst>
        </pc:spChg>
        <pc:spChg chg="del mod">
          <ac:chgData name="arnav8656tiwari@gmail.com" userId="cb05b7863545bd65" providerId="LiveId" clId="{AA975BF2-ED36-4CB6-84A0-D791355B4A07}" dt="2025-08-27T19:40:51.160" v="2179"/>
          <ac:spMkLst>
            <pc:docMk/>
            <pc:sldMk cId="0" sldId="263"/>
            <ac:spMk id="27" creationId="{00000000-0000-0000-0000-000000000000}"/>
          </ac:spMkLst>
        </pc:spChg>
        <pc:spChg chg="add mod">
          <ac:chgData name="arnav8656tiwari@gmail.com" userId="cb05b7863545bd65" providerId="LiveId" clId="{AA975BF2-ED36-4CB6-84A0-D791355B4A07}" dt="2025-09-01T11:09:30.575" v="3805" actId="1076"/>
          <ac:spMkLst>
            <pc:docMk/>
            <pc:sldMk cId="0" sldId="263"/>
            <ac:spMk id="27" creationId="{98C8E86C-A259-462A-8B2F-355D5C2AB9EF}"/>
          </ac:spMkLst>
        </pc:spChg>
        <pc:spChg chg="del">
          <ac:chgData name="arnav8656tiwari@gmail.com" userId="cb05b7863545bd65" providerId="LiveId" clId="{AA975BF2-ED36-4CB6-84A0-D791355B4A07}" dt="2025-08-27T19:41:06.677" v="2185" actId="478"/>
          <ac:spMkLst>
            <pc:docMk/>
            <pc:sldMk cId="0" sldId="263"/>
            <ac:spMk id="37" creationId="{48EEC97C-5F0D-4648-AC98-8905A93A2323}"/>
          </ac:spMkLst>
        </pc:spChg>
        <pc:grpChg chg="mod">
          <ac:chgData name="arnav8656tiwari@gmail.com" userId="cb05b7863545bd65" providerId="LiveId" clId="{AA975BF2-ED36-4CB6-84A0-D791355B4A07}" dt="2025-09-01T11:10:24.893" v="3813" actId="1076"/>
          <ac:grpSpMkLst>
            <pc:docMk/>
            <pc:sldMk cId="0" sldId="263"/>
            <ac:grpSpMk id="3" creationId="{00000000-0000-0000-0000-000000000000}"/>
          </ac:grpSpMkLst>
        </pc:grpChg>
        <pc:grpChg chg="mod ord">
          <ac:chgData name="arnav8656tiwari@gmail.com" userId="cb05b7863545bd65" providerId="LiveId" clId="{AA975BF2-ED36-4CB6-84A0-D791355B4A07}" dt="2025-09-01T11:10:51.474" v="3816" actId="1076"/>
          <ac:grpSpMkLst>
            <pc:docMk/>
            <pc:sldMk cId="0" sldId="263"/>
            <ac:grpSpMk id="9" creationId="{00000000-0000-0000-0000-000000000000}"/>
          </ac:grpSpMkLst>
        </pc:grpChg>
        <pc:grpChg chg="add del mod ord">
          <ac:chgData name="arnav8656tiwari@gmail.com" userId="cb05b7863545bd65" providerId="LiveId" clId="{AA975BF2-ED36-4CB6-84A0-D791355B4A07}" dt="2025-09-01T11:09:30.575" v="3805" actId="1076"/>
          <ac:grpSpMkLst>
            <pc:docMk/>
            <pc:sldMk cId="0" sldId="263"/>
            <ac:grpSpMk id="15" creationId="{00000000-0000-0000-0000-000000000000}"/>
          </ac:grpSpMkLst>
        </pc:grpChg>
        <pc:grpChg chg="del">
          <ac:chgData name="arnav8656tiwari@gmail.com" userId="cb05b7863545bd65" providerId="LiveId" clId="{AA975BF2-ED36-4CB6-84A0-D791355B4A07}" dt="2025-07-31T17:49:22.955" v="302" actId="478"/>
          <ac:grpSpMkLst>
            <pc:docMk/>
            <pc:sldMk cId="0" sldId="263"/>
            <ac:grpSpMk id="28" creationId="{00000000-0000-0000-0000-000000000000}"/>
          </ac:grpSpMkLst>
        </pc:grpChg>
        <pc:graphicFrameChg chg="add mod">
          <ac:chgData name="arnav8656tiwari@gmail.com" userId="cb05b7863545bd65" providerId="LiveId" clId="{AA975BF2-ED36-4CB6-84A0-D791355B4A07}" dt="2025-08-27T19:48:29.813" v="2325" actId="14861"/>
          <ac:graphicFrameMkLst>
            <pc:docMk/>
            <pc:sldMk cId="0" sldId="263"/>
            <ac:graphicFrameMk id="33" creationId="{726C444C-DB51-4216-90F7-7E29468A5193}"/>
          </ac:graphicFrameMkLst>
        </pc:graphicFrameChg>
        <pc:picChg chg="del">
          <ac:chgData name="arnav8656tiwari@gmail.com" userId="cb05b7863545bd65" providerId="LiveId" clId="{AA975BF2-ED36-4CB6-84A0-D791355B4A07}" dt="2025-08-27T19:40:58.229" v="2183" actId="478"/>
          <ac:picMkLst>
            <pc:docMk/>
            <pc:sldMk cId="0" sldId="263"/>
            <ac:picMk id="18" creationId="{00000000-0000-0000-0000-000000000000}"/>
          </ac:picMkLst>
        </pc:picChg>
        <pc:picChg chg="del">
          <ac:chgData name="arnav8656tiwari@gmail.com" userId="cb05b7863545bd65" providerId="LiveId" clId="{AA975BF2-ED36-4CB6-84A0-D791355B4A07}" dt="2025-08-27T19:40:56.300" v="2182" actId="478"/>
          <ac:picMkLst>
            <pc:docMk/>
            <pc:sldMk cId="0" sldId="263"/>
            <ac:picMk id="20" creationId="{00000000-0000-0000-0000-000000000000}"/>
          </ac:picMkLst>
        </pc:picChg>
        <pc:picChg chg="del">
          <ac:chgData name="arnav8656tiwari@gmail.com" userId="cb05b7863545bd65" providerId="LiveId" clId="{AA975BF2-ED36-4CB6-84A0-D791355B4A07}" dt="2025-08-27T19:40:51.156" v="2177" actId="478"/>
          <ac:picMkLst>
            <pc:docMk/>
            <pc:sldMk cId="0" sldId="263"/>
            <ac:picMk id="22" creationId="{00000000-0000-0000-0000-000000000000}"/>
          </ac:picMkLst>
        </pc:picChg>
      </pc:sldChg>
      <pc:sldChg chg="addSp delSp modSp mod">
        <pc:chgData name="arnav8656tiwari@gmail.com" userId="cb05b7863545bd65" providerId="LiveId" clId="{AA975BF2-ED36-4CB6-84A0-D791355B4A07}" dt="2025-08-31T15:46:20.430" v="3599" actId="167"/>
        <pc:sldMkLst>
          <pc:docMk/>
          <pc:sldMk cId="0" sldId="264"/>
        </pc:sldMkLst>
        <pc:spChg chg="mod">
          <ac:chgData name="arnav8656tiwari@gmail.com" userId="cb05b7863545bd65" providerId="LiveId" clId="{AA975BF2-ED36-4CB6-84A0-D791355B4A07}" dt="2025-08-31T15:33:47.587" v="3509" actId="14100"/>
          <ac:spMkLst>
            <pc:docMk/>
            <pc:sldMk cId="0" sldId="264"/>
            <ac:spMk id="2" creationId="{00000000-0000-0000-0000-000000000000}"/>
          </ac:spMkLst>
        </pc:spChg>
        <pc:spChg chg="del">
          <ac:chgData name="arnav8656tiwari@gmail.com" userId="cb05b7863545bd65" providerId="LiveId" clId="{AA975BF2-ED36-4CB6-84A0-D791355B4A07}" dt="2025-08-15T06:23:33.312" v="1919" actId="478"/>
          <ac:spMkLst>
            <pc:docMk/>
            <pc:sldMk cId="0" sldId="264"/>
            <ac:spMk id="4" creationId="{00000000-0000-0000-0000-000000000000}"/>
          </ac:spMkLst>
        </pc:spChg>
        <pc:spChg chg="add mod">
          <ac:chgData name="arnav8656tiwari@gmail.com" userId="cb05b7863545bd65" providerId="LiveId" clId="{AA975BF2-ED36-4CB6-84A0-D791355B4A07}" dt="2025-08-28T06:23:09.669" v="2458" actId="1076"/>
          <ac:spMkLst>
            <pc:docMk/>
            <pc:sldMk cId="0" sldId="264"/>
            <ac:spMk id="4" creationId="{C4B2A33F-E55E-42CC-A58B-8507D464FA43}"/>
          </ac:spMkLst>
        </pc:spChg>
        <pc:spChg chg="del">
          <ac:chgData name="arnav8656tiwari@gmail.com" userId="cb05b7863545bd65" providerId="LiveId" clId="{AA975BF2-ED36-4CB6-84A0-D791355B4A07}" dt="2025-08-15T06:23:34.316" v="1920" actId="478"/>
          <ac:spMkLst>
            <pc:docMk/>
            <pc:sldMk cId="0" sldId="264"/>
            <ac:spMk id="5" creationId="{00000000-0000-0000-0000-000000000000}"/>
          </ac:spMkLst>
        </pc:spChg>
        <pc:spChg chg="add mod ord">
          <ac:chgData name="arnav8656tiwari@gmail.com" userId="cb05b7863545bd65" providerId="LiveId" clId="{AA975BF2-ED36-4CB6-84A0-D791355B4A07}" dt="2025-08-30T19:27:54.991" v="3448" actId="207"/>
          <ac:spMkLst>
            <pc:docMk/>
            <pc:sldMk cId="0" sldId="264"/>
            <ac:spMk id="5" creationId="{3B068BE0-4EB3-4482-A500-8D48CD77DBD1}"/>
          </ac:spMkLst>
        </pc:spChg>
        <pc:spChg chg="del">
          <ac:chgData name="arnav8656tiwari@gmail.com" userId="cb05b7863545bd65" providerId="LiveId" clId="{AA975BF2-ED36-4CB6-84A0-D791355B4A07}" dt="2025-08-15T06:23:32.157" v="1918" actId="478"/>
          <ac:spMkLst>
            <pc:docMk/>
            <pc:sldMk cId="0" sldId="264"/>
            <ac:spMk id="6" creationId="{00000000-0000-0000-0000-000000000000}"/>
          </ac:spMkLst>
        </pc:spChg>
        <pc:spChg chg="del">
          <ac:chgData name="arnav8656tiwari@gmail.com" userId="cb05b7863545bd65" providerId="LiveId" clId="{AA975BF2-ED36-4CB6-84A0-D791355B4A07}" dt="2025-08-15T06:23:35.975" v="1922" actId="478"/>
          <ac:spMkLst>
            <pc:docMk/>
            <pc:sldMk cId="0" sldId="264"/>
            <ac:spMk id="7" creationId="{00000000-0000-0000-0000-000000000000}"/>
          </ac:spMkLst>
        </pc:spChg>
        <pc:spChg chg="del">
          <ac:chgData name="arnav8656tiwari@gmail.com" userId="cb05b7863545bd65" providerId="LiveId" clId="{AA975BF2-ED36-4CB6-84A0-D791355B4A07}" dt="2025-08-15T06:23:31.191" v="1917" actId="478"/>
          <ac:spMkLst>
            <pc:docMk/>
            <pc:sldMk cId="0" sldId="264"/>
            <ac:spMk id="8" creationId="{00000000-0000-0000-0000-000000000000}"/>
          </ac:spMkLst>
        </pc:spChg>
        <pc:spChg chg="del">
          <ac:chgData name="arnav8656tiwari@gmail.com" userId="cb05b7863545bd65" providerId="LiveId" clId="{AA975BF2-ED36-4CB6-84A0-D791355B4A07}" dt="2025-08-15T06:23:35.178" v="1921" actId="478"/>
          <ac:spMkLst>
            <pc:docMk/>
            <pc:sldMk cId="0" sldId="264"/>
            <ac:spMk id="9" creationId="{00000000-0000-0000-0000-000000000000}"/>
          </ac:spMkLst>
        </pc:spChg>
        <pc:spChg chg="del">
          <ac:chgData name="arnav8656tiwari@gmail.com" userId="cb05b7863545bd65" providerId="LiveId" clId="{AA975BF2-ED36-4CB6-84A0-D791355B4A07}" dt="2025-08-15T06:23:36.986" v="1923" actId="478"/>
          <ac:spMkLst>
            <pc:docMk/>
            <pc:sldMk cId="0" sldId="264"/>
            <ac:spMk id="10" creationId="{00000000-0000-0000-0000-000000000000}"/>
          </ac:spMkLst>
        </pc:spChg>
        <pc:spChg chg="mod">
          <ac:chgData name="arnav8656tiwari@gmail.com" userId="cb05b7863545bd65" providerId="LiveId" clId="{AA975BF2-ED36-4CB6-84A0-D791355B4A07}" dt="2025-08-31T15:32:50.815" v="3498" actId="207"/>
          <ac:spMkLst>
            <pc:docMk/>
            <pc:sldMk cId="0" sldId="264"/>
            <ac:spMk id="11" creationId="{00000000-0000-0000-0000-000000000000}"/>
          </ac:spMkLst>
        </pc:spChg>
        <pc:spChg chg="mod">
          <ac:chgData name="arnav8656tiwari@gmail.com" userId="cb05b7863545bd65" providerId="LiveId" clId="{AA975BF2-ED36-4CB6-84A0-D791355B4A07}" dt="2025-08-28T06:23:17.827" v="2459" actId="1076"/>
          <ac:spMkLst>
            <pc:docMk/>
            <pc:sldMk cId="0" sldId="264"/>
            <ac:spMk id="12" creationId="{00000000-0000-0000-0000-000000000000}"/>
          </ac:spMkLst>
        </pc:spChg>
        <pc:spChg chg="mod">
          <ac:chgData name="arnav8656tiwari@gmail.com" userId="cb05b7863545bd65" providerId="LiveId" clId="{AA975BF2-ED36-4CB6-84A0-D791355B4A07}" dt="2025-07-31T18:29:00.497" v="591" actId="1076"/>
          <ac:spMkLst>
            <pc:docMk/>
            <pc:sldMk cId="0" sldId="264"/>
            <ac:spMk id="15" creationId="{00000000-0000-0000-0000-000000000000}"/>
          </ac:spMkLst>
        </pc:spChg>
        <pc:spChg chg="mod">
          <ac:chgData name="arnav8656tiwari@gmail.com" userId="cb05b7863545bd65" providerId="LiveId" clId="{AA975BF2-ED36-4CB6-84A0-D791355B4A07}" dt="2025-08-30T19:31:13.673" v="3486" actId="14100"/>
          <ac:spMkLst>
            <pc:docMk/>
            <pc:sldMk cId="0" sldId="264"/>
            <ac:spMk id="16" creationId="{00000000-0000-0000-0000-000000000000}"/>
          </ac:spMkLst>
        </pc:spChg>
        <pc:spChg chg="mod">
          <ac:chgData name="arnav8656tiwari@gmail.com" userId="cb05b7863545bd65" providerId="LiveId" clId="{AA975BF2-ED36-4CB6-84A0-D791355B4A07}" dt="2025-08-30T19:31:18.047" v="3489" actId="14100"/>
          <ac:spMkLst>
            <pc:docMk/>
            <pc:sldMk cId="0" sldId="264"/>
            <ac:spMk id="17" creationId="{00000000-0000-0000-0000-000000000000}"/>
          </ac:spMkLst>
        </pc:spChg>
        <pc:spChg chg="mod">
          <ac:chgData name="arnav8656tiwari@gmail.com" userId="cb05b7863545bd65" providerId="LiveId" clId="{AA975BF2-ED36-4CB6-84A0-D791355B4A07}" dt="2025-08-30T19:31:10.085" v="3483" actId="14100"/>
          <ac:spMkLst>
            <pc:docMk/>
            <pc:sldMk cId="0" sldId="264"/>
            <ac:spMk id="18" creationId="{00000000-0000-0000-0000-000000000000}"/>
          </ac:spMkLst>
        </pc:spChg>
        <pc:spChg chg="mod">
          <ac:chgData name="arnav8656tiwari@gmail.com" userId="cb05b7863545bd65" providerId="LiveId" clId="{AA975BF2-ED36-4CB6-84A0-D791355B4A07}" dt="2025-08-30T19:29:21.209" v="3459" actId="1076"/>
          <ac:spMkLst>
            <pc:docMk/>
            <pc:sldMk cId="0" sldId="264"/>
            <ac:spMk id="19" creationId="{00000000-0000-0000-0000-000000000000}"/>
          </ac:spMkLst>
        </pc:spChg>
        <pc:spChg chg="mod">
          <ac:chgData name="arnav8656tiwari@gmail.com" userId="cb05b7863545bd65" providerId="LiveId" clId="{AA975BF2-ED36-4CB6-84A0-D791355B4A07}" dt="2025-08-30T19:29:21.209" v="3459" actId="1076"/>
          <ac:spMkLst>
            <pc:docMk/>
            <pc:sldMk cId="0" sldId="264"/>
            <ac:spMk id="20" creationId="{00000000-0000-0000-0000-000000000000}"/>
          </ac:spMkLst>
        </pc:spChg>
        <pc:spChg chg="mod">
          <ac:chgData name="arnav8656tiwari@gmail.com" userId="cb05b7863545bd65" providerId="LiveId" clId="{AA975BF2-ED36-4CB6-84A0-D791355B4A07}" dt="2025-08-30T19:29:21.209" v="3459" actId="1076"/>
          <ac:spMkLst>
            <pc:docMk/>
            <pc:sldMk cId="0" sldId="264"/>
            <ac:spMk id="21" creationId="{00000000-0000-0000-0000-000000000000}"/>
          </ac:spMkLst>
        </pc:spChg>
        <pc:spChg chg="mod">
          <ac:chgData name="arnav8656tiwari@gmail.com" userId="cb05b7863545bd65" providerId="LiveId" clId="{AA975BF2-ED36-4CB6-84A0-D791355B4A07}" dt="2025-08-30T19:29:21.209" v="3459" actId="1076"/>
          <ac:spMkLst>
            <pc:docMk/>
            <pc:sldMk cId="0" sldId="264"/>
            <ac:spMk id="22" creationId="{00000000-0000-0000-0000-000000000000}"/>
          </ac:spMkLst>
        </pc:spChg>
        <pc:spChg chg="mod">
          <ac:chgData name="arnav8656tiwari@gmail.com" userId="cb05b7863545bd65" providerId="LiveId" clId="{AA975BF2-ED36-4CB6-84A0-D791355B4A07}" dt="2025-08-30T19:30:59.576" v="3480" actId="14100"/>
          <ac:spMkLst>
            <pc:docMk/>
            <pc:sldMk cId="0" sldId="264"/>
            <ac:spMk id="23" creationId="{00000000-0000-0000-0000-000000000000}"/>
          </ac:spMkLst>
        </pc:spChg>
        <pc:spChg chg="mod">
          <ac:chgData name="arnav8656tiwari@gmail.com" userId="cb05b7863545bd65" providerId="LiveId" clId="{AA975BF2-ED36-4CB6-84A0-D791355B4A07}" dt="2025-08-30T19:30:54.506" v="3477" actId="14100"/>
          <ac:spMkLst>
            <pc:docMk/>
            <pc:sldMk cId="0" sldId="264"/>
            <ac:spMk id="24" creationId="{00000000-0000-0000-0000-000000000000}"/>
          </ac:spMkLst>
        </pc:spChg>
        <pc:spChg chg="mod">
          <ac:chgData name="arnav8656tiwari@gmail.com" userId="cb05b7863545bd65" providerId="LiveId" clId="{AA975BF2-ED36-4CB6-84A0-D791355B4A07}" dt="2025-08-30T19:30:48.134" v="3474" actId="14100"/>
          <ac:spMkLst>
            <pc:docMk/>
            <pc:sldMk cId="0" sldId="264"/>
            <ac:spMk id="25" creationId="{00000000-0000-0000-0000-000000000000}"/>
          </ac:spMkLst>
        </pc:spChg>
        <pc:spChg chg="mod">
          <ac:chgData name="arnav8656tiwari@gmail.com" userId="cb05b7863545bd65" providerId="LiveId" clId="{AA975BF2-ED36-4CB6-84A0-D791355B4A07}" dt="2025-08-30T19:29:12.642" v="3458" actId="1076"/>
          <ac:spMkLst>
            <pc:docMk/>
            <pc:sldMk cId="0" sldId="264"/>
            <ac:spMk id="26" creationId="{00000000-0000-0000-0000-000000000000}"/>
          </ac:spMkLst>
        </pc:spChg>
        <pc:spChg chg="mod">
          <ac:chgData name="arnav8656tiwari@gmail.com" userId="cb05b7863545bd65" providerId="LiveId" clId="{AA975BF2-ED36-4CB6-84A0-D791355B4A07}" dt="2025-08-30T19:29:12.642" v="3458" actId="1076"/>
          <ac:spMkLst>
            <pc:docMk/>
            <pc:sldMk cId="0" sldId="264"/>
            <ac:spMk id="27" creationId="{00000000-0000-0000-0000-000000000000}"/>
          </ac:spMkLst>
        </pc:spChg>
        <pc:spChg chg="mod">
          <ac:chgData name="arnav8656tiwari@gmail.com" userId="cb05b7863545bd65" providerId="LiveId" clId="{AA975BF2-ED36-4CB6-84A0-D791355B4A07}" dt="2025-08-30T19:29:12.642" v="3458" actId="1076"/>
          <ac:spMkLst>
            <pc:docMk/>
            <pc:sldMk cId="0" sldId="264"/>
            <ac:spMk id="28" creationId="{00000000-0000-0000-0000-000000000000}"/>
          </ac:spMkLst>
        </pc:spChg>
        <pc:spChg chg="mod">
          <ac:chgData name="arnav8656tiwari@gmail.com" userId="cb05b7863545bd65" providerId="LiveId" clId="{AA975BF2-ED36-4CB6-84A0-D791355B4A07}" dt="2025-08-30T19:29:47.635" v="3461" actId="1076"/>
          <ac:spMkLst>
            <pc:docMk/>
            <pc:sldMk cId="0" sldId="264"/>
            <ac:spMk id="29" creationId="{00000000-0000-0000-0000-000000000000}"/>
          </ac:spMkLst>
        </pc:spChg>
        <pc:spChg chg="del">
          <ac:chgData name="arnav8656tiwari@gmail.com" userId="cb05b7863545bd65" providerId="LiveId" clId="{AA975BF2-ED36-4CB6-84A0-D791355B4A07}" dt="2025-08-28T06:18:56.718" v="2443" actId="478"/>
          <ac:spMkLst>
            <pc:docMk/>
            <pc:sldMk cId="0" sldId="264"/>
            <ac:spMk id="30" creationId="{00000000-0000-0000-0000-000000000000}"/>
          </ac:spMkLst>
        </pc:spChg>
        <pc:spChg chg="add del mod">
          <ac:chgData name="arnav8656tiwari@gmail.com" userId="cb05b7863545bd65" providerId="LiveId" clId="{AA975BF2-ED36-4CB6-84A0-D791355B4A07}" dt="2025-08-31T15:36:56.278" v="3544" actId="21"/>
          <ac:spMkLst>
            <pc:docMk/>
            <pc:sldMk cId="0" sldId="264"/>
            <ac:spMk id="30" creationId="{C40FE220-7978-4FD9-8BDB-7418C046EBA6}"/>
          </ac:spMkLst>
        </pc:spChg>
        <pc:spChg chg="add mod ord">
          <ac:chgData name="arnav8656tiwari@gmail.com" userId="cb05b7863545bd65" providerId="LiveId" clId="{AA975BF2-ED36-4CB6-84A0-D791355B4A07}" dt="2025-08-31T15:45:43.400" v="3590" actId="167"/>
          <ac:spMkLst>
            <pc:docMk/>
            <pc:sldMk cId="0" sldId="264"/>
            <ac:spMk id="31" creationId="{648158CB-B33E-4407-B127-4566B78627E3}"/>
          </ac:spMkLst>
        </pc:spChg>
        <pc:spChg chg="del">
          <ac:chgData name="arnav8656tiwari@gmail.com" userId="cb05b7863545bd65" providerId="LiveId" clId="{AA975BF2-ED36-4CB6-84A0-D791355B4A07}" dt="2025-08-28T06:18:56.718" v="2443" actId="478"/>
          <ac:spMkLst>
            <pc:docMk/>
            <pc:sldMk cId="0" sldId="264"/>
            <ac:spMk id="32" creationId="{00000000-0000-0000-0000-000000000000}"/>
          </ac:spMkLst>
        </pc:spChg>
        <pc:spChg chg="add mod ord">
          <ac:chgData name="arnav8656tiwari@gmail.com" userId="cb05b7863545bd65" providerId="LiveId" clId="{AA975BF2-ED36-4CB6-84A0-D791355B4A07}" dt="2025-08-31T15:46:20.430" v="3599" actId="167"/>
          <ac:spMkLst>
            <pc:docMk/>
            <pc:sldMk cId="0" sldId="264"/>
            <ac:spMk id="32" creationId="{0F40F190-02C0-4420-8468-9102EF151DCF}"/>
          </ac:spMkLst>
        </pc:spChg>
        <pc:grpChg chg="del mod">
          <ac:chgData name="arnav8656tiwari@gmail.com" userId="cb05b7863545bd65" providerId="LiveId" clId="{AA975BF2-ED36-4CB6-84A0-D791355B4A07}" dt="2025-07-31T18:29:08.823" v="592" actId="478"/>
          <ac:grpSpMkLst>
            <pc:docMk/>
            <pc:sldMk cId="0" sldId="264"/>
            <ac:grpSpMk id="13" creationId="{00000000-0000-0000-0000-000000000000}"/>
          </ac:grpSpMkLst>
        </pc:grpChg>
        <pc:graphicFrameChg chg="del">
          <ac:chgData name="arnav8656tiwari@gmail.com" userId="cb05b7863545bd65" providerId="LiveId" clId="{AA975BF2-ED36-4CB6-84A0-D791355B4A07}" dt="2025-08-28T06:18:56.718" v="2443" actId="478"/>
          <ac:graphicFrameMkLst>
            <pc:docMk/>
            <pc:sldMk cId="0" sldId="264"/>
            <ac:graphicFrameMk id="31" creationId="{00000000-0000-0000-0000-000000000000}"/>
          </ac:graphicFrameMkLst>
        </pc:graphicFrameChg>
        <pc:graphicFrameChg chg="add mod">
          <ac:chgData name="arnav8656tiwari@gmail.com" userId="cb05b7863545bd65" providerId="LiveId" clId="{AA975BF2-ED36-4CB6-84A0-D791355B4A07}" dt="2025-08-28T06:21:43.867" v="2446" actId="1076"/>
          <ac:graphicFrameMkLst>
            <pc:docMk/>
            <pc:sldMk cId="0" sldId="264"/>
            <ac:graphicFrameMk id="35" creationId="{A95EC078-0FD7-4EFA-9F16-1C30C676C2ED}"/>
          </ac:graphicFrameMkLst>
        </pc:graphicFrameChg>
      </pc:sldChg>
      <pc:sldChg chg="addSp delSp modSp mod">
        <pc:chgData name="arnav8656tiwari@gmail.com" userId="cb05b7863545bd65" providerId="LiveId" clId="{AA975BF2-ED36-4CB6-84A0-D791355B4A07}" dt="2025-09-01T11:18:39.099" v="3837" actId="1076"/>
        <pc:sldMkLst>
          <pc:docMk/>
          <pc:sldMk cId="0" sldId="265"/>
        </pc:sldMkLst>
        <pc:spChg chg="mod">
          <ac:chgData name="arnav8656tiwari@gmail.com" userId="cb05b7863545bd65" providerId="LiveId" clId="{AA975BF2-ED36-4CB6-84A0-D791355B4A07}" dt="2025-08-31T15:35:37.941" v="3527" actId="1076"/>
          <ac:spMkLst>
            <pc:docMk/>
            <pc:sldMk cId="0" sldId="265"/>
            <ac:spMk id="2" creationId="{00000000-0000-0000-0000-000000000000}"/>
          </ac:spMkLst>
        </pc:spChg>
        <pc:spChg chg="add del mod ord">
          <ac:chgData name="arnav8656tiwari@gmail.com" userId="cb05b7863545bd65" providerId="LiveId" clId="{AA975BF2-ED36-4CB6-84A0-D791355B4A07}" dt="2025-08-31T15:37:02.015" v="3545" actId="478"/>
          <ac:spMkLst>
            <pc:docMk/>
            <pc:sldMk cId="0" sldId="265"/>
            <ac:spMk id="3" creationId="{B26419BC-62B7-41E6-BC06-8A940A2E66D6}"/>
          </ac:spMkLst>
        </pc:spChg>
        <pc:spChg chg="add del mod">
          <ac:chgData name="arnav8656tiwari@gmail.com" userId="cb05b7863545bd65" providerId="LiveId" clId="{AA975BF2-ED36-4CB6-84A0-D791355B4A07}" dt="2025-09-01T11:18:13.908" v="3832"/>
          <ac:spMkLst>
            <pc:docMk/>
            <pc:sldMk cId="0" sldId="265"/>
            <ac:spMk id="3" creationId="{B47B3DB0-678C-4660-944A-BD68088087DB}"/>
          </ac:spMkLst>
        </pc:spChg>
        <pc:spChg chg="mod">
          <ac:chgData name="arnav8656tiwari@gmail.com" userId="cb05b7863545bd65" providerId="LiveId" clId="{AA975BF2-ED36-4CB6-84A0-D791355B4A07}" dt="2025-08-31T15:35:37.941" v="3527" actId="1076"/>
          <ac:spMkLst>
            <pc:docMk/>
            <pc:sldMk cId="0" sldId="265"/>
            <ac:spMk id="4" creationId="{00000000-0000-0000-0000-000000000000}"/>
          </ac:spMkLst>
        </pc:spChg>
        <pc:spChg chg="mod">
          <ac:chgData name="arnav8656tiwari@gmail.com" userId="cb05b7863545bd65" providerId="LiveId" clId="{AA975BF2-ED36-4CB6-84A0-D791355B4A07}" dt="2025-09-01T11:12:32.063" v="3822" actId="1076"/>
          <ac:spMkLst>
            <pc:docMk/>
            <pc:sldMk cId="0" sldId="265"/>
            <ac:spMk id="5" creationId="{00000000-0000-0000-0000-000000000000}"/>
          </ac:spMkLst>
        </pc:spChg>
        <pc:spChg chg="add del">
          <ac:chgData name="arnav8656tiwari@gmail.com" userId="cb05b7863545bd65" providerId="LiveId" clId="{AA975BF2-ED36-4CB6-84A0-D791355B4A07}" dt="2025-08-31T15:39:27.376" v="3563" actId="11529"/>
          <ac:spMkLst>
            <pc:docMk/>
            <pc:sldMk cId="0" sldId="265"/>
            <ac:spMk id="6" creationId="{82C8441F-F059-40AB-B02C-28801CF8943C}"/>
          </ac:spMkLst>
        </pc:spChg>
        <pc:spChg chg="mod">
          <ac:chgData name="arnav8656tiwari@gmail.com" userId="cb05b7863545bd65" providerId="LiveId" clId="{AA975BF2-ED36-4CB6-84A0-D791355B4A07}" dt="2025-09-01T11:12:28.557" v="3821" actId="1076"/>
          <ac:spMkLst>
            <pc:docMk/>
            <pc:sldMk cId="0" sldId="265"/>
            <ac:spMk id="7" creationId="{00000000-0000-0000-0000-000000000000}"/>
          </ac:spMkLst>
        </pc:spChg>
        <pc:spChg chg="mod">
          <ac:chgData name="arnav8656tiwari@gmail.com" userId="cb05b7863545bd65" providerId="LiveId" clId="{AA975BF2-ED36-4CB6-84A0-D791355B4A07}" dt="2025-09-01T11:18:39.099" v="3837" actId="1076"/>
          <ac:spMkLst>
            <pc:docMk/>
            <pc:sldMk cId="0" sldId="265"/>
            <ac:spMk id="11" creationId="{00000000-0000-0000-0000-000000000000}"/>
          </ac:spMkLst>
        </pc:spChg>
        <pc:spChg chg="add mod ord">
          <ac:chgData name="arnav8656tiwari@gmail.com" userId="cb05b7863545bd65" providerId="LiveId" clId="{AA975BF2-ED36-4CB6-84A0-D791355B4A07}" dt="2025-08-31T15:38:18.525" v="3557" actId="1076"/>
          <ac:spMkLst>
            <pc:docMk/>
            <pc:sldMk cId="0" sldId="265"/>
            <ac:spMk id="12" creationId="{1837FDA2-5D66-4A3F-B14B-4F5BB235DD73}"/>
          </ac:spMkLst>
        </pc:spChg>
        <pc:spChg chg="mod">
          <ac:chgData name="arnav8656tiwari@gmail.com" userId="cb05b7863545bd65" providerId="LiveId" clId="{AA975BF2-ED36-4CB6-84A0-D791355B4A07}" dt="2025-09-01T11:18:39.099" v="3837" actId="1076"/>
          <ac:spMkLst>
            <pc:docMk/>
            <pc:sldMk cId="0" sldId="265"/>
            <ac:spMk id="13" creationId="{00000000-0000-0000-0000-000000000000}"/>
          </ac:spMkLst>
        </pc:spChg>
        <pc:spChg chg="add mod ord">
          <ac:chgData name="arnav8656tiwari@gmail.com" userId="cb05b7863545bd65" providerId="LiveId" clId="{AA975BF2-ED36-4CB6-84A0-D791355B4A07}" dt="2025-08-31T15:45:18.635" v="3587" actId="167"/>
          <ac:spMkLst>
            <pc:docMk/>
            <pc:sldMk cId="0" sldId="265"/>
            <ac:spMk id="14" creationId="{C4CAA17B-DA8D-48DC-94FC-0B57973E72FD}"/>
          </ac:spMkLst>
        </pc:spChg>
        <pc:spChg chg="mod">
          <ac:chgData name="arnav8656tiwari@gmail.com" userId="cb05b7863545bd65" providerId="LiveId" clId="{AA975BF2-ED36-4CB6-84A0-D791355B4A07}" dt="2025-08-31T15:38:37.928" v="3560" actId="1076"/>
          <ac:spMkLst>
            <pc:docMk/>
            <pc:sldMk cId="0" sldId="265"/>
            <ac:spMk id="16" creationId="{00000000-0000-0000-0000-000000000000}"/>
          </ac:spMkLst>
        </pc:spChg>
        <pc:spChg chg="del topLvl">
          <ac:chgData name="arnav8656tiwari@gmail.com" userId="cb05b7863545bd65" providerId="LiveId" clId="{AA975BF2-ED36-4CB6-84A0-D791355B4A07}" dt="2025-07-31T18:37:08.010" v="593" actId="478"/>
          <ac:spMkLst>
            <pc:docMk/>
            <pc:sldMk cId="0" sldId="265"/>
            <ac:spMk id="19" creationId="{00000000-0000-0000-0000-000000000000}"/>
          </ac:spMkLst>
        </pc:spChg>
        <pc:spChg chg="del mod">
          <ac:chgData name="arnav8656tiwari@gmail.com" userId="cb05b7863545bd65" providerId="LiveId" clId="{AA975BF2-ED36-4CB6-84A0-D791355B4A07}" dt="2025-08-28T06:28:42.956" v="2473" actId="478"/>
          <ac:spMkLst>
            <pc:docMk/>
            <pc:sldMk cId="0" sldId="265"/>
            <ac:spMk id="20" creationId="{00000000-0000-0000-0000-000000000000}"/>
          </ac:spMkLst>
        </pc:spChg>
        <pc:spChg chg="del mod">
          <ac:chgData name="arnav8656tiwari@gmail.com" userId="cb05b7863545bd65" providerId="LiveId" clId="{AA975BF2-ED36-4CB6-84A0-D791355B4A07}" dt="2025-08-28T06:28:42.956" v="2473" actId="478"/>
          <ac:spMkLst>
            <pc:docMk/>
            <pc:sldMk cId="0" sldId="265"/>
            <ac:spMk id="24" creationId="{00000000-0000-0000-0000-000000000000}"/>
          </ac:spMkLst>
        </pc:spChg>
        <pc:spChg chg="del mod">
          <ac:chgData name="arnav8656tiwari@gmail.com" userId="cb05b7863545bd65" providerId="LiveId" clId="{AA975BF2-ED36-4CB6-84A0-D791355B4A07}" dt="2025-08-28T06:28:42.956" v="2473" actId="478"/>
          <ac:spMkLst>
            <pc:docMk/>
            <pc:sldMk cId="0" sldId="265"/>
            <ac:spMk id="28" creationId="{00000000-0000-0000-0000-000000000000}"/>
          </ac:spMkLst>
        </pc:spChg>
        <pc:spChg chg="add mod ord">
          <ac:chgData name="arnav8656tiwari@gmail.com" userId="cb05b7863545bd65" providerId="LiveId" clId="{AA975BF2-ED36-4CB6-84A0-D791355B4A07}" dt="2025-08-31T15:45:35.575" v="3588" actId="1035"/>
          <ac:spMkLst>
            <pc:docMk/>
            <pc:sldMk cId="0" sldId="265"/>
            <ac:spMk id="30" creationId="{A91E77D3-226F-48F2-8CE9-70929C26616D}"/>
          </ac:spMkLst>
        </pc:spChg>
        <pc:spChg chg="del mod">
          <ac:chgData name="arnav8656tiwari@gmail.com" userId="cb05b7863545bd65" providerId="LiveId" clId="{AA975BF2-ED36-4CB6-84A0-D791355B4A07}" dt="2025-08-28T06:28:42.956" v="2473" actId="478"/>
          <ac:spMkLst>
            <pc:docMk/>
            <pc:sldMk cId="0" sldId="265"/>
            <ac:spMk id="32" creationId="{00000000-0000-0000-0000-000000000000}"/>
          </ac:spMkLst>
        </pc:spChg>
        <pc:spChg chg="del mod">
          <ac:chgData name="arnav8656tiwari@gmail.com" userId="cb05b7863545bd65" providerId="LiveId" clId="{AA975BF2-ED36-4CB6-84A0-D791355B4A07}" dt="2025-08-28T06:28:42.956" v="2473" actId="478"/>
          <ac:spMkLst>
            <pc:docMk/>
            <pc:sldMk cId="0" sldId="265"/>
            <ac:spMk id="36" creationId="{00000000-0000-0000-0000-000000000000}"/>
          </ac:spMkLst>
        </pc:spChg>
        <pc:spChg chg="del mod">
          <ac:chgData name="arnav8656tiwari@gmail.com" userId="cb05b7863545bd65" providerId="LiveId" clId="{AA975BF2-ED36-4CB6-84A0-D791355B4A07}" dt="2025-08-28T06:28:42.956" v="2473" actId="478"/>
          <ac:spMkLst>
            <pc:docMk/>
            <pc:sldMk cId="0" sldId="265"/>
            <ac:spMk id="52" creationId="{00000000-0000-0000-0000-000000000000}"/>
          </ac:spMkLst>
        </pc:spChg>
        <pc:spChg chg="del mod">
          <ac:chgData name="arnav8656tiwari@gmail.com" userId="cb05b7863545bd65" providerId="LiveId" clId="{AA975BF2-ED36-4CB6-84A0-D791355B4A07}" dt="2025-08-28T06:28:42.956" v="2473" actId="478"/>
          <ac:spMkLst>
            <pc:docMk/>
            <pc:sldMk cId="0" sldId="265"/>
            <ac:spMk id="53" creationId="{00000000-0000-0000-0000-000000000000}"/>
          </ac:spMkLst>
        </pc:spChg>
        <pc:spChg chg="del mod">
          <ac:chgData name="arnav8656tiwari@gmail.com" userId="cb05b7863545bd65" providerId="LiveId" clId="{AA975BF2-ED36-4CB6-84A0-D791355B4A07}" dt="2025-08-28T06:28:42.956" v="2473" actId="478"/>
          <ac:spMkLst>
            <pc:docMk/>
            <pc:sldMk cId="0" sldId="265"/>
            <ac:spMk id="54" creationId="{00000000-0000-0000-0000-000000000000}"/>
          </ac:spMkLst>
        </pc:spChg>
        <pc:spChg chg="mod">
          <ac:chgData name="arnav8656tiwari@gmail.com" userId="cb05b7863545bd65" providerId="LiveId" clId="{AA975BF2-ED36-4CB6-84A0-D791355B4A07}" dt="2025-08-28T06:28:53.716" v="2475" actId="1076"/>
          <ac:spMkLst>
            <pc:docMk/>
            <pc:sldMk cId="0" sldId="265"/>
            <ac:spMk id="56" creationId="{00000000-0000-0000-0000-000000000000}"/>
          </ac:spMkLst>
        </pc:spChg>
        <pc:grpChg chg="del">
          <ac:chgData name="arnav8656tiwari@gmail.com" userId="cb05b7863545bd65" providerId="LiveId" clId="{AA975BF2-ED36-4CB6-84A0-D791355B4A07}" dt="2025-07-31T18:37:08.010" v="593" actId="478"/>
          <ac:grpSpMkLst>
            <pc:docMk/>
            <pc:sldMk cId="0" sldId="265"/>
            <ac:grpSpMk id="17" creationId="{00000000-0000-0000-0000-000000000000}"/>
          </ac:grpSpMkLst>
        </pc:grpChg>
        <pc:grpChg chg="del mod">
          <ac:chgData name="arnav8656tiwari@gmail.com" userId="cb05b7863545bd65" providerId="LiveId" clId="{AA975BF2-ED36-4CB6-84A0-D791355B4A07}" dt="2025-08-28T06:28:42.956" v="2473" actId="478"/>
          <ac:grpSpMkLst>
            <pc:docMk/>
            <pc:sldMk cId="0" sldId="265"/>
            <ac:grpSpMk id="21" creationId="{00000000-0000-0000-0000-000000000000}"/>
          </ac:grpSpMkLst>
        </pc:grpChg>
        <pc:grpChg chg="del mod">
          <ac:chgData name="arnav8656tiwari@gmail.com" userId="cb05b7863545bd65" providerId="LiveId" clId="{AA975BF2-ED36-4CB6-84A0-D791355B4A07}" dt="2025-08-28T06:28:42.956" v="2473" actId="478"/>
          <ac:grpSpMkLst>
            <pc:docMk/>
            <pc:sldMk cId="0" sldId="265"/>
            <ac:grpSpMk id="25" creationId="{00000000-0000-0000-0000-000000000000}"/>
          </ac:grpSpMkLst>
        </pc:grpChg>
        <pc:grpChg chg="del mod">
          <ac:chgData name="arnav8656tiwari@gmail.com" userId="cb05b7863545bd65" providerId="LiveId" clId="{AA975BF2-ED36-4CB6-84A0-D791355B4A07}" dt="2025-08-28T06:28:42.956" v="2473" actId="478"/>
          <ac:grpSpMkLst>
            <pc:docMk/>
            <pc:sldMk cId="0" sldId="265"/>
            <ac:grpSpMk id="29" creationId="{00000000-0000-0000-0000-000000000000}"/>
          </ac:grpSpMkLst>
        </pc:grpChg>
        <pc:grpChg chg="del mod">
          <ac:chgData name="arnav8656tiwari@gmail.com" userId="cb05b7863545bd65" providerId="LiveId" clId="{AA975BF2-ED36-4CB6-84A0-D791355B4A07}" dt="2025-08-28T06:28:42.956" v="2473" actId="478"/>
          <ac:grpSpMkLst>
            <pc:docMk/>
            <pc:sldMk cId="0" sldId="265"/>
            <ac:grpSpMk id="33" creationId="{00000000-0000-0000-0000-000000000000}"/>
          </ac:grpSpMkLst>
        </pc:grpChg>
        <pc:grpChg chg="del mod">
          <ac:chgData name="arnav8656tiwari@gmail.com" userId="cb05b7863545bd65" providerId="LiveId" clId="{AA975BF2-ED36-4CB6-84A0-D791355B4A07}" dt="2025-08-28T06:28:42.956" v="2473" actId="478"/>
          <ac:grpSpMkLst>
            <pc:docMk/>
            <pc:sldMk cId="0" sldId="265"/>
            <ac:grpSpMk id="37" creationId="{00000000-0000-0000-0000-000000000000}"/>
          </ac:grpSpMkLst>
        </pc:grpChg>
        <pc:grpChg chg="del mod">
          <ac:chgData name="arnav8656tiwari@gmail.com" userId="cb05b7863545bd65" providerId="LiveId" clId="{AA975BF2-ED36-4CB6-84A0-D791355B4A07}" dt="2025-08-28T06:28:42.956" v="2473" actId="478"/>
          <ac:grpSpMkLst>
            <pc:docMk/>
            <pc:sldMk cId="0" sldId="265"/>
            <ac:grpSpMk id="42" creationId="{00000000-0000-0000-0000-000000000000}"/>
          </ac:grpSpMkLst>
        </pc:grpChg>
        <pc:grpChg chg="del mod">
          <ac:chgData name="arnav8656tiwari@gmail.com" userId="cb05b7863545bd65" providerId="LiveId" clId="{AA975BF2-ED36-4CB6-84A0-D791355B4A07}" dt="2025-08-28T06:28:42.956" v="2473" actId="478"/>
          <ac:grpSpMkLst>
            <pc:docMk/>
            <pc:sldMk cId="0" sldId="265"/>
            <ac:grpSpMk id="47" creationId="{00000000-0000-0000-0000-000000000000}"/>
          </ac:grpSpMkLst>
        </pc:grpChg>
        <pc:graphicFrameChg chg="add mod">
          <ac:chgData name="arnav8656tiwari@gmail.com" userId="cb05b7863545bd65" providerId="LiveId" clId="{AA975BF2-ED36-4CB6-84A0-D791355B4A07}" dt="2025-08-31T15:38:37.928" v="3560" actId="1076"/>
          <ac:graphicFrameMkLst>
            <pc:docMk/>
            <pc:sldMk cId="0" sldId="265"/>
            <ac:graphicFrameMk id="55" creationId="{2765AAA5-83C8-4CE9-9C57-5C7C31F07F8C}"/>
          </ac:graphicFrameMkLst>
        </pc:graphicFrameChg>
        <pc:picChg chg="del topLvl">
          <ac:chgData name="arnav8656tiwari@gmail.com" userId="cb05b7863545bd65" providerId="LiveId" clId="{AA975BF2-ED36-4CB6-84A0-D791355B4A07}" dt="2025-07-31T18:37:09.069" v="594" actId="478"/>
          <ac:picMkLst>
            <pc:docMk/>
            <pc:sldMk cId="0" sldId="265"/>
            <ac:picMk id="18" creationId="{00000000-0000-0000-0000-000000000000}"/>
          </ac:picMkLst>
        </pc:picChg>
        <pc:cxnChg chg="add del mod">
          <ac:chgData name="arnav8656tiwari@gmail.com" userId="cb05b7863545bd65" providerId="LiveId" clId="{AA975BF2-ED36-4CB6-84A0-D791355B4A07}" dt="2025-08-31T15:43:25.369" v="3574" actId="478"/>
          <ac:cxnSpMkLst>
            <pc:docMk/>
            <pc:sldMk cId="0" sldId="265"/>
            <ac:cxnSpMk id="9" creationId="{142AA2A1-6E1F-438F-BECD-19555ABEF1DD}"/>
          </ac:cxnSpMkLst>
        </pc:cxnChg>
        <pc:cxnChg chg="add mod">
          <ac:chgData name="arnav8656tiwari@gmail.com" userId="cb05b7863545bd65" providerId="LiveId" clId="{AA975BF2-ED36-4CB6-84A0-D791355B4A07}" dt="2025-08-31T15:44:10.741" v="3579" actId="14100"/>
          <ac:cxnSpMkLst>
            <pc:docMk/>
            <pc:sldMk cId="0" sldId="265"/>
            <ac:cxnSpMk id="23" creationId="{89645172-C84A-433A-A51A-AD91D54045D5}"/>
          </ac:cxnSpMkLst>
        </pc:cxnChg>
      </pc:sldChg>
      <pc:sldChg chg="addSp delSp modSp mod">
        <pc:chgData name="arnav8656tiwari@gmail.com" userId="cb05b7863545bd65" providerId="LiveId" clId="{AA975BF2-ED36-4CB6-84A0-D791355B4A07}" dt="2025-09-01T10:56:34.193" v="3684" actId="5793"/>
        <pc:sldMkLst>
          <pc:docMk/>
          <pc:sldMk cId="0" sldId="266"/>
        </pc:sldMkLst>
        <pc:spChg chg="mod">
          <ac:chgData name="arnav8656tiwari@gmail.com" userId="cb05b7863545bd65" providerId="LiveId" clId="{AA975BF2-ED36-4CB6-84A0-D791355B4A07}" dt="2025-09-01T10:45:31.593" v="3622" actId="14100"/>
          <ac:spMkLst>
            <pc:docMk/>
            <pc:sldMk cId="0" sldId="266"/>
            <ac:spMk id="2" creationId="{00000000-0000-0000-0000-000000000000}"/>
          </ac:spMkLst>
        </pc:spChg>
        <pc:spChg chg="add del mod">
          <ac:chgData name="arnav8656tiwari@gmail.com" userId="cb05b7863545bd65" providerId="LiveId" clId="{AA975BF2-ED36-4CB6-84A0-D791355B4A07}" dt="2025-09-01T10:50:03.898" v="3665" actId="478"/>
          <ac:spMkLst>
            <pc:docMk/>
            <pc:sldMk cId="0" sldId="266"/>
            <ac:spMk id="3" creationId="{5EE08DCC-886B-42A1-9F47-44C6C5FD20E0}"/>
          </ac:spMkLst>
        </pc:spChg>
        <pc:spChg chg="mod">
          <ac:chgData name="arnav8656tiwari@gmail.com" userId="cb05b7863545bd65" providerId="LiveId" clId="{AA975BF2-ED36-4CB6-84A0-D791355B4A07}" dt="2025-09-01T10:45:35.664" v="3623" actId="1076"/>
          <ac:spMkLst>
            <pc:docMk/>
            <pc:sldMk cId="0" sldId="266"/>
            <ac:spMk id="4" creationId="{00000000-0000-0000-0000-000000000000}"/>
          </ac:spMkLst>
        </pc:spChg>
        <pc:spChg chg="del">
          <ac:chgData name="arnav8656tiwari@gmail.com" userId="cb05b7863545bd65" providerId="LiveId" clId="{AA975BF2-ED36-4CB6-84A0-D791355B4A07}" dt="2025-08-28T06:14:04.737" v="2412" actId="478"/>
          <ac:spMkLst>
            <pc:docMk/>
            <pc:sldMk cId="0" sldId="266"/>
            <ac:spMk id="5" creationId="{00000000-0000-0000-0000-000000000000}"/>
          </ac:spMkLst>
        </pc:spChg>
        <pc:spChg chg="add del">
          <ac:chgData name="arnav8656tiwari@gmail.com" userId="cb05b7863545bd65" providerId="LiveId" clId="{AA975BF2-ED36-4CB6-84A0-D791355B4A07}" dt="2025-09-01T10:48:24.963" v="3646"/>
          <ac:spMkLst>
            <pc:docMk/>
            <pc:sldMk cId="0" sldId="266"/>
            <ac:spMk id="5" creationId="{D4CBDD89-5697-40C7-A62D-4250AE4E30F5}"/>
          </ac:spMkLst>
        </pc:spChg>
        <pc:spChg chg="del">
          <ac:chgData name="arnav8656tiwari@gmail.com" userId="cb05b7863545bd65" providerId="LiveId" clId="{AA975BF2-ED36-4CB6-84A0-D791355B4A07}" dt="2025-09-01T10:44:38.099" v="3614" actId="478"/>
          <ac:spMkLst>
            <pc:docMk/>
            <pc:sldMk cId="0" sldId="266"/>
            <ac:spMk id="7" creationId="{00000000-0000-0000-0000-000000000000}"/>
          </ac:spMkLst>
        </pc:spChg>
        <pc:spChg chg="del">
          <ac:chgData name="arnav8656tiwari@gmail.com" userId="cb05b7863545bd65" providerId="LiveId" clId="{AA975BF2-ED36-4CB6-84A0-D791355B4A07}" dt="2025-09-01T10:44:38.099" v="3614" actId="478"/>
          <ac:spMkLst>
            <pc:docMk/>
            <pc:sldMk cId="0" sldId="266"/>
            <ac:spMk id="12" creationId="{00000000-0000-0000-0000-000000000000}"/>
          </ac:spMkLst>
        </pc:spChg>
        <pc:spChg chg="mod">
          <ac:chgData name="arnav8656tiwari@gmail.com" userId="cb05b7863545bd65" providerId="LiveId" clId="{AA975BF2-ED36-4CB6-84A0-D791355B4A07}" dt="2025-09-01T10:49:41.698" v="3660" actId="1076"/>
          <ac:spMkLst>
            <pc:docMk/>
            <pc:sldMk cId="0" sldId="266"/>
            <ac:spMk id="13" creationId="{00000000-0000-0000-0000-000000000000}"/>
          </ac:spMkLst>
        </pc:spChg>
        <pc:spChg chg="mod">
          <ac:chgData name="arnav8656tiwari@gmail.com" userId="cb05b7863545bd65" providerId="LiveId" clId="{AA975BF2-ED36-4CB6-84A0-D791355B4A07}" dt="2025-09-01T10:49:47.867" v="3661" actId="1076"/>
          <ac:spMkLst>
            <pc:docMk/>
            <pc:sldMk cId="0" sldId="266"/>
            <ac:spMk id="14" creationId="{00000000-0000-0000-0000-000000000000}"/>
          </ac:spMkLst>
        </pc:spChg>
        <pc:spChg chg="mod">
          <ac:chgData name="arnav8656tiwari@gmail.com" userId="cb05b7863545bd65" providerId="LiveId" clId="{AA975BF2-ED36-4CB6-84A0-D791355B4A07}" dt="2025-09-01T10:50:01.361" v="3664" actId="1076"/>
          <ac:spMkLst>
            <pc:docMk/>
            <pc:sldMk cId="0" sldId="266"/>
            <ac:spMk id="15" creationId="{00000000-0000-0000-0000-000000000000}"/>
          </ac:spMkLst>
        </pc:spChg>
        <pc:spChg chg="add mod">
          <ac:chgData name="arnav8656tiwari@gmail.com" userId="cb05b7863545bd65" providerId="LiveId" clId="{AA975BF2-ED36-4CB6-84A0-D791355B4A07}" dt="2025-09-01T10:51:54.990" v="3675" actId="339"/>
          <ac:spMkLst>
            <pc:docMk/>
            <pc:sldMk cId="0" sldId="266"/>
            <ac:spMk id="16" creationId="{0A0DC050-2D21-4558-8A07-5CA3C695F6ED}"/>
          </ac:spMkLst>
        </pc:spChg>
        <pc:spChg chg="mod">
          <ac:chgData name="arnav8656tiwari@gmail.com" userId="cb05b7863545bd65" providerId="LiveId" clId="{AA975BF2-ED36-4CB6-84A0-D791355B4A07}" dt="2025-07-31T18:51:09.605" v="699" actId="1076"/>
          <ac:spMkLst>
            <pc:docMk/>
            <pc:sldMk cId="0" sldId="266"/>
            <ac:spMk id="18" creationId="{00000000-0000-0000-0000-000000000000}"/>
          </ac:spMkLst>
        </pc:spChg>
        <pc:spChg chg="del">
          <ac:chgData name="arnav8656tiwari@gmail.com" userId="cb05b7863545bd65" providerId="LiveId" clId="{AA975BF2-ED36-4CB6-84A0-D791355B4A07}" dt="2025-09-01T10:45:10.778" v="3618" actId="478"/>
          <ac:spMkLst>
            <pc:docMk/>
            <pc:sldMk cId="0" sldId="266"/>
            <ac:spMk id="20" creationId="{00000000-0000-0000-0000-000000000000}"/>
          </ac:spMkLst>
        </pc:spChg>
        <pc:spChg chg="del">
          <ac:chgData name="arnav8656tiwari@gmail.com" userId="cb05b7863545bd65" providerId="LiveId" clId="{AA975BF2-ED36-4CB6-84A0-D791355B4A07}" dt="2025-09-01T10:45:10.778" v="3618" actId="478"/>
          <ac:spMkLst>
            <pc:docMk/>
            <pc:sldMk cId="0" sldId="266"/>
            <ac:spMk id="24" creationId="{00000000-0000-0000-0000-000000000000}"/>
          </ac:spMkLst>
        </pc:spChg>
        <pc:spChg chg="del">
          <ac:chgData name="arnav8656tiwari@gmail.com" userId="cb05b7863545bd65" providerId="LiveId" clId="{AA975BF2-ED36-4CB6-84A0-D791355B4A07}" dt="2025-09-01T10:45:10.778" v="3618" actId="478"/>
          <ac:spMkLst>
            <pc:docMk/>
            <pc:sldMk cId="0" sldId="266"/>
            <ac:spMk id="28" creationId="{00000000-0000-0000-0000-000000000000}"/>
          </ac:spMkLst>
        </pc:spChg>
        <pc:spChg chg="del">
          <ac:chgData name="arnav8656tiwari@gmail.com" userId="cb05b7863545bd65" providerId="LiveId" clId="{AA975BF2-ED36-4CB6-84A0-D791355B4A07}" dt="2025-09-01T10:45:10.778" v="3618" actId="478"/>
          <ac:spMkLst>
            <pc:docMk/>
            <pc:sldMk cId="0" sldId="266"/>
            <ac:spMk id="32" creationId="{00000000-0000-0000-0000-000000000000}"/>
          </ac:spMkLst>
        </pc:spChg>
        <pc:spChg chg="mod">
          <ac:chgData name="arnav8656tiwari@gmail.com" userId="cb05b7863545bd65" providerId="LiveId" clId="{AA975BF2-ED36-4CB6-84A0-D791355B4A07}" dt="2025-08-28T06:29:18.948" v="2477" actId="1076"/>
          <ac:spMkLst>
            <pc:docMk/>
            <pc:sldMk cId="0" sldId="266"/>
            <ac:spMk id="34" creationId="{00000000-0000-0000-0000-000000000000}"/>
          </ac:spMkLst>
        </pc:spChg>
        <pc:spChg chg="add del mod">
          <ac:chgData name="arnav8656tiwari@gmail.com" userId="cb05b7863545bd65" providerId="LiveId" clId="{AA975BF2-ED36-4CB6-84A0-D791355B4A07}" dt="2025-09-01T10:46:38.384" v="3632" actId="478"/>
          <ac:spMkLst>
            <pc:docMk/>
            <pc:sldMk cId="0" sldId="266"/>
            <ac:spMk id="36" creationId="{DA48FC03-6E48-41F4-A972-BF1D07AE4273}"/>
          </ac:spMkLst>
        </pc:spChg>
        <pc:spChg chg="add mod">
          <ac:chgData name="arnav8656tiwari@gmail.com" userId="cb05b7863545bd65" providerId="LiveId" clId="{AA975BF2-ED36-4CB6-84A0-D791355B4A07}" dt="2025-09-01T10:56:34.193" v="3684" actId="5793"/>
          <ac:spMkLst>
            <pc:docMk/>
            <pc:sldMk cId="0" sldId="266"/>
            <ac:spMk id="37" creationId="{B7CCC28A-B10E-47F8-9CB1-CF8EC754B0D8}"/>
          </ac:spMkLst>
        </pc:spChg>
        <pc:spChg chg="add mod">
          <ac:chgData name="arnav8656tiwari@gmail.com" userId="cb05b7863545bd65" providerId="LiveId" clId="{AA975BF2-ED36-4CB6-84A0-D791355B4A07}" dt="2025-09-01T10:56:31.615" v="3682" actId="20577"/>
          <ac:spMkLst>
            <pc:docMk/>
            <pc:sldMk cId="0" sldId="266"/>
            <ac:spMk id="38" creationId="{66B06FC1-1E70-4BDE-AED5-52EC1A0C6B25}"/>
          </ac:spMkLst>
        </pc:spChg>
        <pc:spChg chg="add mod">
          <ac:chgData name="arnav8656tiwari@gmail.com" userId="cb05b7863545bd65" providerId="LiveId" clId="{AA975BF2-ED36-4CB6-84A0-D791355B4A07}" dt="2025-09-01T10:52:02.275" v="3677" actId="1076"/>
          <ac:spMkLst>
            <pc:docMk/>
            <pc:sldMk cId="0" sldId="266"/>
            <ac:spMk id="39" creationId="{537B2A24-D4DF-4F2D-952A-C9120FFD5628}"/>
          </ac:spMkLst>
        </pc:spChg>
        <pc:grpChg chg="del">
          <ac:chgData name="arnav8656tiwari@gmail.com" userId="cb05b7863545bd65" providerId="LiveId" clId="{AA975BF2-ED36-4CB6-84A0-D791355B4A07}" dt="2025-09-01T10:44:38.099" v="3614" actId="478"/>
          <ac:grpSpMkLst>
            <pc:docMk/>
            <pc:sldMk cId="0" sldId="266"/>
            <ac:grpSpMk id="9" creationId="{00000000-0000-0000-0000-000000000000}"/>
          </ac:grpSpMkLst>
        </pc:grpChg>
        <pc:grpChg chg="del mod">
          <ac:chgData name="arnav8656tiwari@gmail.com" userId="cb05b7863545bd65" providerId="LiveId" clId="{AA975BF2-ED36-4CB6-84A0-D791355B4A07}" dt="2025-07-31T18:55:03.387" v="722" actId="478"/>
          <ac:grpSpMkLst>
            <pc:docMk/>
            <pc:sldMk cId="0" sldId="266"/>
            <ac:grpSpMk id="16" creationId="{00000000-0000-0000-0000-000000000000}"/>
          </ac:grpSpMkLst>
        </pc:grpChg>
        <pc:grpChg chg="del">
          <ac:chgData name="arnav8656tiwari@gmail.com" userId="cb05b7863545bd65" providerId="LiveId" clId="{AA975BF2-ED36-4CB6-84A0-D791355B4A07}" dt="2025-09-01T10:45:10.778" v="3618" actId="478"/>
          <ac:grpSpMkLst>
            <pc:docMk/>
            <pc:sldMk cId="0" sldId="266"/>
            <ac:grpSpMk id="21" creationId="{00000000-0000-0000-0000-000000000000}"/>
          </ac:grpSpMkLst>
        </pc:grpChg>
        <pc:grpChg chg="del">
          <ac:chgData name="arnav8656tiwari@gmail.com" userId="cb05b7863545bd65" providerId="LiveId" clId="{AA975BF2-ED36-4CB6-84A0-D791355B4A07}" dt="2025-09-01T10:45:10.778" v="3618" actId="478"/>
          <ac:grpSpMkLst>
            <pc:docMk/>
            <pc:sldMk cId="0" sldId="266"/>
            <ac:grpSpMk id="25" creationId="{00000000-0000-0000-0000-000000000000}"/>
          </ac:grpSpMkLst>
        </pc:grpChg>
        <pc:grpChg chg="del">
          <ac:chgData name="arnav8656tiwari@gmail.com" userId="cb05b7863545bd65" providerId="LiveId" clId="{AA975BF2-ED36-4CB6-84A0-D791355B4A07}" dt="2025-09-01T10:45:10.778" v="3618" actId="478"/>
          <ac:grpSpMkLst>
            <pc:docMk/>
            <pc:sldMk cId="0" sldId="266"/>
            <ac:grpSpMk id="29" creationId="{00000000-0000-0000-0000-000000000000}"/>
          </ac:grpSpMkLst>
        </pc:grpChg>
        <pc:graphicFrameChg chg="del">
          <ac:chgData name="arnav8656tiwari@gmail.com" userId="cb05b7863545bd65" providerId="LiveId" clId="{AA975BF2-ED36-4CB6-84A0-D791355B4A07}" dt="2025-09-01T10:44:38.099" v="3614" actId="478"/>
          <ac:graphicFrameMkLst>
            <pc:docMk/>
            <pc:sldMk cId="0" sldId="266"/>
            <ac:graphicFrameMk id="6" creationId="{00000000-0000-0000-0000-000000000000}"/>
          </ac:graphicFrameMkLst>
        </pc:graphicFrameChg>
        <pc:graphicFrameChg chg="del">
          <ac:chgData name="arnav8656tiwari@gmail.com" userId="cb05b7863545bd65" providerId="LiveId" clId="{AA975BF2-ED36-4CB6-84A0-D791355B4A07}" dt="2025-09-01T10:44:38.099" v="3614" actId="478"/>
          <ac:graphicFrameMkLst>
            <pc:docMk/>
            <pc:sldMk cId="0" sldId="266"/>
            <ac:graphicFrameMk id="8" creationId="{00000000-0000-0000-0000-000000000000}"/>
          </ac:graphicFrameMkLst>
        </pc:graphicFrameChg>
        <pc:graphicFrameChg chg="add mod">
          <ac:chgData name="arnav8656tiwari@gmail.com" userId="cb05b7863545bd65" providerId="LiveId" clId="{AA975BF2-ED36-4CB6-84A0-D791355B4A07}" dt="2025-09-01T10:47:08.307" v="3636" actId="1076"/>
          <ac:graphicFrameMkLst>
            <pc:docMk/>
            <pc:sldMk cId="0" sldId="266"/>
            <ac:graphicFrameMk id="33" creationId="{A43C801A-2B46-4ED1-8F08-D0EB05CE08DB}"/>
          </ac:graphicFrameMkLst>
        </pc:graphicFrameChg>
        <pc:graphicFrameChg chg="add mod">
          <ac:chgData name="arnav8656tiwari@gmail.com" userId="cb05b7863545bd65" providerId="LiveId" clId="{AA975BF2-ED36-4CB6-84A0-D791355B4A07}" dt="2025-09-01T10:50:10.690" v="3666" actId="14100"/>
          <ac:graphicFrameMkLst>
            <pc:docMk/>
            <pc:sldMk cId="0" sldId="266"/>
            <ac:graphicFrameMk id="35" creationId="{CD9FE795-4867-4B69-AC27-69E7988FC60D}"/>
          </ac:graphicFrameMkLst>
        </pc:graphicFrameChg>
        <pc:picChg chg="mod">
          <ac:chgData name="arnav8656tiwari@gmail.com" userId="cb05b7863545bd65" providerId="LiveId" clId="{AA975BF2-ED36-4CB6-84A0-D791355B4A07}" dt="2025-07-31T18:50:39.210" v="692" actId="1076"/>
          <ac:picMkLst>
            <pc:docMk/>
            <pc:sldMk cId="0" sldId="266"/>
            <ac:picMk id="17" creationId="{00000000-0000-0000-0000-000000000000}"/>
          </ac:picMkLst>
        </pc:picChg>
        <pc:picChg chg="del mod">
          <ac:chgData name="arnav8656tiwari@gmail.com" userId="cb05b7863545bd65" providerId="LiveId" clId="{AA975BF2-ED36-4CB6-84A0-D791355B4A07}" dt="2025-07-31T18:55:04.773" v="723" actId="478"/>
          <ac:picMkLst>
            <pc:docMk/>
            <pc:sldMk cId="0" sldId="266"/>
            <ac:picMk id="19" creationId="{00000000-0000-0000-0000-000000000000}"/>
          </ac:picMkLst>
        </pc:picChg>
      </pc:sldChg>
      <pc:sldChg chg="addSp delSp modSp mod">
        <pc:chgData name="arnav8656tiwari@gmail.com" userId="cb05b7863545bd65" providerId="LiveId" clId="{AA975BF2-ED36-4CB6-84A0-D791355B4A07}" dt="2025-09-01T15:18:53.266" v="3892" actId="1076"/>
        <pc:sldMkLst>
          <pc:docMk/>
          <pc:sldMk cId="0" sldId="267"/>
        </pc:sldMkLst>
        <pc:spChg chg="mod">
          <ac:chgData name="arnav8656tiwari@gmail.com" userId="cb05b7863545bd65" providerId="LiveId" clId="{AA975BF2-ED36-4CB6-84A0-D791355B4A07}" dt="2025-08-28T07:32:12.337" v="3131" actId="1076"/>
          <ac:spMkLst>
            <pc:docMk/>
            <pc:sldMk cId="0" sldId="267"/>
            <ac:spMk id="2" creationId="{00000000-0000-0000-0000-000000000000}"/>
          </ac:spMkLst>
        </pc:spChg>
        <pc:spChg chg="mod">
          <ac:chgData name="arnav8656tiwari@gmail.com" userId="cb05b7863545bd65" providerId="LiveId" clId="{AA975BF2-ED36-4CB6-84A0-D791355B4A07}" dt="2025-08-28T07:31:46.048" v="3124" actId="1076"/>
          <ac:spMkLst>
            <pc:docMk/>
            <pc:sldMk cId="0" sldId="267"/>
            <ac:spMk id="3" creationId="{00000000-0000-0000-0000-000000000000}"/>
          </ac:spMkLst>
        </pc:spChg>
        <pc:spChg chg="add del mod">
          <ac:chgData name="arnav8656tiwari@gmail.com" userId="cb05b7863545bd65" providerId="LiveId" clId="{AA975BF2-ED36-4CB6-84A0-D791355B4A07}" dt="2025-09-01T15:15:54.883" v="3853"/>
          <ac:spMkLst>
            <pc:docMk/>
            <pc:sldMk cId="0" sldId="267"/>
            <ac:spMk id="4" creationId="{EF238B18-1F72-4417-8620-077FF892362B}"/>
          </ac:spMkLst>
        </pc:spChg>
        <pc:spChg chg="add del mod">
          <ac:chgData name="arnav8656tiwari@gmail.com" userId="cb05b7863545bd65" providerId="LiveId" clId="{AA975BF2-ED36-4CB6-84A0-D791355B4A07}" dt="2025-09-01T15:15:54.884" v="3855"/>
          <ac:spMkLst>
            <pc:docMk/>
            <pc:sldMk cId="0" sldId="267"/>
            <ac:spMk id="5" creationId="{56E82457-A6F6-4594-9861-61B607893245}"/>
          </ac:spMkLst>
        </pc:spChg>
        <pc:spChg chg="add del mod">
          <ac:chgData name="arnav8656tiwari@gmail.com" userId="cb05b7863545bd65" providerId="LiveId" clId="{AA975BF2-ED36-4CB6-84A0-D791355B4A07}" dt="2025-09-01T15:15:54.884" v="3857"/>
          <ac:spMkLst>
            <pc:docMk/>
            <pc:sldMk cId="0" sldId="267"/>
            <ac:spMk id="6" creationId="{144905AC-0ABB-4DE8-920B-F9DDB1AF1848}"/>
          </ac:spMkLst>
        </pc:spChg>
        <pc:spChg chg="del">
          <ac:chgData name="arnav8656tiwari@gmail.com" userId="cb05b7863545bd65" providerId="LiveId" clId="{AA975BF2-ED36-4CB6-84A0-D791355B4A07}" dt="2025-08-28T07:29:14.704" v="3100" actId="478"/>
          <ac:spMkLst>
            <pc:docMk/>
            <pc:sldMk cId="0" sldId="267"/>
            <ac:spMk id="7" creationId="{00000000-0000-0000-0000-000000000000}"/>
          </ac:spMkLst>
        </pc:spChg>
        <pc:spChg chg="add del mod">
          <ac:chgData name="arnav8656tiwari@gmail.com" userId="cb05b7863545bd65" providerId="LiveId" clId="{AA975BF2-ED36-4CB6-84A0-D791355B4A07}" dt="2025-09-01T15:15:48.240" v="3848"/>
          <ac:spMkLst>
            <pc:docMk/>
            <pc:sldMk cId="0" sldId="267"/>
            <ac:spMk id="7" creationId="{B742EEFC-2D4B-4BF8-BE53-A1AFBD993451}"/>
          </ac:spMkLst>
        </pc:spChg>
        <pc:spChg chg="mod">
          <ac:chgData name="arnav8656tiwari@gmail.com" userId="cb05b7863545bd65" providerId="LiveId" clId="{AA975BF2-ED36-4CB6-84A0-D791355B4A07}" dt="2025-09-01T15:18:53.266" v="3892" actId="1076"/>
          <ac:spMkLst>
            <pc:docMk/>
            <pc:sldMk cId="0" sldId="267"/>
            <ac:spMk id="8" creationId="{00000000-0000-0000-0000-000000000000}"/>
          </ac:spMkLst>
        </pc:spChg>
        <pc:spChg chg="mod">
          <ac:chgData name="arnav8656tiwari@gmail.com" userId="cb05b7863545bd65" providerId="LiveId" clId="{AA975BF2-ED36-4CB6-84A0-D791355B4A07}" dt="2025-09-01T15:18:53.266" v="3892" actId="1076"/>
          <ac:spMkLst>
            <pc:docMk/>
            <pc:sldMk cId="0" sldId="267"/>
            <ac:spMk id="15" creationId="{00000000-0000-0000-0000-000000000000}"/>
          </ac:spMkLst>
        </pc:spChg>
        <pc:spChg chg="mod">
          <ac:chgData name="arnav8656tiwari@gmail.com" userId="cb05b7863545bd65" providerId="LiveId" clId="{AA975BF2-ED36-4CB6-84A0-D791355B4A07}" dt="2025-09-01T15:18:53.266" v="3892" actId="1076"/>
          <ac:spMkLst>
            <pc:docMk/>
            <pc:sldMk cId="0" sldId="267"/>
            <ac:spMk id="19" creationId="{00000000-0000-0000-0000-000000000000}"/>
          </ac:spMkLst>
        </pc:spChg>
        <pc:spChg chg="del">
          <ac:chgData name="arnav8656tiwari@gmail.com" userId="cb05b7863545bd65" providerId="LiveId" clId="{AA975BF2-ED36-4CB6-84A0-D791355B4A07}" dt="2025-08-28T07:29:14.704" v="3100" actId="478"/>
          <ac:spMkLst>
            <pc:docMk/>
            <pc:sldMk cId="0" sldId="267"/>
            <ac:spMk id="20" creationId="{00000000-0000-0000-0000-000000000000}"/>
          </ac:spMkLst>
        </pc:spChg>
        <pc:spChg chg="del">
          <ac:chgData name="arnav8656tiwari@gmail.com" userId="cb05b7863545bd65" providerId="LiveId" clId="{AA975BF2-ED36-4CB6-84A0-D791355B4A07}" dt="2025-08-28T07:29:14.704" v="3100" actId="478"/>
          <ac:spMkLst>
            <pc:docMk/>
            <pc:sldMk cId="0" sldId="267"/>
            <ac:spMk id="26" creationId="{00000000-0000-0000-0000-000000000000}"/>
          </ac:spMkLst>
        </pc:spChg>
        <pc:spChg chg="del">
          <ac:chgData name="arnav8656tiwari@gmail.com" userId="cb05b7863545bd65" providerId="LiveId" clId="{AA975BF2-ED36-4CB6-84A0-D791355B4A07}" dt="2025-08-28T06:16:10.421" v="2413" actId="478"/>
          <ac:spMkLst>
            <pc:docMk/>
            <pc:sldMk cId="0" sldId="267"/>
            <ac:spMk id="32" creationId="{00000000-0000-0000-0000-000000000000}"/>
          </ac:spMkLst>
        </pc:spChg>
        <pc:spChg chg="del">
          <ac:chgData name="arnav8656tiwari@gmail.com" userId="cb05b7863545bd65" providerId="LiveId" clId="{AA975BF2-ED36-4CB6-84A0-D791355B4A07}" dt="2025-08-28T06:16:10.421" v="2413" actId="478"/>
          <ac:spMkLst>
            <pc:docMk/>
            <pc:sldMk cId="0" sldId="267"/>
            <ac:spMk id="38" creationId="{00000000-0000-0000-0000-000000000000}"/>
          </ac:spMkLst>
        </pc:spChg>
        <pc:spChg chg="add del mod">
          <ac:chgData name="arnav8656tiwari@gmail.com" userId="cb05b7863545bd65" providerId="LiveId" clId="{AA975BF2-ED36-4CB6-84A0-D791355B4A07}" dt="2025-08-28T07:29:11.780" v="3099" actId="478"/>
          <ac:spMkLst>
            <pc:docMk/>
            <pc:sldMk cId="0" sldId="267"/>
            <ac:spMk id="43" creationId="{1A21EF9E-B497-4032-98ED-DE5877176F82}"/>
          </ac:spMkLst>
        </pc:spChg>
        <pc:spChg chg="del">
          <ac:chgData name="arnav8656tiwari@gmail.com" userId="cb05b7863545bd65" providerId="LiveId" clId="{AA975BF2-ED36-4CB6-84A0-D791355B4A07}" dt="2025-07-31T19:06:31.991" v="849" actId="478"/>
          <ac:spMkLst>
            <pc:docMk/>
            <pc:sldMk cId="0" sldId="267"/>
            <ac:spMk id="44" creationId="{00000000-0000-0000-0000-000000000000}"/>
          </ac:spMkLst>
        </pc:spChg>
        <pc:spChg chg="add mod">
          <ac:chgData name="arnav8656tiwari@gmail.com" userId="cb05b7863545bd65" providerId="LiveId" clId="{AA975BF2-ED36-4CB6-84A0-D791355B4A07}" dt="2025-09-01T15:18:53.266" v="3892" actId="1076"/>
          <ac:spMkLst>
            <pc:docMk/>
            <pc:sldMk cId="0" sldId="267"/>
            <ac:spMk id="44" creationId="{6C1326B6-2B61-4327-B6B8-D685FB2B2A71}"/>
          </ac:spMkLst>
        </pc:spChg>
        <pc:spChg chg="del">
          <ac:chgData name="arnav8656tiwari@gmail.com" userId="cb05b7863545bd65" providerId="LiveId" clId="{AA975BF2-ED36-4CB6-84A0-D791355B4A07}" dt="2025-07-31T19:06:34.920" v="851" actId="478"/>
          <ac:spMkLst>
            <pc:docMk/>
            <pc:sldMk cId="0" sldId="267"/>
            <ac:spMk id="45" creationId="{00000000-0000-0000-0000-000000000000}"/>
          </ac:spMkLst>
        </pc:spChg>
        <pc:spChg chg="mod">
          <ac:chgData name="arnav8656tiwari@gmail.com" userId="cb05b7863545bd65" providerId="LiveId" clId="{AA975BF2-ED36-4CB6-84A0-D791355B4A07}" dt="2025-09-01T15:16:10.124" v="3861" actId="1076"/>
          <ac:spMkLst>
            <pc:docMk/>
            <pc:sldMk cId="0" sldId="267"/>
            <ac:spMk id="46" creationId="{00000000-0000-0000-0000-000000000000}"/>
          </ac:spMkLst>
        </pc:spChg>
        <pc:spChg chg="del mod">
          <ac:chgData name="arnav8656tiwari@gmail.com" userId="cb05b7863545bd65" providerId="LiveId" clId="{AA975BF2-ED36-4CB6-84A0-D791355B4A07}" dt="2025-08-28T07:29:16.125" v="3101" actId="478"/>
          <ac:spMkLst>
            <pc:docMk/>
            <pc:sldMk cId="0" sldId="267"/>
            <ac:spMk id="50" creationId="{00000000-0000-0000-0000-000000000000}"/>
          </ac:spMkLst>
        </pc:spChg>
        <pc:grpChg chg="del">
          <ac:chgData name="arnav8656tiwari@gmail.com" userId="cb05b7863545bd65" providerId="LiveId" clId="{AA975BF2-ED36-4CB6-84A0-D791355B4A07}" dt="2025-08-28T07:29:14.704" v="3100" actId="478"/>
          <ac:grpSpMkLst>
            <pc:docMk/>
            <pc:sldMk cId="0" sldId="267"/>
            <ac:grpSpMk id="4" creationId="{00000000-0000-0000-0000-000000000000}"/>
          </ac:grpSpMkLst>
        </pc:grpChg>
        <pc:grpChg chg="mod">
          <ac:chgData name="arnav8656tiwari@gmail.com" userId="cb05b7863545bd65" providerId="LiveId" clId="{AA975BF2-ED36-4CB6-84A0-D791355B4A07}" dt="2025-09-01T15:18:53.266" v="3892" actId="1076"/>
          <ac:grpSpMkLst>
            <pc:docMk/>
            <pc:sldMk cId="0" sldId="267"/>
            <ac:grpSpMk id="9" creationId="{00000000-0000-0000-0000-000000000000}"/>
          </ac:grpSpMkLst>
        </pc:grpChg>
        <pc:grpChg chg="mod">
          <ac:chgData name="arnav8656tiwari@gmail.com" userId="cb05b7863545bd65" providerId="LiveId" clId="{AA975BF2-ED36-4CB6-84A0-D791355B4A07}" dt="2025-09-01T15:18:53.266" v="3892" actId="1076"/>
          <ac:grpSpMkLst>
            <pc:docMk/>
            <pc:sldMk cId="0" sldId="267"/>
            <ac:grpSpMk id="12" creationId="{00000000-0000-0000-0000-000000000000}"/>
          </ac:grpSpMkLst>
        </pc:grpChg>
        <pc:grpChg chg="mod">
          <ac:chgData name="arnav8656tiwari@gmail.com" userId="cb05b7863545bd65" providerId="LiveId" clId="{AA975BF2-ED36-4CB6-84A0-D791355B4A07}" dt="2025-09-01T15:18:53.266" v="3892" actId="1076"/>
          <ac:grpSpMkLst>
            <pc:docMk/>
            <pc:sldMk cId="0" sldId="267"/>
            <ac:grpSpMk id="16" creationId="{00000000-0000-0000-0000-000000000000}"/>
          </ac:grpSpMkLst>
        </pc:grpChg>
        <pc:grpChg chg="del">
          <ac:chgData name="arnav8656tiwari@gmail.com" userId="cb05b7863545bd65" providerId="LiveId" clId="{AA975BF2-ED36-4CB6-84A0-D791355B4A07}" dt="2025-08-28T07:29:16.125" v="3101" actId="478"/>
          <ac:grpSpMkLst>
            <pc:docMk/>
            <pc:sldMk cId="0" sldId="267"/>
            <ac:grpSpMk id="21" creationId="{00000000-0000-0000-0000-000000000000}"/>
          </ac:grpSpMkLst>
        </pc:grpChg>
        <pc:grpChg chg="del">
          <ac:chgData name="arnav8656tiwari@gmail.com" userId="cb05b7863545bd65" providerId="LiveId" clId="{AA975BF2-ED36-4CB6-84A0-D791355B4A07}" dt="2025-08-28T06:16:10.421" v="2413" actId="478"/>
          <ac:grpSpMkLst>
            <pc:docMk/>
            <pc:sldMk cId="0" sldId="267"/>
            <ac:grpSpMk id="27" creationId="{00000000-0000-0000-0000-000000000000}"/>
          </ac:grpSpMkLst>
        </pc:grpChg>
        <pc:grpChg chg="del">
          <ac:chgData name="arnav8656tiwari@gmail.com" userId="cb05b7863545bd65" providerId="LiveId" clId="{AA975BF2-ED36-4CB6-84A0-D791355B4A07}" dt="2025-08-28T06:16:10.421" v="2413" actId="478"/>
          <ac:grpSpMkLst>
            <pc:docMk/>
            <pc:sldMk cId="0" sldId="267"/>
            <ac:grpSpMk id="33" creationId="{00000000-0000-0000-0000-000000000000}"/>
          </ac:grpSpMkLst>
        </pc:grpChg>
        <pc:grpChg chg="del">
          <ac:chgData name="arnav8656tiwari@gmail.com" userId="cb05b7863545bd65" providerId="LiveId" clId="{AA975BF2-ED36-4CB6-84A0-D791355B4A07}" dt="2025-07-31T19:06:32.704" v="850" actId="478"/>
          <ac:grpSpMkLst>
            <pc:docMk/>
            <pc:sldMk cId="0" sldId="267"/>
            <ac:grpSpMk id="39" creationId="{00000000-0000-0000-0000-000000000000}"/>
          </ac:grpSpMkLst>
        </pc:grpChg>
        <pc:graphicFrameChg chg="add mod">
          <ac:chgData name="arnav8656tiwari@gmail.com" userId="cb05b7863545bd65" providerId="LiveId" clId="{AA975BF2-ED36-4CB6-84A0-D791355B4A07}" dt="2025-08-28T07:32:02.099" v="3130" actId="339"/>
          <ac:graphicFrameMkLst>
            <pc:docMk/>
            <pc:sldMk cId="0" sldId="267"/>
            <ac:graphicFrameMk id="53" creationId="{4BDB2E4B-2403-446F-A13E-419B9BB574DE}"/>
          </ac:graphicFrameMkLst>
        </pc:graphicFrameChg>
        <pc:picChg chg="del mod">
          <ac:chgData name="arnav8656tiwari@gmail.com" userId="cb05b7863545bd65" providerId="LiveId" clId="{AA975BF2-ED36-4CB6-84A0-D791355B4A07}" dt="2025-07-31T19:05:53.150" v="848" actId="478"/>
          <ac:picMkLst>
            <pc:docMk/>
            <pc:sldMk cId="0" sldId="267"/>
            <ac:picMk id="51" creationId="{00000000-0000-0000-0000-000000000000}"/>
          </ac:picMkLst>
        </pc:picChg>
      </pc:sldChg>
      <pc:sldChg chg="addSp delSp modSp mod">
        <pc:chgData name="arnav8656tiwari@gmail.com" userId="cb05b7863545bd65" providerId="LiveId" clId="{AA975BF2-ED36-4CB6-84A0-D791355B4A07}" dt="2025-09-01T15:25:54.026" v="3919" actId="14100"/>
        <pc:sldMkLst>
          <pc:docMk/>
          <pc:sldMk cId="0" sldId="268"/>
        </pc:sldMkLst>
        <pc:spChg chg="mod">
          <ac:chgData name="arnav8656tiwari@gmail.com" userId="cb05b7863545bd65" providerId="LiveId" clId="{AA975BF2-ED36-4CB6-84A0-D791355B4A07}" dt="2025-09-01T15:20:09.357" v="3900" actId="1076"/>
          <ac:spMkLst>
            <pc:docMk/>
            <pc:sldMk cId="0" sldId="268"/>
            <ac:spMk id="2" creationId="{00000000-0000-0000-0000-000000000000}"/>
          </ac:spMkLst>
        </pc:spChg>
        <pc:spChg chg="mod">
          <ac:chgData name="arnav8656tiwari@gmail.com" userId="cb05b7863545bd65" providerId="LiveId" clId="{AA975BF2-ED36-4CB6-84A0-D791355B4A07}" dt="2025-09-01T15:23:12.673" v="3909" actId="14100"/>
          <ac:spMkLst>
            <pc:docMk/>
            <pc:sldMk cId="0" sldId="268"/>
            <ac:spMk id="6" creationId="{00000000-0000-0000-0000-000000000000}"/>
          </ac:spMkLst>
        </pc:spChg>
        <pc:spChg chg="mod">
          <ac:chgData name="arnav8656tiwari@gmail.com" userId="cb05b7863545bd65" providerId="LiveId" clId="{AA975BF2-ED36-4CB6-84A0-D791355B4A07}" dt="2025-09-01T15:25:46.713" v="3916" actId="2711"/>
          <ac:spMkLst>
            <pc:docMk/>
            <pc:sldMk cId="0" sldId="268"/>
            <ac:spMk id="10" creationId="{00000000-0000-0000-0000-000000000000}"/>
          </ac:spMkLst>
        </pc:spChg>
        <pc:spChg chg="mod">
          <ac:chgData name="arnav8656tiwari@gmail.com" userId="cb05b7863545bd65" providerId="LiveId" clId="{AA975BF2-ED36-4CB6-84A0-D791355B4A07}" dt="2025-08-28T07:28:27.633" v="3094" actId="1076"/>
          <ac:spMkLst>
            <pc:docMk/>
            <pc:sldMk cId="0" sldId="268"/>
            <ac:spMk id="14" creationId="{00000000-0000-0000-0000-000000000000}"/>
          </ac:spMkLst>
        </pc:spChg>
        <pc:spChg chg="del mod">
          <ac:chgData name="arnav8656tiwari@gmail.com" userId="cb05b7863545bd65" providerId="LiveId" clId="{AA975BF2-ED36-4CB6-84A0-D791355B4A07}" dt="2025-09-01T10:57:37.963" v="3685" actId="478"/>
          <ac:spMkLst>
            <pc:docMk/>
            <pc:sldMk cId="0" sldId="268"/>
            <ac:spMk id="15" creationId="{00000000-0000-0000-0000-000000000000}"/>
          </ac:spMkLst>
        </pc:spChg>
        <pc:spChg chg="add del mod">
          <ac:chgData name="arnav8656tiwari@gmail.com" userId="cb05b7863545bd65" providerId="LiveId" clId="{AA975BF2-ED36-4CB6-84A0-D791355B4A07}" dt="2025-09-01T15:23:05.780" v="3908"/>
          <ac:spMkLst>
            <pc:docMk/>
            <pc:sldMk cId="0" sldId="268"/>
            <ac:spMk id="15" creationId="{C5F41281-10D5-436B-987C-D18899FB4204}"/>
          </ac:spMkLst>
        </pc:spChg>
        <pc:spChg chg="add del mod">
          <ac:chgData name="arnav8656tiwari@gmail.com" userId="cb05b7863545bd65" providerId="LiveId" clId="{AA975BF2-ED36-4CB6-84A0-D791355B4A07}" dt="2025-09-01T15:25:48.416" v="3918"/>
          <ac:spMkLst>
            <pc:docMk/>
            <pc:sldMk cId="0" sldId="268"/>
            <ac:spMk id="16" creationId="{90275F52-4AE6-4096-8E79-61DBBA61F622}"/>
          </ac:spMkLst>
        </pc:spChg>
        <pc:spChg chg="del mod">
          <ac:chgData name="arnav8656tiwari@gmail.com" userId="cb05b7863545bd65" providerId="LiveId" clId="{AA975BF2-ED36-4CB6-84A0-D791355B4A07}" dt="2025-09-01T10:57:37.963" v="3685" actId="478"/>
          <ac:spMkLst>
            <pc:docMk/>
            <pc:sldMk cId="0" sldId="268"/>
            <ac:spMk id="21" creationId="{00000000-0000-0000-0000-000000000000}"/>
          </ac:spMkLst>
        </pc:spChg>
        <pc:spChg chg="del mod">
          <ac:chgData name="arnav8656tiwari@gmail.com" userId="cb05b7863545bd65" providerId="LiveId" clId="{AA975BF2-ED36-4CB6-84A0-D791355B4A07}" dt="2025-09-01T10:57:37.963" v="3685" actId="478"/>
          <ac:spMkLst>
            <pc:docMk/>
            <pc:sldMk cId="0" sldId="268"/>
            <ac:spMk id="27" creationId="{00000000-0000-0000-0000-000000000000}"/>
          </ac:spMkLst>
        </pc:spChg>
        <pc:spChg chg="del mod">
          <ac:chgData name="arnav8656tiwari@gmail.com" userId="cb05b7863545bd65" providerId="LiveId" clId="{AA975BF2-ED36-4CB6-84A0-D791355B4A07}" dt="2025-09-01T10:57:37.963" v="3685" actId="478"/>
          <ac:spMkLst>
            <pc:docMk/>
            <pc:sldMk cId="0" sldId="268"/>
            <ac:spMk id="33" creationId="{00000000-0000-0000-0000-000000000000}"/>
          </ac:spMkLst>
        </pc:spChg>
        <pc:spChg chg="del mod">
          <ac:chgData name="arnav8656tiwari@gmail.com" userId="cb05b7863545bd65" providerId="LiveId" clId="{AA975BF2-ED36-4CB6-84A0-D791355B4A07}" dt="2025-09-01T10:57:37.963" v="3685" actId="478"/>
          <ac:spMkLst>
            <pc:docMk/>
            <pc:sldMk cId="0" sldId="268"/>
            <ac:spMk id="34" creationId="{00000000-0000-0000-0000-000000000000}"/>
          </ac:spMkLst>
        </pc:spChg>
        <pc:spChg chg="del mod">
          <ac:chgData name="arnav8656tiwari@gmail.com" userId="cb05b7863545bd65" providerId="LiveId" clId="{AA975BF2-ED36-4CB6-84A0-D791355B4A07}" dt="2025-09-01T10:57:37.963" v="3685" actId="478"/>
          <ac:spMkLst>
            <pc:docMk/>
            <pc:sldMk cId="0" sldId="268"/>
            <ac:spMk id="40" creationId="{00000000-0000-0000-0000-000000000000}"/>
          </ac:spMkLst>
        </pc:spChg>
        <pc:spChg chg="del mod">
          <ac:chgData name="arnav8656tiwari@gmail.com" userId="cb05b7863545bd65" providerId="LiveId" clId="{AA975BF2-ED36-4CB6-84A0-D791355B4A07}" dt="2025-09-01T10:57:37.963" v="3685" actId="478"/>
          <ac:spMkLst>
            <pc:docMk/>
            <pc:sldMk cId="0" sldId="268"/>
            <ac:spMk id="41" creationId="{00000000-0000-0000-0000-000000000000}"/>
          </ac:spMkLst>
        </pc:spChg>
        <pc:spChg chg="add del">
          <ac:chgData name="arnav8656tiwari@gmail.com" userId="cb05b7863545bd65" providerId="LiveId" clId="{AA975BF2-ED36-4CB6-84A0-D791355B4A07}" dt="2025-08-15T06:27:58.180" v="1952"/>
          <ac:spMkLst>
            <pc:docMk/>
            <pc:sldMk cId="0" sldId="268"/>
            <ac:spMk id="42" creationId="{CF44D9A9-FCBD-4A7C-B990-D005A35B342F}"/>
          </ac:spMkLst>
        </pc:spChg>
        <pc:spChg chg="add del mod">
          <ac:chgData name="arnav8656tiwari@gmail.com" userId="cb05b7863545bd65" providerId="LiveId" clId="{AA975BF2-ED36-4CB6-84A0-D791355B4A07}" dt="2025-08-15T06:27:57.988" v="1951"/>
          <ac:spMkLst>
            <pc:docMk/>
            <pc:sldMk cId="0" sldId="268"/>
            <ac:spMk id="43" creationId="{2B85A762-89EB-4173-9F82-2180C467266E}"/>
          </ac:spMkLst>
        </pc:spChg>
        <pc:spChg chg="add del mod">
          <ac:chgData name="arnav8656tiwari@gmail.com" userId="cb05b7863545bd65" providerId="LiveId" clId="{AA975BF2-ED36-4CB6-84A0-D791355B4A07}" dt="2025-08-15T06:27:57.746" v="1950"/>
          <ac:spMkLst>
            <pc:docMk/>
            <pc:sldMk cId="0" sldId="268"/>
            <ac:spMk id="44" creationId="{D79064B9-82A7-4BAC-BA49-6B79AA3E9C16}"/>
          </ac:spMkLst>
        </pc:spChg>
        <pc:spChg chg="add del mod">
          <ac:chgData name="arnav8656tiwari@gmail.com" userId="cb05b7863545bd65" providerId="LiveId" clId="{AA975BF2-ED36-4CB6-84A0-D791355B4A07}" dt="2025-09-01T10:57:37.963" v="3685" actId="478"/>
          <ac:spMkLst>
            <pc:docMk/>
            <pc:sldMk cId="0" sldId="268"/>
            <ac:spMk id="46" creationId="{00000000-0000-0000-0000-000000000000}"/>
          </ac:spMkLst>
        </pc:spChg>
        <pc:grpChg chg="mod">
          <ac:chgData name="arnav8656tiwari@gmail.com" userId="cb05b7863545bd65" providerId="LiveId" clId="{AA975BF2-ED36-4CB6-84A0-D791355B4A07}" dt="2025-08-28T07:28:32.879" v="3095" actId="1076"/>
          <ac:grpSpMkLst>
            <pc:docMk/>
            <pc:sldMk cId="0" sldId="268"/>
            <ac:grpSpMk id="3" creationId="{00000000-0000-0000-0000-000000000000}"/>
          </ac:grpSpMkLst>
        </pc:grpChg>
        <pc:grpChg chg="mod">
          <ac:chgData name="arnav8656tiwari@gmail.com" userId="cb05b7863545bd65" providerId="LiveId" clId="{AA975BF2-ED36-4CB6-84A0-D791355B4A07}" dt="2025-09-01T15:25:54.026" v="3919" actId="14100"/>
          <ac:grpSpMkLst>
            <pc:docMk/>
            <pc:sldMk cId="0" sldId="268"/>
            <ac:grpSpMk id="7" creationId="{00000000-0000-0000-0000-000000000000}"/>
          </ac:grpSpMkLst>
        </pc:grpChg>
        <pc:grpChg chg="mod">
          <ac:chgData name="arnav8656tiwari@gmail.com" userId="cb05b7863545bd65" providerId="LiveId" clId="{AA975BF2-ED36-4CB6-84A0-D791355B4A07}" dt="2025-08-28T07:28:27.633" v="3094" actId="1076"/>
          <ac:grpSpMkLst>
            <pc:docMk/>
            <pc:sldMk cId="0" sldId="268"/>
            <ac:grpSpMk id="11" creationId="{00000000-0000-0000-0000-000000000000}"/>
          </ac:grpSpMkLst>
        </pc:grpChg>
        <pc:grpChg chg="del mod">
          <ac:chgData name="arnav8656tiwari@gmail.com" userId="cb05b7863545bd65" providerId="LiveId" clId="{AA975BF2-ED36-4CB6-84A0-D791355B4A07}" dt="2025-09-01T10:57:37.963" v="3685" actId="478"/>
          <ac:grpSpMkLst>
            <pc:docMk/>
            <pc:sldMk cId="0" sldId="268"/>
            <ac:grpSpMk id="16" creationId="{00000000-0000-0000-0000-000000000000}"/>
          </ac:grpSpMkLst>
        </pc:grpChg>
        <pc:grpChg chg="del mod">
          <ac:chgData name="arnav8656tiwari@gmail.com" userId="cb05b7863545bd65" providerId="LiveId" clId="{AA975BF2-ED36-4CB6-84A0-D791355B4A07}" dt="2025-09-01T10:57:37.963" v="3685" actId="478"/>
          <ac:grpSpMkLst>
            <pc:docMk/>
            <pc:sldMk cId="0" sldId="268"/>
            <ac:grpSpMk id="22" creationId="{00000000-0000-0000-0000-000000000000}"/>
          </ac:grpSpMkLst>
        </pc:grpChg>
        <pc:grpChg chg="del mod">
          <ac:chgData name="arnav8656tiwari@gmail.com" userId="cb05b7863545bd65" providerId="LiveId" clId="{AA975BF2-ED36-4CB6-84A0-D791355B4A07}" dt="2025-09-01T10:57:37.963" v="3685" actId="478"/>
          <ac:grpSpMkLst>
            <pc:docMk/>
            <pc:sldMk cId="0" sldId="268"/>
            <ac:grpSpMk id="28" creationId="{00000000-0000-0000-0000-000000000000}"/>
          </ac:grpSpMkLst>
        </pc:grpChg>
        <pc:grpChg chg="del mod">
          <ac:chgData name="arnav8656tiwari@gmail.com" userId="cb05b7863545bd65" providerId="LiveId" clId="{AA975BF2-ED36-4CB6-84A0-D791355B4A07}" dt="2025-09-01T10:57:39.269" v="3686" actId="478"/>
          <ac:grpSpMkLst>
            <pc:docMk/>
            <pc:sldMk cId="0" sldId="268"/>
            <ac:grpSpMk id="35" creationId="{00000000-0000-0000-0000-000000000000}"/>
          </ac:grpSpMkLst>
        </pc:grpChg>
        <pc:grpChg chg="del">
          <ac:chgData name="arnav8656tiwari@gmail.com" userId="cb05b7863545bd65" providerId="LiveId" clId="{AA975BF2-ED36-4CB6-84A0-D791355B4A07}" dt="2025-07-31T19:11:24.543" v="852" actId="478"/>
          <ac:grpSpMkLst>
            <pc:docMk/>
            <pc:sldMk cId="0" sldId="268"/>
            <ac:grpSpMk id="42" creationId="{00000000-0000-0000-0000-000000000000}"/>
          </ac:grpSpMkLst>
        </pc:grpChg>
        <pc:graphicFrameChg chg="add mod">
          <ac:chgData name="arnav8656tiwari@gmail.com" userId="cb05b7863545bd65" providerId="LiveId" clId="{AA975BF2-ED36-4CB6-84A0-D791355B4A07}" dt="2025-09-01T15:19:59.003" v="3899" actId="692"/>
          <ac:graphicFrameMkLst>
            <pc:docMk/>
            <pc:sldMk cId="0" sldId="268"/>
            <ac:graphicFrameMk id="48" creationId="{7187602A-BB7F-4EA7-8308-DD6C3A07AE21}"/>
          </ac:graphicFrameMkLst>
        </pc:graphicFrameChg>
      </pc:sldChg>
      <pc:sldChg chg="addSp delSp modSp mod setBg">
        <pc:chgData name="arnav8656tiwari@gmail.com" userId="cb05b7863545bd65" providerId="LiveId" clId="{AA975BF2-ED36-4CB6-84A0-D791355B4A07}" dt="2025-09-03T08:08:44.754" v="4080"/>
        <pc:sldMkLst>
          <pc:docMk/>
          <pc:sldMk cId="0" sldId="269"/>
        </pc:sldMkLst>
        <pc:spChg chg="del mod">
          <ac:chgData name="arnav8656tiwari@gmail.com" userId="cb05b7863545bd65" providerId="LiveId" clId="{AA975BF2-ED36-4CB6-84A0-D791355B4A07}" dt="2025-08-28T06:36:46.395" v="2788" actId="478"/>
          <ac:spMkLst>
            <pc:docMk/>
            <pc:sldMk cId="0" sldId="269"/>
            <ac:spMk id="2" creationId="{00000000-0000-0000-0000-000000000000}"/>
          </ac:spMkLst>
        </pc:spChg>
        <pc:spChg chg="add del mod">
          <ac:chgData name="arnav8656tiwari@gmail.com" userId="cb05b7863545bd65" providerId="LiveId" clId="{AA975BF2-ED36-4CB6-84A0-D791355B4A07}" dt="2025-08-28T06:36:50.956" v="2789" actId="478"/>
          <ac:spMkLst>
            <pc:docMk/>
            <pc:sldMk cId="0" sldId="269"/>
            <ac:spMk id="4" creationId="{3C558F8B-EDAC-4799-BB4C-F61847D66978}"/>
          </ac:spMkLst>
        </pc:spChg>
        <pc:spChg chg="del">
          <ac:chgData name="arnav8656tiwari@gmail.com" userId="cb05b7863545bd65" providerId="LiveId" clId="{AA975BF2-ED36-4CB6-84A0-D791355B4A07}" dt="2025-08-28T06:32:09.287" v="2487" actId="478"/>
          <ac:spMkLst>
            <pc:docMk/>
            <pc:sldMk cId="0" sldId="269"/>
            <ac:spMk id="6" creationId="{00000000-0000-0000-0000-000000000000}"/>
          </ac:spMkLst>
        </pc:spChg>
        <pc:spChg chg="del">
          <ac:chgData name="arnav8656tiwari@gmail.com" userId="cb05b7863545bd65" providerId="LiveId" clId="{AA975BF2-ED36-4CB6-84A0-D791355B4A07}" dt="2025-08-28T06:32:12.694" v="2488" actId="478"/>
          <ac:spMkLst>
            <pc:docMk/>
            <pc:sldMk cId="0" sldId="269"/>
            <ac:spMk id="8" creationId="{00000000-0000-0000-0000-000000000000}"/>
          </ac:spMkLst>
        </pc:spChg>
        <pc:spChg chg="del">
          <ac:chgData name="arnav8656tiwari@gmail.com" userId="cb05b7863545bd65" providerId="LiveId" clId="{AA975BF2-ED36-4CB6-84A0-D791355B4A07}" dt="2025-08-28T06:32:12.694" v="2488" actId="478"/>
          <ac:spMkLst>
            <pc:docMk/>
            <pc:sldMk cId="0" sldId="269"/>
            <ac:spMk id="10" creationId="{00000000-0000-0000-0000-000000000000}"/>
          </ac:spMkLst>
        </pc:spChg>
        <pc:spChg chg="del">
          <ac:chgData name="arnav8656tiwari@gmail.com" userId="cb05b7863545bd65" providerId="LiveId" clId="{AA975BF2-ED36-4CB6-84A0-D791355B4A07}" dt="2025-08-28T06:32:12.694" v="2488" actId="478"/>
          <ac:spMkLst>
            <pc:docMk/>
            <pc:sldMk cId="0" sldId="269"/>
            <ac:spMk id="22" creationId="{00000000-0000-0000-0000-000000000000}"/>
          </ac:spMkLst>
        </pc:spChg>
        <pc:spChg chg="del">
          <ac:chgData name="arnav8656tiwari@gmail.com" userId="cb05b7863545bd65" providerId="LiveId" clId="{AA975BF2-ED36-4CB6-84A0-D791355B4A07}" dt="2025-08-28T06:33:03.861" v="2497" actId="478"/>
          <ac:spMkLst>
            <pc:docMk/>
            <pc:sldMk cId="0" sldId="269"/>
            <ac:spMk id="38" creationId="{00000000-0000-0000-0000-000000000000}"/>
          </ac:spMkLst>
        </pc:spChg>
        <pc:spChg chg="del">
          <ac:chgData name="arnav8656tiwari@gmail.com" userId="cb05b7863545bd65" providerId="LiveId" clId="{AA975BF2-ED36-4CB6-84A0-D791355B4A07}" dt="2025-08-28T06:33:03.861" v="2497" actId="478"/>
          <ac:spMkLst>
            <pc:docMk/>
            <pc:sldMk cId="0" sldId="269"/>
            <ac:spMk id="42" creationId="{00000000-0000-0000-0000-000000000000}"/>
          </ac:spMkLst>
        </pc:spChg>
        <pc:spChg chg="del">
          <ac:chgData name="arnav8656tiwari@gmail.com" userId="cb05b7863545bd65" providerId="LiveId" clId="{AA975BF2-ED36-4CB6-84A0-D791355B4A07}" dt="2025-08-28T06:33:03.861" v="2497" actId="478"/>
          <ac:spMkLst>
            <pc:docMk/>
            <pc:sldMk cId="0" sldId="269"/>
            <ac:spMk id="46" creationId="{00000000-0000-0000-0000-000000000000}"/>
          </ac:spMkLst>
        </pc:spChg>
        <pc:spChg chg="del">
          <ac:chgData name="arnav8656tiwari@gmail.com" userId="cb05b7863545bd65" providerId="LiveId" clId="{AA975BF2-ED36-4CB6-84A0-D791355B4A07}" dt="2025-08-28T06:33:03.861" v="2497" actId="478"/>
          <ac:spMkLst>
            <pc:docMk/>
            <pc:sldMk cId="0" sldId="269"/>
            <ac:spMk id="50" creationId="{00000000-0000-0000-0000-000000000000}"/>
          </ac:spMkLst>
        </pc:spChg>
        <pc:spChg chg="del">
          <ac:chgData name="arnav8656tiwari@gmail.com" userId="cb05b7863545bd65" providerId="LiveId" clId="{AA975BF2-ED36-4CB6-84A0-D791355B4A07}" dt="2025-08-28T06:31:24.653" v="2479" actId="478"/>
          <ac:spMkLst>
            <pc:docMk/>
            <pc:sldMk cId="0" sldId="269"/>
            <ac:spMk id="58" creationId="{00000000-0000-0000-0000-000000000000}"/>
          </ac:spMkLst>
        </pc:spChg>
        <pc:spChg chg="del mod">
          <ac:chgData name="arnav8656tiwari@gmail.com" userId="cb05b7863545bd65" providerId="LiveId" clId="{AA975BF2-ED36-4CB6-84A0-D791355B4A07}" dt="2025-08-28T06:31:24.653" v="2479" actId="478"/>
          <ac:spMkLst>
            <pc:docMk/>
            <pc:sldMk cId="0" sldId="269"/>
            <ac:spMk id="59" creationId="{00000000-0000-0000-0000-000000000000}"/>
          </ac:spMkLst>
        </pc:spChg>
        <pc:spChg chg="del">
          <ac:chgData name="arnav8656tiwari@gmail.com" userId="cb05b7863545bd65" providerId="LiveId" clId="{AA975BF2-ED36-4CB6-84A0-D791355B4A07}" dt="2025-08-28T06:31:24.653" v="2479" actId="478"/>
          <ac:spMkLst>
            <pc:docMk/>
            <pc:sldMk cId="0" sldId="269"/>
            <ac:spMk id="64" creationId="{00000000-0000-0000-0000-000000000000}"/>
          </ac:spMkLst>
        </pc:spChg>
        <pc:spChg chg="del mod">
          <ac:chgData name="arnav8656tiwari@gmail.com" userId="cb05b7863545bd65" providerId="LiveId" clId="{AA975BF2-ED36-4CB6-84A0-D791355B4A07}" dt="2025-08-28T06:31:24.653" v="2479" actId="478"/>
          <ac:spMkLst>
            <pc:docMk/>
            <pc:sldMk cId="0" sldId="269"/>
            <ac:spMk id="65" creationId="{00000000-0000-0000-0000-000000000000}"/>
          </ac:spMkLst>
        </pc:spChg>
        <pc:spChg chg="del">
          <ac:chgData name="arnav8656tiwari@gmail.com" userId="cb05b7863545bd65" providerId="LiveId" clId="{AA975BF2-ED36-4CB6-84A0-D791355B4A07}" dt="2025-08-28T06:31:24.653" v="2479" actId="478"/>
          <ac:spMkLst>
            <pc:docMk/>
            <pc:sldMk cId="0" sldId="269"/>
            <ac:spMk id="70" creationId="{00000000-0000-0000-0000-000000000000}"/>
          </ac:spMkLst>
        </pc:spChg>
        <pc:spChg chg="del mod">
          <ac:chgData name="arnav8656tiwari@gmail.com" userId="cb05b7863545bd65" providerId="LiveId" clId="{AA975BF2-ED36-4CB6-84A0-D791355B4A07}" dt="2025-08-28T06:31:24.653" v="2479" actId="478"/>
          <ac:spMkLst>
            <pc:docMk/>
            <pc:sldMk cId="0" sldId="269"/>
            <ac:spMk id="71" creationId="{00000000-0000-0000-0000-000000000000}"/>
          </ac:spMkLst>
        </pc:spChg>
        <pc:spChg chg="mod">
          <ac:chgData name="arnav8656tiwari@gmail.com" userId="cb05b7863545bd65" providerId="LiveId" clId="{AA975BF2-ED36-4CB6-84A0-D791355B4A07}" dt="2025-09-03T08:07:41.546" v="4072" actId="1076"/>
          <ac:spMkLst>
            <pc:docMk/>
            <pc:sldMk cId="0" sldId="269"/>
            <ac:spMk id="73" creationId="{00000000-0000-0000-0000-000000000000}"/>
          </ac:spMkLst>
        </pc:spChg>
        <pc:grpChg chg="del">
          <ac:chgData name="arnav8656tiwari@gmail.com" userId="cb05b7863545bd65" providerId="LiveId" clId="{AA975BF2-ED36-4CB6-84A0-D791355B4A07}" dt="2025-08-28T06:31:33.457" v="2482" actId="478"/>
          <ac:grpSpMkLst>
            <pc:docMk/>
            <pc:sldMk cId="0" sldId="269"/>
            <ac:grpSpMk id="54" creationId="{00000000-0000-0000-0000-000000000000}"/>
          </ac:grpSpMkLst>
        </pc:grpChg>
        <pc:grpChg chg="del">
          <ac:chgData name="arnav8656tiwari@gmail.com" userId="cb05b7863545bd65" providerId="LiveId" clId="{AA975BF2-ED36-4CB6-84A0-D791355B4A07}" dt="2025-08-28T06:31:31.919" v="2481" actId="478"/>
          <ac:grpSpMkLst>
            <pc:docMk/>
            <pc:sldMk cId="0" sldId="269"/>
            <ac:grpSpMk id="60" creationId="{00000000-0000-0000-0000-000000000000}"/>
          </ac:grpSpMkLst>
        </pc:grpChg>
        <pc:grpChg chg="del">
          <ac:chgData name="arnav8656tiwari@gmail.com" userId="cb05b7863545bd65" providerId="LiveId" clId="{AA975BF2-ED36-4CB6-84A0-D791355B4A07}" dt="2025-08-28T06:31:30.138" v="2480" actId="478"/>
          <ac:grpSpMkLst>
            <pc:docMk/>
            <pc:sldMk cId="0" sldId="269"/>
            <ac:grpSpMk id="66" creationId="{00000000-0000-0000-0000-000000000000}"/>
          </ac:grpSpMkLst>
        </pc:grpChg>
        <pc:picChg chg="add del mod">
          <ac:chgData name="arnav8656tiwari@gmail.com" userId="cb05b7863545bd65" providerId="LiveId" clId="{AA975BF2-ED36-4CB6-84A0-D791355B4A07}" dt="2025-08-28T06:36:42.193" v="2786" actId="478"/>
          <ac:picMkLst>
            <pc:docMk/>
            <pc:sldMk cId="0" sldId="269"/>
            <ac:picMk id="79" creationId="{1DF9BFB5-C08E-4E9E-965B-EA4BCEC79819}"/>
          </ac:picMkLst>
        </pc:picChg>
      </pc:sldChg>
      <pc:sldChg chg="addSp delSp modSp mod">
        <pc:chgData name="arnav8656tiwari@gmail.com" userId="cb05b7863545bd65" providerId="LiveId" clId="{AA975BF2-ED36-4CB6-84A0-D791355B4A07}" dt="2025-09-01T15:32:56.833" v="4010" actId="166"/>
        <pc:sldMkLst>
          <pc:docMk/>
          <pc:sldMk cId="0" sldId="270"/>
        </pc:sldMkLst>
        <pc:spChg chg="mod">
          <ac:chgData name="arnav8656tiwari@gmail.com" userId="cb05b7863545bd65" providerId="LiveId" clId="{AA975BF2-ED36-4CB6-84A0-D791355B4A07}" dt="2025-09-01T15:31:06.740" v="3988" actId="1076"/>
          <ac:spMkLst>
            <pc:docMk/>
            <pc:sldMk cId="0" sldId="270"/>
            <ac:spMk id="2" creationId="{00000000-0000-0000-0000-000000000000}"/>
          </ac:spMkLst>
        </pc:spChg>
        <pc:spChg chg="add mod ord">
          <ac:chgData name="arnav8656tiwari@gmail.com" userId="cb05b7863545bd65" providerId="LiveId" clId="{AA975BF2-ED36-4CB6-84A0-D791355B4A07}" dt="2025-09-01T15:32:56.833" v="4010" actId="166"/>
          <ac:spMkLst>
            <pc:docMk/>
            <pc:sldMk cId="0" sldId="270"/>
            <ac:spMk id="3" creationId="{A6C689FE-7303-472B-B97A-B279E21C4C16}"/>
          </ac:spMkLst>
        </pc:spChg>
        <pc:spChg chg="add mod">
          <ac:chgData name="arnav8656tiwari@gmail.com" userId="cb05b7863545bd65" providerId="LiveId" clId="{AA975BF2-ED36-4CB6-84A0-D791355B4A07}" dt="2025-09-01T15:31:42.822" v="3995" actId="1076"/>
          <ac:spMkLst>
            <pc:docMk/>
            <pc:sldMk cId="0" sldId="270"/>
            <ac:spMk id="4" creationId="{4547D7BD-9B75-47CC-BEFA-D2742BE81E44}"/>
          </ac:spMkLst>
        </pc:spChg>
        <pc:spChg chg="mod">
          <ac:chgData name="arnav8656tiwari@gmail.com" userId="cb05b7863545bd65" providerId="LiveId" clId="{AA975BF2-ED36-4CB6-84A0-D791355B4A07}" dt="2025-09-01T15:31:53.710" v="3996" actId="1076"/>
          <ac:spMkLst>
            <pc:docMk/>
            <pc:sldMk cId="0" sldId="270"/>
            <ac:spMk id="11" creationId="{00000000-0000-0000-0000-000000000000}"/>
          </ac:spMkLst>
        </pc:spChg>
        <pc:spChg chg="mod">
          <ac:chgData name="arnav8656tiwari@gmail.com" userId="cb05b7863545bd65" providerId="LiveId" clId="{AA975BF2-ED36-4CB6-84A0-D791355B4A07}" dt="2025-09-01T15:31:53.710" v="3996" actId="1076"/>
          <ac:spMkLst>
            <pc:docMk/>
            <pc:sldMk cId="0" sldId="270"/>
            <ac:spMk id="12" creationId="{00000000-0000-0000-0000-000000000000}"/>
          </ac:spMkLst>
        </pc:spChg>
        <pc:spChg chg="mod">
          <ac:chgData name="arnav8656tiwari@gmail.com" userId="cb05b7863545bd65" providerId="LiveId" clId="{AA975BF2-ED36-4CB6-84A0-D791355B4A07}" dt="2025-09-01T15:31:53.710" v="3996" actId="1076"/>
          <ac:spMkLst>
            <pc:docMk/>
            <pc:sldMk cId="0" sldId="270"/>
            <ac:spMk id="13" creationId="{00000000-0000-0000-0000-000000000000}"/>
          </ac:spMkLst>
        </pc:spChg>
        <pc:spChg chg="del">
          <ac:chgData name="arnav8656tiwari@gmail.com" userId="cb05b7863545bd65" providerId="LiveId" clId="{AA975BF2-ED36-4CB6-84A0-D791355B4A07}" dt="2025-09-01T10:58:58.058" v="3687" actId="478"/>
          <ac:spMkLst>
            <pc:docMk/>
            <pc:sldMk cId="0" sldId="270"/>
            <ac:spMk id="19" creationId="{00000000-0000-0000-0000-000000000000}"/>
          </ac:spMkLst>
        </pc:spChg>
        <pc:spChg chg="del">
          <ac:chgData name="arnav8656tiwari@gmail.com" userId="cb05b7863545bd65" providerId="LiveId" clId="{AA975BF2-ED36-4CB6-84A0-D791355B4A07}" dt="2025-09-01T10:58:58.058" v="3687" actId="478"/>
          <ac:spMkLst>
            <pc:docMk/>
            <pc:sldMk cId="0" sldId="270"/>
            <ac:spMk id="20" creationId="{00000000-0000-0000-0000-000000000000}"/>
          </ac:spMkLst>
        </pc:spChg>
        <pc:spChg chg="add del mod">
          <ac:chgData name="arnav8656tiwari@gmail.com" userId="cb05b7863545bd65" providerId="LiveId" clId="{AA975BF2-ED36-4CB6-84A0-D791355B4A07}" dt="2025-09-01T15:29:33.983" v="3965"/>
          <ac:spMkLst>
            <pc:docMk/>
            <pc:sldMk cId="0" sldId="270"/>
            <ac:spMk id="20" creationId="{93E4F5A9-0DD7-42C1-91D4-7A3DC9DCD0E5}"/>
          </ac:spMkLst>
        </pc:spChg>
        <pc:spChg chg="add mod">
          <ac:chgData name="arnav8656tiwari@gmail.com" userId="cb05b7863545bd65" providerId="LiveId" clId="{AA975BF2-ED36-4CB6-84A0-D791355B4A07}" dt="2025-09-01T15:31:37.894" v="3993" actId="1076"/>
          <ac:spMkLst>
            <pc:docMk/>
            <pc:sldMk cId="0" sldId="270"/>
            <ac:spMk id="23" creationId="{374293D5-5F1F-400B-8830-63119E11531C}"/>
          </ac:spMkLst>
        </pc:spChg>
        <pc:spChg chg="mod">
          <ac:chgData name="arnav8656tiwari@gmail.com" userId="cb05b7863545bd65" providerId="LiveId" clId="{AA975BF2-ED36-4CB6-84A0-D791355B4A07}" dt="2025-09-01T15:32:44.899" v="4008" actId="1076"/>
          <ac:spMkLst>
            <pc:docMk/>
            <pc:sldMk cId="0" sldId="270"/>
            <ac:spMk id="24" creationId="{00000000-0000-0000-0000-000000000000}"/>
          </ac:spMkLst>
        </pc:spChg>
        <pc:spChg chg="mod">
          <ac:chgData name="arnav8656tiwari@gmail.com" userId="cb05b7863545bd65" providerId="LiveId" clId="{AA975BF2-ED36-4CB6-84A0-D791355B4A07}" dt="2025-09-01T15:31:11.642" v="3989" actId="1076"/>
          <ac:spMkLst>
            <pc:docMk/>
            <pc:sldMk cId="0" sldId="270"/>
            <ac:spMk id="31" creationId="{00000000-0000-0000-0000-000000000000}"/>
          </ac:spMkLst>
        </pc:spChg>
        <pc:spChg chg="mod">
          <ac:chgData name="arnav8656tiwari@gmail.com" userId="cb05b7863545bd65" providerId="LiveId" clId="{AA975BF2-ED36-4CB6-84A0-D791355B4A07}" dt="2025-07-31T20:00:47.519" v="1026" actId="1076"/>
          <ac:spMkLst>
            <pc:docMk/>
            <pc:sldMk cId="0" sldId="270"/>
            <ac:spMk id="32" creationId="{00000000-0000-0000-0000-000000000000}"/>
          </ac:spMkLst>
        </pc:spChg>
        <pc:spChg chg="add mod ord">
          <ac:chgData name="arnav8656tiwari@gmail.com" userId="cb05b7863545bd65" providerId="LiveId" clId="{AA975BF2-ED36-4CB6-84A0-D791355B4A07}" dt="2025-09-01T15:32:10.481" v="4001" actId="167"/>
          <ac:spMkLst>
            <pc:docMk/>
            <pc:sldMk cId="0" sldId="270"/>
            <ac:spMk id="33" creationId="{14753802-9A8A-4F41-91F6-49183BB4AD70}"/>
          </ac:spMkLst>
        </pc:spChg>
        <pc:grpChg chg="mod">
          <ac:chgData name="arnav8656tiwari@gmail.com" userId="cb05b7863545bd65" providerId="LiveId" clId="{AA975BF2-ED36-4CB6-84A0-D791355B4A07}" dt="2025-09-01T15:31:53.710" v="3996" actId="1076"/>
          <ac:grpSpMkLst>
            <pc:docMk/>
            <pc:sldMk cId="0" sldId="270"/>
            <ac:grpSpMk id="8" creationId="{00000000-0000-0000-0000-000000000000}"/>
          </ac:grpSpMkLst>
        </pc:grpChg>
        <pc:grpChg chg="del">
          <ac:chgData name="arnav8656tiwari@gmail.com" userId="cb05b7863545bd65" providerId="LiveId" clId="{AA975BF2-ED36-4CB6-84A0-D791355B4A07}" dt="2025-09-01T10:58:58.058" v="3687" actId="478"/>
          <ac:grpSpMkLst>
            <pc:docMk/>
            <pc:sldMk cId="0" sldId="270"/>
            <ac:grpSpMk id="14" creationId="{00000000-0000-0000-0000-000000000000}"/>
          </ac:grpSpMkLst>
        </pc:grpChg>
        <pc:grpChg chg="mod">
          <ac:chgData name="arnav8656tiwari@gmail.com" userId="cb05b7863545bd65" providerId="LiveId" clId="{AA975BF2-ED36-4CB6-84A0-D791355B4A07}" dt="2025-09-01T15:32:50.135" v="4009" actId="1076"/>
          <ac:grpSpMkLst>
            <pc:docMk/>
            <pc:sldMk cId="0" sldId="270"/>
            <ac:grpSpMk id="22" creationId="{00000000-0000-0000-0000-000000000000}"/>
          </ac:grpSpMkLst>
        </pc:grpChg>
        <pc:grpChg chg="mod">
          <ac:chgData name="arnav8656tiwari@gmail.com" userId="cb05b7863545bd65" providerId="LiveId" clId="{AA975BF2-ED36-4CB6-84A0-D791355B4A07}" dt="2025-09-01T15:32:39.962" v="4006" actId="14100"/>
          <ac:grpSpMkLst>
            <pc:docMk/>
            <pc:sldMk cId="0" sldId="270"/>
            <ac:grpSpMk id="28" creationId="{00000000-0000-0000-0000-000000000000}"/>
          </ac:grpSpMkLst>
        </pc:grpChg>
      </pc:sldChg>
      <pc:sldChg chg="addSp delSp modSp mod">
        <pc:chgData name="arnav8656tiwari@gmail.com" userId="cb05b7863545bd65" providerId="LiveId" clId="{AA975BF2-ED36-4CB6-84A0-D791355B4A07}" dt="2025-08-28T06:59:56.895" v="3076" actId="1076"/>
        <pc:sldMkLst>
          <pc:docMk/>
          <pc:sldMk cId="0" sldId="271"/>
        </pc:sldMkLst>
        <pc:spChg chg="mod">
          <ac:chgData name="arnav8656tiwari@gmail.com" userId="cb05b7863545bd65" providerId="LiveId" clId="{AA975BF2-ED36-4CB6-84A0-D791355B4A07}" dt="2025-08-28T06:58:59.584" v="3071" actId="403"/>
          <ac:spMkLst>
            <pc:docMk/>
            <pc:sldMk cId="0" sldId="271"/>
            <ac:spMk id="2" creationId="{00000000-0000-0000-0000-000000000000}"/>
          </ac:spMkLst>
        </pc:spChg>
        <pc:spChg chg="mod">
          <ac:chgData name="arnav8656tiwari@gmail.com" userId="cb05b7863545bd65" providerId="LiveId" clId="{AA975BF2-ED36-4CB6-84A0-D791355B4A07}" dt="2025-08-28T06:59:08.218" v="3072" actId="1076"/>
          <ac:spMkLst>
            <pc:docMk/>
            <pc:sldMk cId="0" sldId="271"/>
            <ac:spMk id="3" creationId="{00000000-0000-0000-0000-000000000000}"/>
          </ac:spMkLst>
        </pc:spChg>
        <pc:spChg chg="mod">
          <ac:chgData name="arnav8656tiwari@gmail.com" userId="cb05b7863545bd65" providerId="LiveId" clId="{AA975BF2-ED36-4CB6-84A0-D791355B4A07}" dt="2025-08-28T06:52:19.728" v="3005" actId="403"/>
          <ac:spMkLst>
            <pc:docMk/>
            <pc:sldMk cId="0" sldId="271"/>
            <ac:spMk id="5" creationId="{00000000-0000-0000-0000-000000000000}"/>
          </ac:spMkLst>
        </pc:spChg>
        <pc:spChg chg="mod">
          <ac:chgData name="arnav8656tiwari@gmail.com" userId="cb05b7863545bd65" providerId="LiveId" clId="{AA975BF2-ED36-4CB6-84A0-D791355B4A07}" dt="2025-08-28T06:44:36.210" v="2822" actId="2085"/>
          <ac:spMkLst>
            <pc:docMk/>
            <pc:sldMk cId="0" sldId="271"/>
            <ac:spMk id="11" creationId="{00000000-0000-0000-0000-000000000000}"/>
          </ac:spMkLst>
        </pc:spChg>
        <pc:spChg chg="mod">
          <ac:chgData name="arnav8656tiwari@gmail.com" userId="cb05b7863545bd65" providerId="LiveId" clId="{AA975BF2-ED36-4CB6-84A0-D791355B4A07}" dt="2025-08-28T06:44:36.210" v="2822" actId="2085"/>
          <ac:spMkLst>
            <pc:docMk/>
            <pc:sldMk cId="0" sldId="271"/>
            <ac:spMk id="12" creationId="{00000000-0000-0000-0000-000000000000}"/>
          </ac:spMkLst>
        </pc:spChg>
        <pc:spChg chg="mod">
          <ac:chgData name="arnav8656tiwari@gmail.com" userId="cb05b7863545bd65" providerId="LiveId" clId="{AA975BF2-ED36-4CB6-84A0-D791355B4A07}" dt="2025-08-28T06:59:46.922" v="3075" actId="1076"/>
          <ac:spMkLst>
            <pc:docMk/>
            <pc:sldMk cId="0" sldId="271"/>
            <ac:spMk id="13" creationId="{00000000-0000-0000-0000-000000000000}"/>
          </ac:spMkLst>
        </pc:spChg>
        <pc:spChg chg="mod">
          <ac:chgData name="arnav8656tiwari@gmail.com" userId="cb05b7863545bd65" providerId="LiveId" clId="{AA975BF2-ED36-4CB6-84A0-D791355B4A07}" dt="2025-08-28T06:59:46.922" v="3075" actId="1076"/>
          <ac:spMkLst>
            <pc:docMk/>
            <pc:sldMk cId="0" sldId="271"/>
            <ac:spMk id="14" creationId="{00000000-0000-0000-0000-000000000000}"/>
          </ac:spMkLst>
        </pc:spChg>
        <pc:spChg chg="mod">
          <ac:chgData name="arnav8656tiwari@gmail.com" userId="cb05b7863545bd65" providerId="LiveId" clId="{AA975BF2-ED36-4CB6-84A0-D791355B4A07}" dt="2025-08-28T06:59:46.922" v="3075" actId="1076"/>
          <ac:spMkLst>
            <pc:docMk/>
            <pc:sldMk cId="0" sldId="271"/>
            <ac:spMk id="15" creationId="{00000000-0000-0000-0000-000000000000}"/>
          </ac:spMkLst>
        </pc:spChg>
        <pc:spChg chg="mod ord topLvl">
          <ac:chgData name="arnav8656tiwari@gmail.com" userId="cb05b7863545bd65" providerId="LiveId" clId="{AA975BF2-ED36-4CB6-84A0-D791355B4A07}" dt="2025-08-28T06:58:38.487" v="3064" actId="1076"/>
          <ac:spMkLst>
            <pc:docMk/>
            <pc:sldMk cId="0" sldId="271"/>
            <ac:spMk id="17" creationId="{00000000-0000-0000-0000-000000000000}"/>
          </ac:spMkLst>
        </pc:spChg>
        <pc:spChg chg="add del mod ord topLvl">
          <ac:chgData name="arnav8656tiwari@gmail.com" userId="cb05b7863545bd65" providerId="LiveId" clId="{AA975BF2-ED36-4CB6-84A0-D791355B4A07}" dt="2025-08-28T06:55:56.270" v="3027" actId="478"/>
          <ac:spMkLst>
            <pc:docMk/>
            <pc:sldMk cId="0" sldId="271"/>
            <ac:spMk id="18" creationId="{00000000-0000-0000-0000-000000000000}"/>
          </ac:spMkLst>
        </pc:spChg>
        <pc:spChg chg="mod">
          <ac:chgData name="arnav8656tiwari@gmail.com" userId="cb05b7863545bd65" providerId="LiveId" clId="{AA975BF2-ED36-4CB6-84A0-D791355B4A07}" dt="2025-08-28T06:58:38.487" v="3064" actId="1076"/>
          <ac:spMkLst>
            <pc:docMk/>
            <pc:sldMk cId="0" sldId="271"/>
            <ac:spMk id="19" creationId="{00000000-0000-0000-0000-000000000000}"/>
          </ac:spMkLst>
        </pc:spChg>
        <pc:spChg chg="mod ord">
          <ac:chgData name="arnav8656tiwari@gmail.com" userId="cb05b7863545bd65" providerId="LiveId" clId="{AA975BF2-ED36-4CB6-84A0-D791355B4A07}" dt="2025-08-28T06:58:38.487" v="3064" actId="1076"/>
          <ac:spMkLst>
            <pc:docMk/>
            <pc:sldMk cId="0" sldId="271"/>
            <ac:spMk id="20" creationId="{00000000-0000-0000-0000-000000000000}"/>
          </ac:spMkLst>
        </pc:spChg>
        <pc:spChg chg="add mod">
          <ac:chgData name="arnav8656tiwari@gmail.com" userId="cb05b7863545bd65" providerId="LiveId" clId="{AA975BF2-ED36-4CB6-84A0-D791355B4A07}" dt="2025-08-28T06:59:17.582" v="3073" actId="1076"/>
          <ac:spMkLst>
            <pc:docMk/>
            <pc:sldMk cId="0" sldId="271"/>
            <ac:spMk id="24" creationId="{F0C47F08-86AB-4F80-82A9-F346AA7F4FCB}"/>
          </ac:spMkLst>
        </pc:spChg>
        <pc:spChg chg="add mod ord">
          <ac:chgData name="arnav8656tiwari@gmail.com" userId="cb05b7863545bd65" providerId="LiveId" clId="{AA975BF2-ED36-4CB6-84A0-D791355B4A07}" dt="2025-08-28T06:58:38.487" v="3064" actId="1076"/>
          <ac:spMkLst>
            <pc:docMk/>
            <pc:sldMk cId="0" sldId="271"/>
            <ac:spMk id="25" creationId="{67049E67-EA49-4E42-B104-092B55832A66}"/>
          </ac:spMkLst>
        </pc:spChg>
        <pc:spChg chg="add del mod">
          <ac:chgData name="arnav8656tiwari@gmail.com" userId="cb05b7863545bd65" providerId="LiveId" clId="{AA975BF2-ED36-4CB6-84A0-D791355B4A07}" dt="2025-08-28T06:47:18.444" v="2946" actId="478"/>
          <ac:spMkLst>
            <pc:docMk/>
            <pc:sldMk cId="0" sldId="271"/>
            <ac:spMk id="26" creationId="{C23ACDCC-D48F-45C9-9EDC-1218CA8D5097}"/>
          </ac:spMkLst>
        </pc:spChg>
        <pc:spChg chg="add del mod">
          <ac:chgData name="arnav8656tiwari@gmail.com" userId="cb05b7863545bd65" providerId="LiveId" clId="{AA975BF2-ED36-4CB6-84A0-D791355B4A07}" dt="2025-08-28T06:49:52.093" v="2978" actId="478"/>
          <ac:spMkLst>
            <pc:docMk/>
            <pc:sldMk cId="0" sldId="271"/>
            <ac:spMk id="27" creationId="{62D6307E-AD8F-481A-A4D4-2F6AB35A4A82}"/>
          </ac:spMkLst>
        </pc:spChg>
        <pc:spChg chg="mod ord">
          <ac:chgData name="arnav8656tiwari@gmail.com" userId="cb05b7863545bd65" providerId="LiveId" clId="{AA975BF2-ED36-4CB6-84A0-D791355B4A07}" dt="2025-08-28T06:59:46.922" v="3075" actId="1076"/>
          <ac:spMkLst>
            <pc:docMk/>
            <pc:sldMk cId="0" sldId="271"/>
            <ac:spMk id="31" creationId="{00000000-0000-0000-0000-000000000000}"/>
          </ac:spMkLst>
        </pc:spChg>
        <pc:spChg chg="mod">
          <ac:chgData name="arnav8656tiwari@gmail.com" userId="cb05b7863545bd65" providerId="LiveId" clId="{AA975BF2-ED36-4CB6-84A0-D791355B4A07}" dt="2025-08-28T06:59:56.895" v="3076" actId="1076"/>
          <ac:spMkLst>
            <pc:docMk/>
            <pc:sldMk cId="0" sldId="271"/>
            <ac:spMk id="32" creationId="{00000000-0000-0000-0000-000000000000}"/>
          </ac:spMkLst>
        </pc:spChg>
        <pc:spChg chg="add mod">
          <ac:chgData name="arnav8656tiwari@gmail.com" userId="cb05b7863545bd65" providerId="LiveId" clId="{AA975BF2-ED36-4CB6-84A0-D791355B4A07}" dt="2025-08-28T06:59:17.582" v="3073" actId="1076"/>
          <ac:spMkLst>
            <pc:docMk/>
            <pc:sldMk cId="0" sldId="271"/>
            <ac:spMk id="33" creationId="{55E9585E-20DF-4A19-831A-650C35359CE7}"/>
          </ac:spMkLst>
        </pc:spChg>
        <pc:spChg chg="add mod">
          <ac:chgData name="arnav8656tiwari@gmail.com" userId="cb05b7863545bd65" providerId="LiveId" clId="{AA975BF2-ED36-4CB6-84A0-D791355B4A07}" dt="2025-08-28T06:58:38.487" v="3064" actId="1076"/>
          <ac:spMkLst>
            <pc:docMk/>
            <pc:sldMk cId="0" sldId="271"/>
            <ac:spMk id="34" creationId="{B9525F98-FF4F-4BC5-8F7A-DDCC6276CF82}"/>
          </ac:spMkLst>
        </pc:spChg>
        <pc:spChg chg="add mod">
          <ac:chgData name="arnav8656tiwari@gmail.com" userId="cb05b7863545bd65" providerId="LiveId" clId="{AA975BF2-ED36-4CB6-84A0-D791355B4A07}" dt="2025-08-28T06:58:38.487" v="3064" actId="1076"/>
          <ac:spMkLst>
            <pc:docMk/>
            <pc:sldMk cId="0" sldId="271"/>
            <ac:spMk id="35" creationId="{E7BDA401-CCB1-4F7E-ACFD-E1A74D3C3867}"/>
          </ac:spMkLst>
        </pc:spChg>
        <pc:spChg chg="add del mod">
          <ac:chgData name="arnav8656tiwari@gmail.com" userId="cb05b7863545bd65" providerId="LiveId" clId="{AA975BF2-ED36-4CB6-84A0-D791355B4A07}" dt="2025-08-28T06:57:43.851" v="3052" actId="478"/>
          <ac:spMkLst>
            <pc:docMk/>
            <pc:sldMk cId="0" sldId="271"/>
            <ac:spMk id="36" creationId="{B1BF3B36-F76D-411B-9854-2C23577A18E1}"/>
          </ac:spMkLst>
        </pc:spChg>
        <pc:grpChg chg="mod ord">
          <ac:chgData name="arnav8656tiwari@gmail.com" userId="cb05b7863545bd65" providerId="LiveId" clId="{AA975BF2-ED36-4CB6-84A0-D791355B4A07}" dt="2025-08-28T06:59:46.922" v="3075" actId="1076"/>
          <ac:grpSpMkLst>
            <pc:docMk/>
            <pc:sldMk cId="0" sldId="271"/>
            <ac:grpSpMk id="4" creationId="{00000000-0000-0000-0000-000000000000}"/>
          </ac:grpSpMkLst>
        </pc:grpChg>
        <pc:grpChg chg="mod">
          <ac:chgData name="arnav8656tiwari@gmail.com" userId="cb05b7863545bd65" providerId="LiveId" clId="{AA975BF2-ED36-4CB6-84A0-D791355B4A07}" dt="2025-08-28T06:59:46.922" v="3075" actId="1076"/>
          <ac:grpSpMkLst>
            <pc:docMk/>
            <pc:sldMk cId="0" sldId="271"/>
            <ac:grpSpMk id="10" creationId="{00000000-0000-0000-0000-000000000000}"/>
          </ac:grpSpMkLst>
        </pc:grpChg>
        <pc:grpChg chg="add del mod ord">
          <ac:chgData name="arnav8656tiwari@gmail.com" userId="cb05b7863545bd65" providerId="LiveId" clId="{AA975BF2-ED36-4CB6-84A0-D791355B4A07}" dt="2025-08-28T06:55:56.270" v="3027" actId="478"/>
          <ac:grpSpMkLst>
            <pc:docMk/>
            <pc:sldMk cId="0" sldId="271"/>
            <ac:grpSpMk id="16" creationId="{00000000-0000-0000-0000-000000000000}"/>
          </ac:grpSpMkLst>
        </pc:grpChg>
        <pc:grpChg chg="mod">
          <ac:chgData name="arnav8656tiwari@gmail.com" userId="cb05b7863545bd65" providerId="LiveId" clId="{AA975BF2-ED36-4CB6-84A0-D791355B4A07}" dt="2025-08-28T06:59:17.582" v="3073" actId="1076"/>
          <ac:grpSpMkLst>
            <pc:docMk/>
            <pc:sldMk cId="0" sldId="271"/>
            <ac:grpSpMk id="28" creationId="{00000000-0000-0000-0000-000000000000}"/>
          </ac:grpSpMkLst>
        </pc:grpChg>
      </pc:sldChg>
    </pc:docChg>
  </pc:docChgLst>
  <pc:docChgLst>
    <pc:chgData name="arnav8656tiwari@gmail.com" userId="cb05b7863545bd65" providerId="LiveId" clId="{C38803D9-F29C-4654-BEB2-62D3FD17E684}"/>
    <pc:docChg chg="undo redo custSel addSld delSld modSld sldOrd modMainMaster">
      <pc:chgData name="arnav8656tiwari@gmail.com" userId="cb05b7863545bd65" providerId="LiveId" clId="{C38803D9-F29C-4654-BEB2-62D3FD17E684}" dt="2025-09-18T17:26:30.893" v="4764"/>
      <pc:docMkLst>
        <pc:docMk/>
      </pc:docMkLst>
      <pc:sldChg chg="addSp delSp modSp del mod">
        <pc:chgData name="arnav8656tiwari@gmail.com" userId="cb05b7863545bd65" providerId="LiveId" clId="{C38803D9-F29C-4654-BEB2-62D3FD17E684}" dt="2025-09-14T18:12:45.715" v="26" actId="2696"/>
        <pc:sldMkLst>
          <pc:docMk/>
          <pc:sldMk cId="0" sldId="256"/>
        </pc:sldMkLst>
        <pc:spChg chg="del">
          <ac:chgData name="arnav8656tiwari@gmail.com" userId="cb05b7863545bd65" providerId="LiveId" clId="{C38803D9-F29C-4654-BEB2-62D3FD17E684}" dt="2025-09-14T18:12:12.631" v="23" actId="21"/>
          <ac:spMkLst>
            <pc:docMk/>
            <pc:sldMk cId="0" sldId="256"/>
            <ac:spMk id="3" creationId="{00000000-0000-0000-0000-000000000000}"/>
          </ac:spMkLst>
        </pc:spChg>
        <pc:spChg chg="del">
          <ac:chgData name="arnav8656tiwari@gmail.com" userId="cb05b7863545bd65" providerId="LiveId" clId="{C38803D9-F29C-4654-BEB2-62D3FD17E684}" dt="2025-09-14T18:12:12.631" v="23" actId="21"/>
          <ac:spMkLst>
            <pc:docMk/>
            <pc:sldMk cId="0" sldId="256"/>
            <ac:spMk id="4" creationId="{00000000-0000-0000-0000-000000000000}"/>
          </ac:spMkLst>
        </pc:spChg>
        <pc:spChg chg="del">
          <ac:chgData name="arnav8656tiwari@gmail.com" userId="cb05b7863545bd65" providerId="LiveId" clId="{C38803D9-F29C-4654-BEB2-62D3FD17E684}" dt="2025-09-14T18:12:12.631" v="23" actId="21"/>
          <ac:spMkLst>
            <pc:docMk/>
            <pc:sldMk cId="0" sldId="256"/>
            <ac:spMk id="5" creationId="{00000000-0000-0000-0000-000000000000}"/>
          </ac:spMkLst>
        </pc:spChg>
        <pc:spChg chg="del">
          <ac:chgData name="arnav8656tiwari@gmail.com" userId="cb05b7863545bd65" providerId="LiveId" clId="{C38803D9-F29C-4654-BEB2-62D3FD17E684}" dt="2025-09-14T18:12:12.631" v="23" actId="21"/>
          <ac:spMkLst>
            <pc:docMk/>
            <pc:sldMk cId="0" sldId="256"/>
            <ac:spMk id="6" creationId="{00000000-0000-0000-0000-000000000000}"/>
          </ac:spMkLst>
        </pc:spChg>
        <pc:spChg chg="del">
          <ac:chgData name="arnav8656tiwari@gmail.com" userId="cb05b7863545bd65" providerId="LiveId" clId="{C38803D9-F29C-4654-BEB2-62D3FD17E684}" dt="2025-09-14T18:12:12.631" v="23" actId="21"/>
          <ac:spMkLst>
            <pc:docMk/>
            <pc:sldMk cId="0" sldId="256"/>
            <ac:spMk id="7" creationId="{00000000-0000-0000-0000-000000000000}"/>
          </ac:spMkLst>
        </pc:spChg>
        <pc:spChg chg="del">
          <ac:chgData name="arnav8656tiwari@gmail.com" userId="cb05b7863545bd65" providerId="LiveId" clId="{C38803D9-F29C-4654-BEB2-62D3FD17E684}" dt="2025-09-14T18:12:12.631" v="23" actId="21"/>
          <ac:spMkLst>
            <pc:docMk/>
            <pc:sldMk cId="0" sldId="256"/>
            <ac:spMk id="8" creationId="{00000000-0000-0000-0000-000000000000}"/>
          </ac:spMkLst>
        </pc:spChg>
        <pc:spChg chg="del">
          <ac:chgData name="arnav8656tiwari@gmail.com" userId="cb05b7863545bd65" providerId="LiveId" clId="{C38803D9-F29C-4654-BEB2-62D3FD17E684}" dt="2025-09-14T18:12:12.631" v="23" actId="21"/>
          <ac:spMkLst>
            <pc:docMk/>
            <pc:sldMk cId="0" sldId="256"/>
            <ac:spMk id="9" creationId="{00000000-0000-0000-0000-000000000000}"/>
          </ac:spMkLst>
        </pc:spChg>
        <pc:spChg chg="del">
          <ac:chgData name="arnav8656tiwari@gmail.com" userId="cb05b7863545bd65" providerId="LiveId" clId="{C38803D9-F29C-4654-BEB2-62D3FD17E684}" dt="2025-09-14T18:12:12.631" v="23" actId="21"/>
          <ac:spMkLst>
            <pc:docMk/>
            <pc:sldMk cId="0" sldId="256"/>
            <ac:spMk id="10" creationId="{00000000-0000-0000-0000-000000000000}"/>
          </ac:spMkLst>
        </pc:spChg>
        <pc:spChg chg="add mod">
          <ac:chgData name="arnav8656tiwari@gmail.com" userId="cb05b7863545bd65" providerId="LiveId" clId="{C38803D9-F29C-4654-BEB2-62D3FD17E684}" dt="2025-09-14T18:12:12.631" v="23" actId="21"/>
          <ac:spMkLst>
            <pc:docMk/>
            <pc:sldMk cId="0" sldId="256"/>
            <ac:spMk id="11" creationId="{8CBADC15-D789-4D3D-8EE6-445C77F949E2}"/>
          </ac:spMkLst>
        </pc:spChg>
      </pc:sldChg>
      <pc:sldChg chg="addSp delSp modSp mod setBg">
        <pc:chgData name="arnav8656tiwari@gmail.com" userId="cb05b7863545bd65" providerId="LiveId" clId="{C38803D9-F29C-4654-BEB2-62D3FD17E684}" dt="2025-09-18T16:17:38.943" v="4444" actId="1582"/>
        <pc:sldMkLst>
          <pc:docMk/>
          <pc:sldMk cId="0" sldId="257"/>
        </pc:sldMkLst>
        <pc:spChg chg="mod">
          <ac:chgData name="arnav8656tiwari@gmail.com" userId="cb05b7863545bd65" providerId="LiveId" clId="{C38803D9-F29C-4654-BEB2-62D3FD17E684}" dt="2025-09-18T16:14:53.370" v="4405" actId="14100"/>
          <ac:spMkLst>
            <pc:docMk/>
            <pc:sldMk cId="0" sldId="257"/>
            <ac:spMk id="2" creationId="{00000000-0000-0000-0000-000000000000}"/>
          </ac:spMkLst>
        </pc:spChg>
        <pc:spChg chg="mod">
          <ac:chgData name="arnav8656tiwari@gmail.com" userId="cb05b7863545bd65" providerId="LiveId" clId="{C38803D9-F29C-4654-BEB2-62D3FD17E684}" dt="2025-09-18T16:14:59.277" v="4420" actId="14100"/>
          <ac:spMkLst>
            <pc:docMk/>
            <pc:sldMk cId="0" sldId="257"/>
            <ac:spMk id="3" creationId="{00000000-0000-0000-0000-000000000000}"/>
          </ac:spMkLst>
        </pc:spChg>
        <pc:spChg chg="add mod">
          <ac:chgData name="arnav8656tiwari@gmail.com" userId="cb05b7863545bd65" providerId="LiveId" clId="{C38803D9-F29C-4654-BEB2-62D3FD17E684}" dt="2025-09-18T16:17:01.121" v="4438" actId="1076"/>
          <ac:spMkLst>
            <pc:docMk/>
            <pc:sldMk cId="0" sldId="257"/>
            <ac:spMk id="4" creationId="{4D22903A-73F6-4DA5-AED2-83B4CCD3A63B}"/>
          </ac:spMkLst>
        </pc:spChg>
        <pc:spChg chg="mod">
          <ac:chgData name="arnav8656tiwari@gmail.com" userId="cb05b7863545bd65" providerId="LiveId" clId="{C38803D9-F29C-4654-BEB2-62D3FD17E684}" dt="2025-09-15T10:53:32.171" v="973" actId="207"/>
          <ac:spMkLst>
            <pc:docMk/>
            <pc:sldMk cId="0" sldId="257"/>
            <ac:spMk id="5" creationId="{00000000-0000-0000-0000-000000000000}"/>
          </ac:spMkLst>
        </pc:spChg>
        <pc:spChg chg="add del mod">
          <ac:chgData name="arnav8656tiwari@gmail.com" userId="cb05b7863545bd65" providerId="LiveId" clId="{C38803D9-F29C-4654-BEB2-62D3FD17E684}" dt="2025-09-18T16:11:27.328" v="4298" actId="478"/>
          <ac:spMkLst>
            <pc:docMk/>
            <pc:sldMk cId="0" sldId="257"/>
            <ac:spMk id="5" creationId="{0D906861-E97E-420D-A9A0-DE5D8F8EF95C}"/>
          </ac:spMkLst>
        </pc:spChg>
        <pc:spChg chg="mod">
          <ac:chgData name="arnav8656tiwari@gmail.com" userId="cb05b7863545bd65" providerId="LiveId" clId="{C38803D9-F29C-4654-BEB2-62D3FD17E684}" dt="2025-09-15T10:53:32.171" v="973" actId="207"/>
          <ac:spMkLst>
            <pc:docMk/>
            <pc:sldMk cId="0" sldId="257"/>
            <ac:spMk id="6" creationId="{00000000-0000-0000-0000-000000000000}"/>
          </ac:spMkLst>
        </pc:spChg>
        <pc:spChg chg="add del mod">
          <ac:chgData name="arnav8656tiwari@gmail.com" userId="cb05b7863545bd65" providerId="LiveId" clId="{C38803D9-F29C-4654-BEB2-62D3FD17E684}" dt="2025-09-18T16:14:17.947" v="4399" actId="478"/>
          <ac:spMkLst>
            <pc:docMk/>
            <pc:sldMk cId="0" sldId="257"/>
            <ac:spMk id="7" creationId="{627D2B8B-DE7A-4A18-BBB9-0A144A5817AE}"/>
          </ac:spMkLst>
        </pc:spChg>
        <pc:spChg chg="mod">
          <ac:chgData name="arnav8656tiwari@gmail.com" userId="cb05b7863545bd65" providerId="LiveId" clId="{C38803D9-F29C-4654-BEB2-62D3FD17E684}" dt="2025-09-15T10:53:32.171" v="973" actId="207"/>
          <ac:spMkLst>
            <pc:docMk/>
            <pc:sldMk cId="0" sldId="257"/>
            <ac:spMk id="9" creationId="{00000000-0000-0000-0000-000000000000}"/>
          </ac:spMkLst>
        </pc:spChg>
        <pc:spChg chg="mod">
          <ac:chgData name="arnav8656tiwari@gmail.com" userId="cb05b7863545bd65" providerId="LiveId" clId="{C38803D9-F29C-4654-BEB2-62D3FD17E684}" dt="2025-09-15T10:53:32.171" v="973" actId="207"/>
          <ac:spMkLst>
            <pc:docMk/>
            <pc:sldMk cId="0" sldId="257"/>
            <ac:spMk id="10" creationId="{00000000-0000-0000-0000-000000000000}"/>
          </ac:spMkLst>
        </pc:spChg>
        <pc:spChg chg="mod">
          <ac:chgData name="arnav8656tiwari@gmail.com" userId="cb05b7863545bd65" providerId="LiveId" clId="{C38803D9-F29C-4654-BEB2-62D3FD17E684}" dt="2025-09-15T10:53:32.171" v="973" actId="207"/>
          <ac:spMkLst>
            <pc:docMk/>
            <pc:sldMk cId="0" sldId="257"/>
            <ac:spMk id="13" creationId="{00000000-0000-0000-0000-000000000000}"/>
          </ac:spMkLst>
        </pc:spChg>
        <pc:spChg chg="mod">
          <ac:chgData name="arnav8656tiwari@gmail.com" userId="cb05b7863545bd65" providerId="LiveId" clId="{C38803D9-F29C-4654-BEB2-62D3FD17E684}" dt="2025-09-15T10:53:32.171" v="973" actId="207"/>
          <ac:spMkLst>
            <pc:docMk/>
            <pc:sldMk cId="0" sldId="257"/>
            <ac:spMk id="14" creationId="{00000000-0000-0000-0000-000000000000}"/>
          </ac:spMkLst>
        </pc:spChg>
        <pc:spChg chg="del mod">
          <ac:chgData name="arnav8656tiwari@gmail.com" userId="cb05b7863545bd65" providerId="LiveId" clId="{C38803D9-F29C-4654-BEB2-62D3FD17E684}" dt="2025-09-15T11:17:52.833" v="1193" actId="478"/>
          <ac:spMkLst>
            <pc:docMk/>
            <pc:sldMk cId="0" sldId="257"/>
            <ac:spMk id="16" creationId="{00000000-0000-0000-0000-000000000000}"/>
          </ac:spMkLst>
        </pc:spChg>
        <pc:spChg chg="del mod">
          <ac:chgData name="arnav8656tiwari@gmail.com" userId="cb05b7863545bd65" providerId="LiveId" clId="{C38803D9-F29C-4654-BEB2-62D3FD17E684}" dt="2025-09-15T11:00:40.664" v="1000" actId="478"/>
          <ac:spMkLst>
            <pc:docMk/>
            <pc:sldMk cId="0" sldId="257"/>
            <ac:spMk id="17" creationId="{00000000-0000-0000-0000-000000000000}"/>
          </ac:spMkLst>
        </pc:spChg>
        <pc:spChg chg="del mod">
          <ac:chgData name="arnav8656tiwari@gmail.com" userId="cb05b7863545bd65" providerId="LiveId" clId="{C38803D9-F29C-4654-BEB2-62D3FD17E684}" dt="2025-09-15T11:00:38.903" v="999" actId="478"/>
          <ac:spMkLst>
            <pc:docMk/>
            <pc:sldMk cId="0" sldId="257"/>
            <ac:spMk id="18" creationId="{00000000-0000-0000-0000-000000000000}"/>
          </ac:spMkLst>
        </pc:spChg>
        <pc:spChg chg="del mod">
          <ac:chgData name="arnav8656tiwari@gmail.com" userId="cb05b7863545bd65" providerId="LiveId" clId="{C38803D9-F29C-4654-BEB2-62D3FD17E684}" dt="2025-09-15T11:00:43.870" v="1001" actId="478"/>
          <ac:spMkLst>
            <pc:docMk/>
            <pc:sldMk cId="0" sldId="257"/>
            <ac:spMk id="19" creationId="{00000000-0000-0000-0000-000000000000}"/>
          </ac:spMkLst>
        </pc:spChg>
        <pc:spChg chg="del mod ord">
          <ac:chgData name="arnav8656tiwari@gmail.com" userId="cb05b7863545bd65" providerId="LiveId" clId="{C38803D9-F29C-4654-BEB2-62D3FD17E684}" dt="2025-09-18T16:14:13.067" v="4398" actId="478"/>
          <ac:spMkLst>
            <pc:docMk/>
            <pc:sldMk cId="0" sldId="257"/>
            <ac:spMk id="20" creationId="{00000000-0000-0000-0000-000000000000}"/>
          </ac:spMkLst>
        </pc:spChg>
        <pc:spChg chg="mod">
          <ac:chgData name="arnav8656tiwari@gmail.com" userId="cb05b7863545bd65" providerId="LiveId" clId="{C38803D9-F29C-4654-BEB2-62D3FD17E684}" dt="2025-09-18T16:11:38.315" v="4300" actId="2711"/>
          <ac:spMkLst>
            <pc:docMk/>
            <pc:sldMk cId="0" sldId="257"/>
            <ac:spMk id="21" creationId="{00000000-0000-0000-0000-000000000000}"/>
          </ac:spMkLst>
        </pc:spChg>
        <pc:spChg chg="mod">
          <ac:chgData name="arnav8656tiwari@gmail.com" userId="cb05b7863545bd65" providerId="LiveId" clId="{C38803D9-F29C-4654-BEB2-62D3FD17E684}" dt="2025-09-18T16:11:38.315" v="4300" actId="2711"/>
          <ac:spMkLst>
            <pc:docMk/>
            <pc:sldMk cId="0" sldId="257"/>
            <ac:spMk id="23" creationId="{00000000-0000-0000-0000-000000000000}"/>
          </ac:spMkLst>
        </pc:spChg>
        <pc:spChg chg="mod topLvl">
          <ac:chgData name="arnav8656tiwari@gmail.com" userId="cb05b7863545bd65" providerId="LiveId" clId="{C38803D9-F29C-4654-BEB2-62D3FD17E684}" dt="2025-09-18T16:11:38.315" v="4300" actId="2711"/>
          <ac:spMkLst>
            <pc:docMk/>
            <pc:sldMk cId="0" sldId="257"/>
            <ac:spMk id="26" creationId="{00000000-0000-0000-0000-000000000000}"/>
          </ac:spMkLst>
        </pc:spChg>
        <pc:spChg chg="del mod">
          <ac:chgData name="arnav8656tiwari@gmail.com" userId="cb05b7863545bd65" providerId="LiveId" clId="{C38803D9-F29C-4654-BEB2-62D3FD17E684}" dt="2025-09-18T16:11:03.768" v="4291" actId="478"/>
          <ac:spMkLst>
            <pc:docMk/>
            <pc:sldMk cId="0" sldId="257"/>
            <ac:spMk id="27" creationId="{00000000-0000-0000-0000-000000000000}"/>
          </ac:spMkLst>
        </pc:spChg>
        <pc:spChg chg="mod">
          <ac:chgData name="arnav8656tiwari@gmail.com" userId="cb05b7863545bd65" providerId="LiveId" clId="{C38803D9-F29C-4654-BEB2-62D3FD17E684}" dt="2025-09-15T10:53:32.171" v="973" actId="207"/>
          <ac:spMkLst>
            <pc:docMk/>
            <pc:sldMk cId="0" sldId="257"/>
            <ac:spMk id="29" creationId="{00000000-0000-0000-0000-000000000000}"/>
          </ac:spMkLst>
        </pc:spChg>
        <pc:spChg chg="mod">
          <ac:chgData name="arnav8656tiwari@gmail.com" userId="cb05b7863545bd65" providerId="LiveId" clId="{C38803D9-F29C-4654-BEB2-62D3FD17E684}" dt="2025-09-15T10:53:32.171" v="973" actId="207"/>
          <ac:spMkLst>
            <pc:docMk/>
            <pc:sldMk cId="0" sldId="257"/>
            <ac:spMk id="30" creationId="{00000000-0000-0000-0000-000000000000}"/>
          </ac:spMkLst>
        </pc:spChg>
        <pc:spChg chg="del mod ord">
          <ac:chgData name="arnav8656tiwari@gmail.com" userId="cb05b7863545bd65" providerId="LiveId" clId="{C38803D9-F29C-4654-BEB2-62D3FD17E684}" dt="2025-09-18T16:10:57.076" v="4290" actId="478"/>
          <ac:spMkLst>
            <pc:docMk/>
            <pc:sldMk cId="0" sldId="257"/>
            <ac:spMk id="32" creationId="{00000000-0000-0000-0000-000000000000}"/>
          </ac:spMkLst>
        </pc:spChg>
        <pc:spChg chg="mod">
          <ac:chgData name="arnav8656tiwari@gmail.com" userId="cb05b7863545bd65" providerId="LiveId" clId="{C38803D9-F29C-4654-BEB2-62D3FD17E684}" dt="2025-09-15T10:53:32.171" v="973" actId="207"/>
          <ac:spMkLst>
            <pc:docMk/>
            <pc:sldMk cId="0" sldId="257"/>
            <ac:spMk id="34" creationId="{00000000-0000-0000-0000-000000000000}"/>
          </ac:spMkLst>
        </pc:spChg>
        <pc:spChg chg="mod">
          <ac:chgData name="arnav8656tiwari@gmail.com" userId="cb05b7863545bd65" providerId="LiveId" clId="{C38803D9-F29C-4654-BEB2-62D3FD17E684}" dt="2025-09-15T10:53:32.171" v="973" actId="207"/>
          <ac:spMkLst>
            <pc:docMk/>
            <pc:sldMk cId="0" sldId="257"/>
            <ac:spMk id="35" creationId="{00000000-0000-0000-0000-000000000000}"/>
          </ac:spMkLst>
        </pc:spChg>
        <pc:spChg chg="del mod ord">
          <ac:chgData name="arnav8656tiwari@gmail.com" userId="cb05b7863545bd65" providerId="LiveId" clId="{C38803D9-F29C-4654-BEB2-62D3FD17E684}" dt="2025-09-18T16:10:57.076" v="4290" actId="478"/>
          <ac:spMkLst>
            <pc:docMk/>
            <pc:sldMk cId="0" sldId="257"/>
            <ac:spMk id="37" creationId="{00000000-0000-0000-0000-000000000000}"/>
          </ac:spMkLst>
        </pc:spChg>
        <pc:spChg chg="mod">
          <ac:chgData name="arnav8656tiwari@gmail.com" userId="cb05b7863545bd65" providerId="LiveId" clId="{C38803D9-F29C-4654-BEB2-62D3FD17E684}" dt="2025-09-18T13:24:16.506" v="4199" actId="2711"/>
          <ac:spMkLst>
            <pc:docMk/>
            <pc:sldMk cId="0" sldId="257"/>
            <ac:spMk id="39" creationId="{00000000-0000-0000-0000-000000000000}"/>
          </ac:spMkLst>
        </pc:spChg>
        <pc:spChg chg="mod">
          <ac:chgData name="arnav8656tiwari@gmail.com" userId="cb05b7863545bd65" providerId="LiveId" clId="{C38803D9-F29C-4654-BEB2-62D3FD17E684}" dt="2025-09-18T13:24:16.506" v="4199" actId="2711"/>
          <ac:spMkLst>
            <pc:docMk/>
            <pc:sldMk cId="0" sldId="257"/>
            <ac:spMk id="40" creationId="{00000000-0000-0000-0000-000000000000}"/>
          </ac:spMkLst>
        </pc:spChg>
        <pc:spChg chg="del mod">
          <ac:chgData name="arnav8656tiwari@gmail.com" userId="cb05b7863545bd65" providerId="LiveId" clId="{C38803D9-F29C-4654-BEB2-62D3FD17E684}" dt="2025-09-18T16:10:57.076" v="4290" actId="478"/>
          <ac:spMkLst>
            <pc:docMk/>
            <pc:sldMk cId="0" sldId="257"/>
            <ac:spMk id="42" creationId="{00000000-0000-0000-0000-000000000000}"/>
          </ac:spMkLst>
        </pc:spChg>
        <pc:spChg chg="mod">
          <ac:chgData name="arnav8656tiwari@gmail.com" userId="cb05b7863545bd65" providerId="LiveId" clId="{C38803D9-F29C-4654-BEB2-62D3FD17E684}" dt="2025-09-15T10:53:32.171" v="973" actId="207"/>
          <ac:spMkLst>
            <pc:docMk/>
            <pc:sldMk cId="0" sldId="257"/>
            <ac:spMk id="44" creationId="{00000000-0000-0000-0000-000000000000}"/>
          </ac:spMkLst>
        </pc:spChg>
        <pc:spChg chg="mod">
          <ac:chgData name="arnav8656tiwari@gmail.com" userId="cb05b7863545bd65" providerId="LiveId" clId="{C38803D9-F29C-4654-BEB2-62D3FD17E684}" dt="2025-09-15T10:53:32.171" v="973" actId="207"/>
          <ac:spMkLst>
            <pc:docMk/>
            <pc:sldMk cId="0" sldId="257"/>
            <ac:spMk id="45" creationId="{00000000-0000-0000-0000-000000000000}"/>
          </ac:spMkLst>
        </pc:spChg>
        <pc:spChg chg="add mod">
          <ac:chgData name="arnav8656tiwari@gmail.com" userId="cb05b7863545bd65" providerId="LiveId" clId="{C38803D9-F29C-4654-BEB2-62D3FD17E684}" dt="2025-09-18T13:05:32.985" v="4158" actId="571"/>
          <ac:spMkLst>
            <pc:docMk/>
            <pc:sldMk cId="0" sldId="257"/>
            <ac:spMk id="45" creationId="{5AB500AB-E1D5-472B-AEE9-E7EBB1AE4BB1}"/>
          </ac:spMkLst>
        </pc:spChg>
        <pc:spChg chg="del mod">
          <ac:chgData name="arnav8656tiwari@gmail.com" userId="cb05b7863545bd65" providerId="LiveId" clId="{C38803D9-F29C-4654-BEB2-62D3FD17E684}" dt="2025-09-18T16:10:57.076" v="4290" actId="478"/>
          <ac:spMkLst>
            <pc:docMk/>
            <pc:sldMk cId="0" sldId="257"/>
            <ac:spMk id="47" creationId="{00000000-0000-0000-0000-000000000000}"/>
          </ac:spMkLst>
        </pc:spChg>
        <pc:spChg chg="add del mod">
          <ac:chgData name="arnav8656tiwari@gmail.com" userId="cb05b7863545bd65" providerId="LiveId" clId="{C38803D9-F29C-4654-BEB2-62D3FD17E684}" dt="2025-09-15T11:20:26.952" v="1231" actId="11529"/>
          <ac:spMkLst>
            <pc:docMk/>
            <pc:sldMk cId="0" sldId="257"/>
            <ac:spMk id="48" creationId="{2B657E39-FC38-4922-ACAE-711B61770F24}"/>
          </ac:spMkLst>
        </pc:spChg>
        <pc:spChg chg="mod">
          <ac:chgData name="arnav8656tiwari@gmail.com" userId="cb05b7863545bd65" providerId="LiveId" clId="{C38803D9-F29C-4654-BEB2-62D3FD17E684}" dt="2025-09-18T13:05:32.985" v="4158" actId="571"/>
          <ac:spMkLst>
            <pc:docMk/>
            <pc:sldMk cId="0" sldId="257"/>
            <ac:spMk id="48" creationId="{B4BF8537-C2CF-4185-A12F-7CCEF3B0C9B5}"/>
          </ac:spMkLst>
        </pc:spChg>
        <pc:spChg chg="add mod">
          <ac:chgData name="arnav8656tiwari@gmail.com" userId="cb05b7863545bd65" providerId="LiveId" clId="{C38803D9-F29C-4654-BEB2-62D3FD17E684}" dt="2025-09-18T16:11:38.315" v="4300" actId="2711"/>
          <ac:spMkLst>
            <pc:docMk/>
            <pc:sldMk cId="0" sldId="257"/>
            <ac:spMk id="49" creationId="{54CAA5ED-8DB7-4E2B-875E-38D8776343AE}"/>
          </ac:spMkLst>
        </pc:spChg>
        <pc:spChg chg="del mod">
          <ac:chgData name="arnav8656tiwari@gmail.com" userId="cb05b7863545bd65" providerId="LiveId" clId="{C38803D9-F29C-4654-BEB2-62D3FD17E684}" dt="2025-09-15T17:51:16.682" v="3040" actId="478"/>
          <ac:spMkLst>
            <pc:docMk/>
            <pc:sldMk cId="0" sldId="257"/>
            <ac:spMk id="50" creationId="{00000000-0000-0000-0000-000000000000}"/>
          </ac:spMkLst>
        </pc:spChg>
        <pc:spChg chg="mod">
          <ac:chgData name="arnav8656tiwari@gmail.com" userId="cb05b7863545bd65" providerId="LiveId" clId="{C38803D9-F29C-4654-BEB2-62D3FD17E684}" dt="2025-09-18T13:05:32.985" v="4158" actId="571"/>
          <ac:spMkLst>
            <pc:docMk/>
            <pc:sldMk cId="0" sldId="257"/>
            <ac:spMk id="50" creationId="{0D0D6C86-37F5-439D-BCD3-C47EDA954868}"/>
          </ac:spMkLst>
        </pc:spChg>
        <pc:spChg chg="del">
          <ac:chgData name="arnav8656tiwari@gmail.com" userId="cb05b7863545bd65" providerId="LiveId" clId="{C38803D9-F29C-4654-BEB2-62D3FD17E684}" dt="2025-09-14T18:10:57.806" v="0" actId="478"/>
          <ac:spMkLst>
            <pc:docMk/>
            <pc:sldMk cId="0" sldId="257"/>
            <ac:spMk id="51" creationId="{17E428E8-7AF7-44F6-A716-3101DCF9C545}"/>
          </ac:spMkLst>
        </pc:spChg>
        <pc:spChg chg="add del mod">
          <ac:chgData name="arnav8656tiwari@gmail.com" userId="cb05b7863545bd65" providerId="LiveId" clId="{C38803D9-F29C-4654-BEB2-62D3FD17E684}" dt="2025-09-15T10:53:38.905" v="974" actId="478"/>
          <ac:spMkLst>
            <pc:docMk/>
            <pc:sldMk cId="0" sldId="257"/>
            <ac:spMk id="51" creationId="{402947B6-EECE-4456-AFD5-3EB751CA945E}"/>
          </ac:spMkLst>
        </pc:spChg>
        <pc:spChg chg="del">
          <ac:chgData name="arnav8656tiwari@gmail.com" userId="cb05b7863545bd65" providerId="LiveId" clId="{C38803D9-F29C-4654-BEB2-62D3FD17E684}" dt="2025-09-14T18:10:58.974" v="1" actId="478"/>
          <ac:spMkLst>
            <pc:docMk/>
            <pc:sldMk cId="0" sldId="257"/>
            <ac:spMk id="52" creationId="{5C62355D-E43F-4149-BAAD-3B7CC29A6CF5}"/>
          </ac:spMkLst>
        </pc:spChg>
        <pc:spChg chg="add mod ord">
          <ac:chgData name="arnav8656tiwari@gmail.com" userId="cb05b7863545bd65" providerId="LiveId" clId="{C38803D9-F29C-4654-BEB2-62D3FD17E684}" dt="2025-09-18T16:11:38.315" v="4300" actId="2711"/>
          <ac:spMkLst>
            <pc:docMk/>
            <pc:sldMk cId="0" sldId="257"/>
            <ac:spMk id="52" creationId="{CF3CDE02-99CD-4054-856A-44496BD2E4E4}"/>
          </ac:spMkLst>
        </pc:spChg>
        <pc:spChg chg="del mod">
          <ac:chgData name="arnav8656tiwari@gmail.com" userId="cb05b7863545bd65" providerId="LiveId" clId="{C38803D9-F29C-4654-BEB2-62D3FD17E684}" dt="2025-09-18T16:10:57.076" v="4290" actId="478"/>
          <ac:spMkLst>
            <pc:docMk/>
            <pc:sldMk cId="0" sldId="257"/>
            <ac:spMk id="53" creationId="{7EF70310-787A-45CF-9D4F-32AF8DCA9E98}"/>
          </ac:spMkLst>
        </pc:spChg>
        <pc:spChg chg="add mod ord">
          <ac:chgData name="arnav8656tiwari@gmail.com" userId="cb05b7863545bd65" providerId="LiveId" clId="{C38803D9-F29C-4654-BEB2-62D3FD17E684}" dt="2025-09-18T16:16:52.493" v="4436" actId="1076"/>
          <ac:spMkLst>
            <pc:docMk/>
            <pc:sldMk cId="0" sldId="257"/>
            <ac:spMk id="54" creationId="{9FFA670F-3125-4F6E-9F22-469067B4ECD9}"/>
          </ac:spMkLst>
        </pc:spChg>
        <pc:spChg chg="mod">
          <ac:chgData name="arnav8656tiwari@gmail.com" userId="cb05b7863545bd65" providerId="LiveId" clId="{C38803D9-F29C-4654-BEB2-62D3FD17E684}" dt="2025-09-18T13:05:32.985" v="4158" actId="571"/>
          <ac:spMkLst>
            <pc:docMk/>
            <pc:sldMk cId="0" sldId="257"/>
            <ac:spMk id="55" creationId="{28D6CD35-E68A-4380-BB28-9F679686529B}"/>
          </ac:spMkLst>
        </pc:spChg>
        <pc:spChg chg="mod">
          <ac:chgData name="arnav8656tiwari@gmail.com" userId="cb05b7863545bd65" providerId="LiveId" clId="{C38803D9-F29C-4654-BEB2-62D3FD17E684}" dt="2025-09-15T11:01:44.735" v="1014"/>
          <ac:spMkLst>
            <pc:docMk/>
            <pc:sldMk cId="0" sldId="257"/>
            <ac:spMk id="56" creationId="{7F720817-7715-463C-A589-C44A944FC7A1}"/>
          </ac:spMkLst>
        </pc:spChg>
        <pc:spChg chg="mod">
          <ac:chgData name="arnav8656tiwari@gmail.com" userId="cb05b7863545bd65" providerId="LiveId" clId="{C38803D9-F29C-4654-BEB2-62D3FD17E684}" dt="2025-09-18T13:05:32.985" v="4158" actId="571"/>
          <ac:spMkLst>
            <pc:docMk/>
            <pc:sldMk cId="0" sldId="257"/>
            <ac:spMk id="56" creationId="{B329DDBE-BA82-4704-8F31-4C293D3CFE87}"/>
          </ac:spMkLst>
        </pc:spChg>
        <pc:spChg chg="mod">
          <ac:chgData name="arnav8656tiwari@gmail.com" userId="cb05b7863545bd65" providerId="LiveId" clId="{C38803D9-F29C-4654-BEB2-62D3FD17E684}" dt="2025-09-15T11:01:44.735" v="1014"/>
          <ac:spMkLst>
            <pc:docMk/>
            <pc:sldMk cId="0" sldId="257"/>
            <ac:spMk id="57" creationId="{7F6F75E5-5BFE-4047-B6CF-0C72444B091D}"/>
          </ac:spMkLst>
        </pc:spChg>
        <pc:spChg chg="add mod">
          <ac:chgData name="arnav8656tiwari@gmail.com" userId="cb05b7863545bd65" providerId="LiveId" clId="{C38803D9-F29C-4654-BEB2-62D3FD17E684}" dt="2025-09-18T13:05:32.985" v="4158" actId="571"/>
          <ac:spMkLst>
            <pc:docMk/>
            <pc:sldMk cId="0" sldId="257"/>
            <ac:spMk id="57" creationId="{98B01CF4-8D02-4AA9-84DF-704C84D83A21}"/>
          </ac:spMkLst>
        </pc:spChg>
        <pc:spChg chg="add mod">
          <ac:chgData name="arnav8656tiwari@gmail.com" userId="cb05b7863545bd65" providerId="LiveId" clId="{C38803D9-F29C-4654-BEB2-62D3FD17E684}" dt="2025-09-18T13:05:32.985" v="4158" actId="571"/>
          <ac:spMkLst>
            <pc:docMk/>
            <pc:sldMk cId="0" sldId="257"/>
            <ac:spMk id="58" creationId="{68383C20-20EA-4658-BDD2-56F489B491C4}"/>
          </ac:spMkLst>
        </pc:spChg>
        <pc:spChg chg="add del mod">
          <ac:chgData name="arnav8656tiwari@gmail.com" userId="cb05b7863545bd65" providerId="LiveId" clId="{C38803D9-F29C-4654-BEB2-62D3FD17E684}" dt="2025-09-18T16:10:57.076" v="4290" actId="478"/>
          <ac:spMkLst>
            <pc:docMk/>
            <pc:sldMk cId="0" sldId="257"/>
            <ac:spMk id="60" creationId="{B1081674-4EA7-4997-8770-77F0DE19B9ED}"/>
          </ac:spMkLst>
        </pc:spChg>
        <pc:spChg chg="mod">
          <ac:chgData name="arnav8656tiwari@gmail.com" userId="cb05b7863545bd65" providerId="LiveId" clId="{C38803D9-F29C-4654-BEB2-62D3FD17E684}" dt="2025-09-18T13:24:16.506" v="4199" actId="2711"/>
          <ac:spMkLst>
            <pc:docMk/>
            <pc:sldMk cId="0" sldId="257"/>
            <ac:spMk id="62" creationId="{0EAB62F7-F1D0-4803-9989-56A87F6B14D1}"/>
          </ac:spMkLst>
        </pc:spChg>
        <pc:spChg chg="mod">
          <ac:chgData name="arnav8656tiwari@gmail.com" userId="cb05b7863545bd65" providerId="LiveId" clId="{C38803D9-F29C-4654-BEB2-62D3FD17E684}" dt="2025-09-18T13:24:16.506" v="4199" actId="2711"/>
          <ac:spMkLst>
            <pc:docMk/>
            <pc:sldMk cId="0" sldId="257"/>
            <ac:spMk id="63" creationId="{CEB50539-1297-4526-91B8-7A0FD6E45404}"/>
          </ac:spMkLst>
        </pc:spChg>
        <pc:spChg chg="mod">
          <ac:chgData name="arnav8656tiwari@gmail.com" userId="cb05b7863545bd65" providerId="LiveId" clId="{C38803D9-F29C-4654-BEB2-62D3FD17E684}" dt="2025-09-18T13:24:16.506" v="4199" actId="2711"/>
          <ac:spMkLst>
            <pc:docMk/>
            <pc:sldMk cId="0" sldId="257"/>
            <ac:spMk id="67" creationId="{9240AA3F-0F8C-44E4-A695-E20AD7AE1053}"/>
          </ac:spMkLst>
        </pc:spChg>
        <pc:spChg chg="mod">
          <ac:chgData name="arnav8656tiwari@gmail.com" userId="cb05b7863545bd65" providerId="LiveId" clId="{C38803D9-F29C-4654-BEB2-62D3FD17E684}" dt="2025-09-18T13:24:16.506" v="4199" actId="2711"/>
          <ac:spMkLst>
            <pc:docMk/>
            <pc:sldMk cId="0" sldId="257"/>
            <ac:spMk id="68" creationId="{6D0C9EAF-04D8-4C78-8DA5-D6AFC2BA4889}"/>
          </ac:spMkLst>
        </pc:spChg>
        <pc:spChg chg="mod">
          <ac:chgData name="arnav8656tiwari@gmail.com" userId="cb05b7863545bd65" providerId="LiveId" clId="{C38803D9-F29C-4654-BEB2-62D3FD17E684}" dt="2025-09-18T13:24:16.506" v="4199" actId="2711"/>
          <ac:spMkLst>
            <pc:docMk/>
            <pc:sldMk cId="0" sldId="257"/>
            <ac:spMk id="70" creationId="{A6C9C8AD-505A-45B8-B425-C6D30C48B779}"/>
          </ac:spMkLst>
        </pc:spChg>
        <pc:spChg chg="mod">
          <ac:chgData name="arnav8656tiwari@gmail.com" userId="cb05b7863545bd65" providerId="LiveId" clId="{C38803D9-F29C-4654-BEB2-62D3FD17E684}" dt="2025-09-18T13:24:16.506" v="4199" actId="2711"/>
          <ac:spMkLst>
            <pc:docMk/>
            <pc:sldMk cId="0" sldId="257"/>
            <ac:spMk id="71" creationId="{EDFC80D4-F1AA-4E82-BB3C-6B0EF524197C}"/>
          </ac:spMkLst>
        </pc:spChg>
        <pc:spChg chg="mod">
          <ac:chgData name="arnav8656tiwari@gmail.com" userId="cb05b7863545bd65" providerId="LiveId" clId="{C38803D9-F29C-4654-BEB2-62D3FD17E684}" dt="2025-09-18T13:24:16.506" v="4199" actId="2711"/>
          <ac:spMkLst>
            <pc:docMk/>
            <pc:sldMk cId="0" sldId="257"/>
            <ac:spMk id="75" creationId="{4CB6C5CF-25A8-48FF-B363-B1718B669B6C}"/>
          </ac:spMkLst>
        </pc:spChg>
        <pc:spChg chg="mod">
          <ac:chgData name="arnav8656tiwari@gmail.com" userId="cb05b7863545bd65" providerId="LiveId" clId="{C38803D9-F29C-4654-BEB2-62D3FD17E684}" dt="2025-09-18T13:24:16.506" v="4199" actId="2711"/>
          <ac:spMkLst>
            <pc:docMk/>
            <pc:sldMk cId="0" sldId="257"/>
            <ac:spMk id="76" creationId="{4077DEFF-8811-4233-AF70-F78AE0F5E261}"/>
          </ac:spMkLst>
        </pc:spChg>
        <pc:spChg chg="add mod">
          <ac:chgData name="arnav8656tiwari@gmail.com" userId="cb05b7863545bd65" providerId="LiveId" clId="{C38803D9-F29C-4654-BEB2-62D3FD17E684}" dt="2025-09-18T16:11:38.315" v="4300" actId="2711"/>
          <ac:spMkLst>
            <pc:docMk/>
            <pc:sldMk cId="0" sldId="257"/>
            <ac:spMk id="78" creationId="{E369A5B6-D98F-4FA2-B64D-4183D1A2ADF3}"/>
          </ac:spMkLst>
        </pc:spChg>
        <pc:spChg chg="add mod">
          <ac:chgData name="arnav8656tiwari@gmail.com" userId="cb05b7863545bd65" providerId="LiveId" clId="{C38803D9-F29C-4654-BEB2-62D3FD17E684}" dt="2025-09-18T13:24:16.506" v="4199" actId="2711"/>
          <ac:spMkLst>
            <pc:docMk/>
            <pc:sldMk cId="0" sldId="257"/>
            <ac:spMk id="79" creationId="{EDD50AEB-2E87-427B-AE5F-BF27BF48A748}"/>
          </ac:spMkLst>
        </pc:spChg>
        <pc:spChg chg="add mod">
          <ac:chgData name="arnav8656tiwari@gmail.com" userId="cb05b7863545bd65" providerId="LiveId" clId="{C38803D9-F29C-4654-BEB2-62D3FD17E684}" dt="2025-09-18T13:24:16.506" v="4199" actId="2711"/>
          <ac:spMkLst>
            <pc:docMk/>
            <pc:sldMk cId="0" sldId="257"/>
            <ac:spMk id="80" creationId="{E85D8610-3D8D-4A82-80A5-906F4FBB8F77}"/>
          </ac:spMkLst>
        </pc:spChg>
        <pc:spChg chg="add mod">
          <ac:chgData name="arnav8656tiwari@gmail.com" userId="cb05b7863545bd65" providerId="LiveId" clId="{C38803D9-F29C-4654-BEB2-62D3FD17E684}" dt="2025-09-18T13:24:16.506" v="4199" actId="2711"/>
          <ac:spMkLst>
            <pc:docMk/>
            <pc:sldMk cId="0" sldId="257"/>
            <ac:spMk id="81" creationId="{53C16DFE-4A9A-4DD5-AB82-8D3CA286B0C2}"/>
          </ac:spMkLst>
        </pc:spChg>
        <pc:spChg chg="add mod">
          <ac:chgData name="arnav8656tiwari@gmail.com" userId="cb05b7863545bd65" providerId="LiveId" clId="{C38803D9-F29C-4654-BEB2-62D3FD17E684}" dt="2025-09-18T13:24:16.506" v="4199" actId="2711"/>
          <ac:spMkLst>
            <pc:docMk/>
            <pc:sldMk cId="0" sldId="257"/>
            <ac:spMk id="82" creationId="{72BF1F71-96B7-4428-A36E-BF50C9224F6D}"/>
          </ac:spMkLst>
        </pc:spChg>
        <pc:spChg chg="add mod">
          <ac:chgData name="arnav8656tiwari@gmail.com" userId="cb05b7863545bd65" providerId="LiveId" clId="{C38803D9-F29C-4654-BEB2-62D3FD17E684}" dt="2025-09-18T13:24:16.506" v="4199" actId="2711"/>
          <ac:spMkLst>
            <pc:docMk/>
            <pc:sldMk cId="0" sldId="257"/>
            <ac:spMk id="83" creationId="{9470BBDD-AE45-42B1-AFBB-C53E4D75D63A}"/>
          </ac:spMkLst>
        </pc:spChg>
        <pc:grpChg chg="add del ord">
          <ac:chgData name="arnav8656tiwari@gmail.com" userId="cb05b7863545bd65" providerId="LiveId" clId="{C38803D9-F29C-4654-BEB2-62D3FD17E684}" dt="2025-09-15T11:15:47.788" v="1169" actId="478"/>
          <ac:grpSpMkLst>
            <pc:docMk/>
            <pc:sldMk cId="0" sldId="257"/>
            <ac:grpSpMk id="4" creationId="{00000000-0000-0000-0000-000000000000}"/>
          </ac:grpSpMkLst>
        </pc:grpChg>
        <pc:grpChg chg="del">
          <ac:chgData name="arnav8656tiwari@gmail.com" userId="cb05b7863545bd65" providerId="LiveId" clId="{C38803D9-F29C-4654-BEB2-62D3FD17E684}" dt="2025-09-15T11:15:48.945" v="1170" actId="478"/>
          <ac:grpSpMkLst>
            <pc:docMk/>
            <pc:sldMk cId="0" sldId="257"/>
            <ac:grpSpMk id="8" creationId="{00000000-0000-0000-0000-000000000000}"/>
          </ac:grpSpMkLst>
        </pc:grpChg>
        <pc:grpChg chg="del">
          <ac:chgData name="arnav8656tiwari@gmail.com" userId="cb05b7863545bd65" providerId="LiveId" clId="{C38803D9-F29C-4654-BEB2-62D3FD17E684}" dt="2025-09-15T11:15:50.012" v="1171" actId="478"/>
          <ac:grpSpMkLst>
            <pc:docMk/>
            <pc:sldMk cId="0" sldId="257"/>
            <ac:grpSpMk id="12" creationId="{00000000-0000-0000-0000-000000000000}"/>
          </ac:grpSpMkLst>
        </pc:grpChg>
        <pc:grpChg chg="add del">
          <ac:chgData name="arnav8656tiwari@gmail.com" userId="cb05b7863545bd65" providerId="LiveId" clId="{C38803D9-F29C-4654-BEB2-62D3FD17E684}" dt="2025-09-15T11:20:33.312" v="1233" actId="478"/>
          <ac:grpSpMkLst>
            <pc:docMk/>
            <pc:sldMk cId="0" sldId="257"/>
            <ac:grpSpMk id="24" creationId="{00000000-0000-0000-0000-000000000000}"/>
          </ac:grpSpMkLst>
        </pc:grpChg>
        <pc:grpChg chg="add del">
          <ac:chgData name="arnav8656tiwari@gmail.com" userId="cb05b7863545bd65" providerId="LiveId" clId="{C38803D9-F29C-4654-BEB2-62D3FD17E684}" dt="2025-09-15T11:06:19.204" v="1068" actId="478"/>
          <ac:grpSpMkLst>
            <pc:docMk/>
            <pc:sldMk cId="0" sldId="257"/>
            <ac:grpSpMk id="28" creationId="{00000000-0000-0000-0000-000000000000}"/>
          </ac:grpSpMkLst>
        </pc:grpChg>
        <pc:grpChg chg="add del ord">
          <ac:chgData name="arnav8656tiwari@gmail.com" userId="cb05b7863545bd65" providerId="LiveId" clId="{C38803D9-F29C-4654-BEB2-62D3FD17E684}" dt="2025-09-15T11:08:39.226" v="1077" actId="478"/>
          <ac:grpSpMkLst>
            <pc:docMk/>
            <pc:sldMk cId="0" sldId="257"/>
            <ac:grpSpMk id="33" creationId="{00000000-0000-0000-0000-000000000000}"/>
          </ac:grpSpMkLst>
        </pc:grpChg>
        <pc:grpChg chg="del mod">
          <ac:chgData name="arnav8656tiwari@gmail.com" userId="cb05b7863545bd65" providerId="LiveId" clId="{C38803D9-F29C-4654-BEB2-62D3FD17E684}" dt="2025-09-18T16:10:57.076" v="4290" actId="478"/>
          <ac:grpSpMkLst>
            <pc:docMk/>
            <pc:sldMk cId="0" sldId="257"/>
            <ac:grpSpMk id="38" creationId="{00000000-0000-0000-0000-000000000000}"/>
          </ac:grpSpMkLst>
        </pc:grpChg>
        <pc:grpChg chg="add del">
          <ac:chgData name="arnav8656tiwari@gmail.com" userId="cb05b7863545bd65" providerId="LiveId" clId="{C38803D9-F29C-4654-BEB2-62D3FD17E684}" dt="2025-09-15T11:08:44.226" v="1078" actId="478"/>
          <ac:grpSpMkLst>
            <pc:docMk/>
            <pc:sldMk cId="0" sldId="257"/>
            <ac:grpSpMk id="43" creationId="{00000000-0000-0000-0000-000000000000}"/>
          </ac:grpSpMkLst>
        </pc:grpChg>
        <pc:grpChg chg="add mod">
          <ac:chgData name="arnav8656tiwari@gmail.com" userId="cb05b7863545bd65" providerId="LiveId" clId="{C38803D9-F29C-4654-BEB2-62D3FD17E684}" dt="2025-09-18T13:05:32.985" v="4158" actId="571"/>
          <ac:grpSpMkLst>
            <pc:docMk/>
            <pc:sldMk cId="0" sldId="257"/>
            <ac:grpSpMk id="46" creationId="{08872058-BC39-467F-AE15-F104073C3FC1}"/>
          </ac:grpSpMkLst>
        </pc:grpChg>
        <pc:grpChg chg="add mod">
          <ac:chgData name="arnav8656tiwari@gmail.com" userId="cb05b7863545bd65" providerId="LiveId" clId="{C38803D9-F29C-4654-BEB2-62D3FD17E684}" dt="2025-09-18T13:05:32.985" v="4158" actId="571"/>
          <ac:grpSpMkLst>
            <pc:docMk/>
            <pc:sldMk cId="0" sldId="257"/>
            <ac:grpSpMk id="51" creationId="{DD7B48FE-F2A8-4423-82B2-C95248EC6679}"/>
          </ac:grpSpMkLst>
        </pc:grpChg>
        <pc:grpChg chg="add mod">
          <ac:chgData name="arnav8656tiwari@gmail.com" userId="cb05b7863545bd65" providerId="LiveId" clId="{C38803D9-F29C-4654-BEB2-62D3FD17E684}" dt="2025-09-15T11:01:44.735" v="1014"/>
          <ac:grpSpMkLst>
            <pc:docMk/>
            <pc:sldMk cId="0" sldId="257"/>
            <ac:grpSpMk id="55" creationId="{D52088AE-1E5B-4066-8356-4BD0B071E5D3}"/>
          </ac:grpSpMkLst>
        </pc:grpChg>
        <pc:grpChg chg="add del mod ord">
          <ac:chgData name="arnav8656tiwari@gmail.com" userId="cb05b7863545bd65" providerId="LiveId" clId="{C38803D9-F29C-4654-BEB2-62D3FD17E684}" dt="2025-09-18T16:10:57.076" v="4290" actId="478"/>
          <ac:grpSpMkLst>
            <pc:docMk/>
            <pc:sldMk cId="0" sldId="257"/>
            <ac:grpSpMk id="61" creationId="{7E500248-C328-4316-9378-C85A837B7FD1}"/>
          </ac:grpSpMkLst>
        </pc:grpChg>
        <pc:grpChg chg="add del mod ord">
          <ac:chgData name="arnav8656tiwari@gmail.com" userId="cb05b7863545bd65" providerId="LiveId" clId="{C38803D9-F29C-4654-BEB2-62D3FD17E684}" dt="2025-09-18T16:10:57.076" v="4290" actId="478"/>
          <ac:grpSpMkLst>
            <pc:docMk/>
            <pc:sldMk cId="0" sldId="257"/>
            <ac:grpSpMk id="66" creationId="{FF5BA576-FCB2-485A-B7A3-E8DB576664EE}"/>
          </ac:grpSpMkLst>
        </pc:grpChg>
        <pc:grpChg chg="add del mod ord">
          <ac:chgData name="arnav8656tiwari@gmail.com" userId="cb05b7863545bd65" providerId="LiveId" clId="{C38803D9-F29C-4654-BEB2-62D3FD17E684}" dt="2025-09-18T16:10:57.076" v="4290" actId="478"/>
          <ac:grpSpMkLst>
            <pc:docMk/>
            <pc:sldMk cId="0" sldId="257"/>
            <ac:grpSpMk id="69" creationId="{3DC98740-A9FE-4911-85D2-E7B068DDD7D5}"/>
          </ac:grpSpMkLst>
        </pc:grpChg>
        <pc:grpChg chg="add del mod ord">
          <ac:chgData name="arnav8656tiwari@gmail.com" userId="cb05b7863545bd65" providerId="LiveId" clId="{C38803D9-F29C-4654-BEB2-62D3FD17E684}" dt="2025-09-18T16:11:05.693" v="4292" actId="478"/>
          <ac:grpSpMkLst>
            <pc:docMk/>
            <pc:sldMk cId="0" sldId="257"/>
            <ac:grpSpMk id="74" creationId="{868F63DF-5D5D-4579-85DF-5701EBEA2DA2}"/>
          </ac:grpSpMkLst>
        </pc:grpChg>
        <pc:picChg chg="add mod">
          <ac:chgData name="arnav8656tiwari@gmail.com" userId="cb05b7863545bd65" providerId="LiveId" clId="{C38803D9-F29C-4654-BEB2-62D3FD17E684}" dt="2025-09-18T16:17:38.943" v="4444" actId="1582"/>
          <ac:picMkLst>
            <pc:docMk/>
            <pc:sldMk cId="0" sldId="257"/>
            <ac:picMk id="9" creationId="{ED2B619E-48D2-4C8C-9A61-87F13B9975CA}"/>
          </ac:picMkLst>
        </pc:picChg>
        <pc:picChg chg="del">
          <ac:chgData name="arnav8656tiwari@gmail.com" userId="cb05b7863545bd65" providerId="LiveId" clId="{C38803D9-F29C-4654-BEB2-62D3FD17E684}" dt="2025-09-15T11:18:56.908" v="1200" actId="478"/>
          <ac:picMkLst>
            <pc:docMk/>
            <pc:sldMk cId="0" sldId="257"/>
            <ac:picMk id="22" creationId="{00000000-0000-0000-0000-000000000000}"/>
          </ac:picMkLst>
        </pc:picChg>
        <pc:picChg chg="del topLvl">
          <ac:chgData name="arnav8656tiwari@gmail.com" userId="cb05b7863545bd65" providerId="LiveId" clId="{C38803D9-F29C-4654-BEB2-62D3FD17E684}" dt="2025-09-15T11:20:33.312" v="1233" actId="478"/>
          <ac:picMkLst>
            <pc:docMk/>
            <pc:sldMk cId="0" sldId="257"/>
            <ac:picMk id="25" creationId="{00000000-0000-0000-0000-000000000000}"/>
          </ac:picMkLst>
        </pc:picChg>
        <pc:picChg chg="del">
          <ac:chgData name="arnav8656tiwari@gmail.com" userId="cb05b7863545bd65" providerId="LiveId" clId="{C38803D9-F29C-4654-BEB2-62D3FD17E684}" dt="2025-09-15T11:05:49.607" v="1064" actId="478"/>
          <ac:picMkLst>
            <pc:docMk/>
            <pc:sldMk cId="0" sldId="257"/>
            <ac:picMk id="31" creationId="{00000000-0000-0000-0000-000000000000}"/>
          </ac:picMkLst>
        </pc:picChg>
        <pc:picChg chg="del">
          <ac:chgData name="arnav8656tiwari@gmail.com" userId="cb05b7863545bd65" providerId="LiveId" clId="{C38803D9-F29C-4654-BEB2-62D3FD17E684}" dt="2025-09-15T11:08:38.545" v="1076" actId="478"/>
          <ac:picMkLst>
            <pc:docMk/>
            <pc:sldMk cId="0" sldId="257"/>
            <ac:picMk id="36" creationId="{00000000-0000-0000-0000-000000000000}"/>
          </ac:picMkLst>
        </pc:picChg>
        <pc:picChg chg="add del">
          <ac:chgData name="arnav8656tiwari@gmail.com" userId="cb05b7863545bd65" providerId="LiveId" clId="{C38803D9-F29C-4654-BEB2-62D3FD17E684}" dt="2025-09-15T11:04:20.211" v="1039" actId="478"/>
          <ac:picMkLst>
            <pc:docMk/>
            <pc:sldMk cId="0" sldId="257"/>
            <ac:picMk id="41" creationId="{00000000-0000-0000-0000-000000000000}"/>
          </ac:picMkLst>
        </pc:picChg>
        <pc:picChg chg="mod">
          <ac:chgData name="arnav8656tiwari@gmail.com" userId="cb05b7863545bd65" providerId="LiveId" clId="{C38803D9-F29C-4654-BEB2-62D3FD17E684}" dt="2025-09-15T11:01:44.735" v="1014"/>
          <ac:picMkLst>
            <pc:docMk/>
            <pc:sldMk cId="0" sldId="257"/>
            <ac:picMk id="58" creationId="{1E4074FA-E792-43B2-82DC-EF89BE9ECF29}"/>
          </ac:picMkLst>
        </pc:picChg>
        <pc:picChg chg="add del mod">
          <ac:chgData name="arnav8656tiwari@gmail.com" userId="cb05b7863545bd65" providerId="LiveId" clId="{C38803D9-F29C-4654-BEB2-62D3FD17E684}" dt="2025-09-18T16:10:57.076" v="4290" actId="478"/>
          <ac:picMkLst>
            <pc:docMk/>
            <pc:sldMk cId="0" sldId="257"/>
            <ac:picMk id="59" creationId="{9E5782E3-C888-47F7-A6CD-A903AFB40D33}"/>
          </ac:picMkLst>
        </pc:picChg>
        <pc:picChg chg="add del mod">
          <ac:chgData name="arnav8656tiwari@gmail.com" userId="cb05b7863545bd65" providerId="LiveId" clId="{C38803D9-F29C-4654-BEB2-62D3FD17E684}" dt="2025-09-18T16:10:57.076" v="4290" actId="478"/>
          <ac:picMkLst>
            <pc:docMk/>
            <pc:sldMk cId="0" sldId="257"/>
            <ac:picMk id="64" creationId="{0E7C576B-26F6-4436-AA72-BDAA16C6FABA}"/>
          </ac:picMkLst>
        </pc:picChg>
        <pc:picChg chg="add del mod">
          <ac:chgData name="arnav8656tiwari@gmail.com" userId="cb05b7863545bd65" providerId="LiveId" clId="{C38803D9-F29C-4654-BEB2-62D3FD17E684}" dt="2025-09-18T16:10:57.076" v="4290" actId="478"/>
          <ac:picMkLst>
            <pc:docMk/>
            <pc:sldMk cId="0" sldId="257"/>
            <ac:picMk id="65" creationId="{604F1994-D5D8-4389-9A97-6A4A5A28163D}"/>
          </ac:picMkLst>
        </pc:picChg>
        <pc:picChg chg="add del mod">
          <ac:chgData name="arnav8656tiwari@gmail.com" userId="cb05b7863545bd65" providerId="LiveId" clId="{C38803D9-F29C-4654-BEB2-62D3FD17E684}" dt="2025-09-18T16:11:08.225" v="4293" actId="478"/>
          <ac:picMkLst>
            <pc:docMk/>
            <pc:sldMk cId="0" sldId="257"/>
            <ac:picMk id="72" creationId="{0A97D94B-6B8B-4F96-814D-1F5935283BDC}"/>
          </ac:picMkLst>
        </pc:picChg>
        <pc:picChg chg="add del mod">
          <ac:chgData name="arnav8656tiwari@gmail.com" userId="cb05b7863545bd65" providerId="LiveId" clId="{C38803D9-F29C-4654-BEB2-62D3FD17E684}" dt="2025-09-18T16:11:08.225" v="4293" actId="478"/>
          <ac:picMkLst>
            <pc:docMk/>
            <pc:sldMk cId="0" sldId="257"/>
            <ac:picMk id="73" creationId="{0151B413-47CD-49EA-93A5-DECB9B7EF986}"/>
          </ac:picMkLst>
        </pc:picChg>
        <pc:picChg chg="add del mod">
          <ac:chgData name="arnav8656tiwari@gmail.com" userId="cb05b7863545bd65" providerId="LiveId" clId="{C38803D9-F29C-4654-BEB2-62D3FD17E684}" dt="2025-09-18T16:11:08.225" v="4293" actId="478"/>
          <ac:picMkLst>
            <pc:docMk/>
            <pc:sldMk cId="0" sldId="257"/>
            <ac:picMk id="77" creationId="{7DD12F97-056B-477C-8D10-C0EABE5B9B1D}"/>
          </ac:picMkLst>
        </pc:picChg>
      </pc:sldChg>
      <pc:sldChg chg="addSp delSp modSp mod">
        <pc:chgData name="arnav8656tiwari@gmail.com" userId="cb05b7863545bd65" providerId="LiveId" clId="{C38803D9-F29C-4654-BEB2-62D3FD17E684}" dt="2025-09-18T13:26:45.449" v="4213" actId="113"/>
        <pc:sldMkLst>
          <pc:docMk/>
          <pc:sldMk cId="0" sldId="258"/>
        </pc:sldMkLst>
        <pc:spChg chg="mod">
          <ac:chgData name="arnav8656tiwari@gmail.com" userId="cb05b7863545bd65" providerId="LiveId" clId="{C38803D9-F29C-4654-BEB2-62D3FD17E684}" dt="2025-09-18T13:24:21.709" v="4200" actId="2711"/>
          <ac:spMkLst>
            <pc:docMk/>
            <pc:sldMk cId="0" sldId="258"/>
            <ac:spMk id="2" creationId="{00000000-0000-0000-0000-000000000000}"/>
          </ac:spMkLst>
        </pc:spChg>
        <pc:spChg chg="mod">
          <ac:chgData name="arnav8656tiwari@gmail.com" userId="cb05b7863545bd65" providerId="LiveId" clId="{C38803D9-F29C-4654-BEB2-62D3FD17E684}" dt="2025-09-18T13:24:21.709" v="4200" actId="2711"/>
          <ac:spMkLst>
            <pc:docMk/>
            <pc:sldMk cId="0" sldId="258"/>
            <ac:spMk id="3" creationId="{00000000-0000-0000-0000-000000000000}"/>
          </ac:spMkLst>
        </pc:spChg>
        <pc:spChg chg="mod">
          <ac:chgData name="arnav8656tiwari@gmail.com" userId="cb05b7863545bd65" providerId="LiveId" clId="{C38803D9-F29C-4654-BEB2-62D3FD17E684}" dt="2025-09-15T11:37:37.399" v="1405" actId="207"/>
          <ac:spMkLst>
            <pc:docMk/>
            <pc:sldMk cId="0" sldId="258"/>
            <ac:spMk id="5" creationId="{00000000-0000-0000-0000-000000000000}"/>
          </ac:spMkLst>
        </pc:spChg>
        <pc:spChg chg="mod">
          <ac:chgData name="arnav8656tiwari@gmail.com" userId="cb05b7863545bd65" providerId="LiveId" clId="{C38803D9-F29C-4654-BEB2-62D3FD17E684}" dt="2025-09-15T11:37:37.399" v="1405" actId="207"/>
          <ac:spMkLst>
            <pc:docMk/>
            <pc:sldMk cId="0" sldId="258"/>
            <ac:spMk id="6" creationId="{00000000-0000-0000-0000-000000000000}"/>
          </ac:spMkLst>
        </pc:spChg>
        <pc:spChg chg="mod">
          <ac:chgData name="arnav8656tiwari@gmail.com" userId="cb05b7863545bd65" providerId="LiveId" clId="{C38803D9-F29C-4654-BEB2-62D3FD17E684}" dt="2025-09-15T11:37:37.399" v="1405" actId="207"/>
          <ac:spMkLst>
            <pc:docMk/>
            <pc:sldMk cId="0" sldId="258"/>
            <ac:spMk id="8" creationId="{00000000-0000-0000-0000-000000000000}"/>
          </ac:spMkLst>
        </pc:spChg>
        <pc:spChg chg="mod">
          <ac:chgData name="arnav8656tiwari@gmail.com" userId="cb05b7863545bd65" providerId="LiveId" clId="{C38803D9-F29C-4654-BEB2-62D3FD17E684}" dt="2025-09-15T11:37:37.399" v="1405" actId="207"/>
          <ac:spMkLst>
            <pc:docMk/>
            <pc:sldMk cId="0" sldId="258"/>
            <ac:spMk id="9" creationId="{00000000-0000-0000-0000-000000000000}"/>
          </ac:spMkLst>
        </pc:spChg>
        <pc:spChg chg="mod">
          <ac:chgData name="arnav8656tiwari@gmail.com" userId="cb05b7863545bd65" providerId="LiveId" clId="{C38803D9-F29C-4654-BEB2-62D3FD17E684}" dt="2025-09-18T13:24:30.553" v="4201" actId="113"/>
          <ac:spMkLst>
            <pc:docMk/>
            <pc:sldMk cId="0" sldId="258"/>
            <ac:spMk id="10" creationId="{00000000-0000-0000-0000-000000000000}"/>
          </ac:spMkLst>
        </pc:spChg>
        <pc:spChg chg="mod ord">
          <ac:chgData name="arnav8656tiwari@gmail.com" userId="cb05b7863545bd65" providerId="LiveId" clId="{C38803D9-F29C-4654-BEB2-62D3FD17E684}" dt="2025-09-18T13:25:01.955" v="4204" actId="1076"/>
          <ac:spMkLst>
            <pc:docMk/>
            <pc:sldMk cId="0" sldId="258"/>
            <ac:spMk id="11" creationId="{00000000-0000-0000-0000-000000000000}"/>
          </ac:spMkLst>
        </pc:spChg>
        <pc:spChg chg="mod ord">
          <ac:chgData name="arnav8656tiwari@gmail.com" userId="cb05b7863545bd65" providerId="LiveId" clId="{C38803D9-F29C-4654-BEB2-62D3FD17E684}" dt="2025-09-18T13:24:21.709" v="4200" actId="2711"/>
          <ac:spMkLst>
            <pc:docMk/>
            <pc:sldMk cId="0" sldId="258"/>
            <ac:spMk id="12" creationId="{00000000-0000-0000-0000-000000000000}"/>
          </ac:spMkLst>
        </pc:spChg>
        <pc:spChg chg="mod">
          <ac:chgData name="arnav8656tiwari@gmail.com" userId="cb05b7863545bd65" providerId="LiveId" clId="{C38803D9-F29C-4654-BEB2-62D3FD17E684}" dt="2025-09-18T13:24:21.709" v="4200" actId="2711"/>
          <ac:spMkLst>
            <pc:docMk/>
            <pc:sldMk cId="0" sldId="258"/>
            <ac:spMk id="13" creationId="{00000000-0000-0000-0000-000000000000}"/>
          </ac:spMkLst>
        </pc:spChg>
        <pc:spChg chg="mod">
          <ac:chgData name="arnav8656tiwari@gmail.com" userId="cb05b7863545bd65" providerId="LiveId" clId="{C38803D9-F29C-4654-BEB2-62D3FD17E684}" dt="2025-09-18T13:24:21.709" v="4200" actId="2711"/>
          <ac:spMkLst>
            <pc:docMk/>
            <pc:sldMk cId="0" sldId="258"/>
            <ac:spMk id="14" creationId="{00000000-0000-0000-0000-000000000000}"/>
          </ac:spMkLst>
        </pc:spChg>
        <pc:spChg chg="mod">
          <ac:chgData name="arnav8656tiwari@gmail.com" userId="cb05b7863545bd65" providerId="LiveId" clId="{C38803D9-F29C-4654-BEB2-62D3FD17E684}" dt="2025-09-18T13:24:21.709" v="4200" actId="2711"/>
          <ac:spMkLst>
            <pc:docMk/>
            <pc:sldMk cId="0" sldId="258"/>
            <ac:spMk id="15" creationId="{00000000-0000-0000-0000-000000000000}"/>
          </ac:spMkLst>
        </pc:spChg>
        <pc:spChg chg="mod">
          <ac:chgData name="arnav8656tiwari@gmail.com" userId="cb05b7863545bd65" providerId="LiveId" clId="{C38803D9-F29C-4654-BEB2-62D3FD17E684}" dt="2025-09-18T13:24:21.709" v="4200" actId="2711"/>
          <ac:spMkLst>
            <pc:docMk/>
            <pc:sldMk cId="0" sldId="258"/>
            <ac:spMk id="16" creationId="{00000000-0000-0000-0000-000000000000}"/>
          </ac:spMkLst>
        </pc:spChg>
        <pc:spChg chg="mod">
          <ac:chgData name="arnav8656tiwari@gmail.com" userId="cb05b7863545bd65" providerId="LiveId" clId="{C38803D9-F29C-4654-BEB2-62D3FD17E684}" dt="2025-09-18T13:24:21.709" v="4200" actId="2711"/>
          <ac:spMkLst>
            <pc:docMk/>
            <pc:sldMk cId="0" sldId="258"/>
            <ac:spMk id="17" creationId="{00000000-0000-0000-0000-000000000000}"/>
          </ac:spMkLst>
        </pc:spChg>
        <pc:spChg chg="mod">
          <ac:chgData name="arnav8656tiwari@gmail.com" userId="cb05b7863545bd65" providerId="LiveId" clId="{C38803D9-F29C-4654-BEB2-62D3FD17E684}" dt="2025-09-18T13:24:21.709" v="4200" actId="2711"/>
          <ac:spMkLst>
            <pc:docMk/>
            <pc:sldMk cId="0" sldId="258"/>
            <ac:spMk id="18" creationId="{00000000-0000-0000-0000-000000000000}"/>
          </ac:spMkLst>
        </pc:spChg>
        <pc:spChg chg="mod">
          <ac:chgData name="arnav8656tiwari@gmail.com" userId="cb05b7863545bd65" providerId="LiveId" clId="{C38803D9-F29C-4654-BEB2-62D3FD17E684}" dt="2025-09-18T13:24:21.709" v="4200" actId="2711"/>
          <ac:spMkLst>
            <pc:docMk/>
            <pc:sldMk cId="0" sldId="258"/>
            <ac:spMk id="19" creationId="{00000000-0000-0000-0000-000000000000}"/>
          </ac:spMkLst>
        </pc:spChg>
        <pc:spChg chg="mod">
          <ac:chgData name="arnav8656tiwari@gmail.com" userId="cb05b7863545bd65" providerId="LiveId" clId="{C38803D9-F29C-4654-BEB2-62D3FD17E684}" dt="2025-09-18T13:24:21.709" v="4200" actId="2711"/>
          <ac:spMkLst>
            <pc:docMk/>
            <pc:sldMk cId="0" sldId="258"/>
            <ac:spMk id="20" creationId="{00000000-0000-0000-0000-000000000000}"/>
          </ac:spMkLst>
        </pc:spChg>
        <pc:spChg chg="mod">
          <ac:chgData name="arnav8656tiwari@gmail.com" userId="cb05b7863545bd65" providerId="LiveId" clId="{C38803D9-F29C-4654-BEB2-62D3FD17E684}" dt="2025-09-18T13:24:21.709" v="4200" actId="2711"/>
          <ac:spMkLst>
            <pc:docMk/>
            <pc:sldMk cId="0" sldId="258"/>
            <ac:spMk id="21" creationId="{00000000-0000-0000-0000-000000000000}"/>
          </ac:spMkLst>
        </pc:spChg>
        <pc:spChg chg="mod">
          <ac:chgData name="arnav8656tiwari@gmail.com" userId="cb05b7863545bd65" providerId="LiveId" clId="{C38803D9-F29C-4654-BEB2-62D3FD17E684}" dt="2025-09-18T13:24:21.709" v="4200" actId="2711"/>
          <ac:spMkLst>
            <pc:docMk/>
            <pc:sldMk cId="0" sldId="258"/>
            <ac:spMk id="22" creationId="{00000000-0000-0000-0000-000000000000}"/>
          </ac:spMkLst>
        </pc:spChg>
        <pc:spChg chg="mod">
          <ac:chgData name="arnav8656tiwari@gmail.com" userId="cb05b7863545bd65" providerId="LiveId" clId="{C38803D9-F29C-4654-BEB2-62D3FD17E684}" dt="2025-09-18T13:24:21.709" v="4200" actId="2711"/>
          <ac:spMkLst>
            <pc:docMk/>
            <pc:sldMk cId="0" sldId="258"/>
            <ac:spMk id="23" creationId="{00000000-0000-0000-0000-000000000000}"/>
          </ac:spMkLst>
        </pc:spChg>
        <pc:spChg chg="mod">
          <ac:chgData name="arnav8656tiwari@gmail.com" userId="cb05b7863545bd65" providerId="LiveId" clId="{C38803D9-F29C-4654-BEB2-62D3FD17E684}" dt="2025-09-18T13:24:21.709" v="4200" actId="2711"/>
          <ac:spMkLst>
            <pc:docMk/>
            <pc:sldMk cId="0" sldId="258"/>
            <ac:spMk id="24" creationId="{00000000-0000-0000-0000-000000000000}"/>
          </ac:spMkLst>
        </pc:spChg>
        <pc:spChg chg="mod">
          <ac:chgData name="arnav8656tiwari@gmail.com" userId="cb05b7863545bd65" providerId="LiveId" clId="{C38803D9-F29C-4654-BEB2-62D3FD17E684}" dt="2025-09-18T13:24:21.709" v="4200" actId="2711"/>
          <ac:spMkLst>
            <pc:docMk/>
            <pc:sldMk cId="0" sldId="258"/>
            <ac:spMk id="34" creationId="{00000000-0000-0000-0000-000000000000}"/>
          </ac:spMkLst>
        </pc:spChg>
        <pc:spChg chg="mod">
          <ac:chgData name="arnav8656tiwari@gmail.com" userId="cb05b7863545bd65" providerId="LiveId" clId="{C38803D9-F29C-4654-BEB2-62D3FD17E684}" dt="2025-09-18T13:24:21.709" v="4200" actId="2711"/>
          <ac:spMkLst>
            <pc:docMk/>
            <pc:sldMk cId="0" sldId="258"/>
            <ac:spMk id="35" creationId="{00000000-0000-0000-0000-000000000000}"/>
          </ac:spMkLst>
        </pc:spChg>
        <pc:spChg chg="mod">
          <ac:chgData name="arnav8656tiwari@gmail.com" userId="cb05b7863545bd65" providerId="LiveId" clId="{C38803D9-F29C-4654-BEB2-62D3FD17E684}" dt="2025-09-18T13:25:50.699" v="4212" actId="403"/>
          <ac:spMkLst>
            <pc:docMk/>
            <pc:sldMk cId="0" sldId="258"/>
            <ac:spMk id="36" creationId="{00000000-0000-0000-0000-000000000000}"/>
          </ac:spMkLst>
        </pc:spChg>
        <pc:spChg chg="mod">
          <ac:chgData name="arnav8656tiwari@gmail.com" userId="cb05b7863545bd65" providerId="LiveId" clId="{C38803D9-F29C-4654-BEB2-62D3FD17E684}" dt="2025-09-18T13:24:21.709" v="4200" actId="2711"/>
          <ac:spMkLst>
            <pc:docMk/>
            <pc:sldMk cId="0" sldId="258"/>
            <ac:spMk id="38" creationId="{00000000-0000-0000-0000-000000000000}"/>
          </ac:spMkLst>
        </pc:spChg>
        <pc:spChg chg="mod">
          <ac:chgData name="arnav8656tiwari@gmail.com" userId="cb05b7863545bd65" providerId="LiveId" clId="{C38803D9-F29C-4654-BEB2-62D3FD17E684}" dt="2025-09-18T13:24:21.709" v="4200" actId="2711"/>
          <ac:spMkLst>
            <pc:docMk/>
            <pc:sldMk cId="0" sldId="258"/>
            <ac:spMk id="39" creationId="{00000000-0000-0000-0000-000000000000}"/>
          </ac:spMkLst>
        </pc:spChg>
        <pc:spChg chg="mod">
          <ac:chgData name="arnav8656tiwari@gmail.com" userId="cb05b7863545bd65" providerId="LiveId" clId="{C38803D9-F29C-4654-BEB2-62D3FD17E684}" dt="2025-09-18T13:25:38.232" v="4210" actId="403"/>
          <ac:spMkLst>
            <pc:docMk/>
            <pc:sldMk cId="0" sldId="258"/>
            <ac:spMk id="40" creationId="{00000000-0000-0000-0000-000000000000}"/>
          </ac:spMkLst>
        </pc:spChg>
        <pc:spChg chg="mod">
          <ac:chgData name="arnav8656tiwari@gmail.com" userId="cb05b7863545bd65" providerId="LiveId" clId="{C38803D9-F29C-4654-BEB2-62D3FD17E684}" dt="2025-09-18T13:24:21.709" v="4200" actId="2711"/>
          <ac:spMkLst>
            <pc:docMk/>
            <pc:sldMk cId="0" sldId="258"/>
            <ac:spMk id="43" creationId="{00000000-0000-0000-0000-000000000000}"/>
          </ac:spMkLst>
        </pc:spChg>
        <pc:spChg chg="mod">
          <ac:chgData name="arnav8656tiwari@gmail.com" userId="cb05b7863545bd65" providerId="LiveId" clId="{C38803D9-F29C-4654-BEB2-62D3FD17E684}" dt="2025-09-18T13:24:21.709" v="4200" actId="2711"/>
          <ac:spMkLst>
            <pc:docMk/>
            <pc:sldMk cId="0" sldId="258"/>
            <ac:spMk id="44" creationId="{00000000-0000-0000-0000-000000000000}"/>
          </ac:spMkLst>
        </pc:spChg>
        <pc:spChg chg="mod">
          <ac:chgData name="arnav8656tiwari@gmail.com" userId="cb05b7863545bd65" providerId="LiveId" clId="{C38803D9-F29C-4654-BEB2-62D3FD17E684}" dt="2025-09-18T13:24:21.709" v="4200" actId="2711"/>
          <ac:spMkLst>
            <pc:docMk/>
            <pc:sldMk cId="0" sldId="258"/>
            <ac:spMk id="45" creationId="{00000000-0000-0000-0000-000000000000}"/>
          </ac:spMkLst>
        </pc:spChg>
        <pc:spChg chg="del">
          <ac:chgData name="arnav8656tiwari@gmail.com" userId="cb05b7863545bd65" providerId="LiveId" clId="{C38803D9-F29C-4654-BEB2-62D3FD17E684}" dt="2025-09-14T18:11:04.869" v="2" actId="478"/>
          <ac:spMkLst>
            <pc:docMk/>
            <pc:sldMk cId="0" sldId="258"/>
            <ac:spMk id="46" creationId="{CE9E8456-1F50-4910-AA45-D83ACAF0DDA3}"/>
          </ac:spMkLst>
        </pc:spChg>
        <pc:spChg chg="mod">
          <ac:chgData name="arnav8656tiwari@gmail.com" userId="cb05b7863545bd65" providerId="LiveId" clId="{C38803D9-F29C-4654-BEB2-62D3FD17E684}" dt="2025-09-18T13:24:21.709" v="4200" actId="2711"/>
          <ac:spMkLst>
            <pc:docMk/>
            <pc:sldMk cId="0" sldId="258"/>
            <ac:spMk id="48" creationId="{00000000-0000-0000-0000-000000000000}"/>
          </ac:spMkLst>
        </pc:spChg>
        <pc:spChg chg="mod">
          <ac:chgData name="arnav8656tiwari@gmail.com" userId="cb05b7863545bd65" providerId="LiveId" clId="{C38803D9-F29C-4654-BEB2-62D3FD17E684}" dt="2025-09-18T13:24:21.709" v="4200" actId="2711"/>
          <ac:spMkLst>
            <pc:docMk/>
            <pc:sldMk cId="0" sldId="258"/>
            <ac:spMk id="49" creationId="{00000000-0000-0000-0000-000000000000}"/>
          </ac:spMkLst>
        </pc:spChg>
        <pc:spChg chg="mod">
          <ac:chgData name="arnav8656tiwari@gmail.com" userId="cb05b7863545bd65" providerId="LiveId" clId="{C38803D9-F29C-4654-BEB2-62D3FD17E684}" dt="2025-09-18T13:24:21.709" v="4200" actId="2711"/>
          <ac:spMkLst>
            <pc:docMk/>
            <pc:sldMk cId="0" sldId="258"/>
            <ac:spMk id="50" creationId="{00000000-0000-0000-0000-000000000000}"/>
          </ac:spMkLst>
        </pc:spChg>
        <pc:spChg chg="mod">
          <ac:chgData name="arnav8656tiwari@gmail.com" userId="cb05b7863545bd65" providerId="LiveId" clId="{C38803D9-F29C-4654-BEB2-62D3FD17E684}" dt="2025-09-18T13:26:45.449" v="4213" actId="113"/>
          <ac:spMkLst>
            <pc:docMk/>
            <pc:sldMk cId="0" sldId="258"/>
            <ac:spMk id="51" creationId="{00000000-0000-0000-0000-000000000000}"/>
          </ac:spMkLst>
        </pc:spChg>
        <pc:spChg chg="mod">
          <ac:chgData name="arnav8656tiwari@gmail.com" userId="cb05b7863545bd65" providerId="LiveId" clId="{C38803D9-F29C-4654-BEB2-62D3FD17E684}" dt="2025-09-18T13:26:45.449" v="4213" actId="113"/>
          <ac:spMkLst>
            <pc:docMk/>
            <pc:sldMk cId="0" sldId="258"/>
            <ac:spMk id="52" creationId="{00000000-0000-0000-0000-000000000000}"/>
          </ac:spMkLst>
        </pc:spChg>
        <pc:spChg chg="del mod">
          <ac:chgData name="arnav8656tiwari@gmail.com" userId="cb05b7863545bd65" providerId="LiveId" clId="{C38803D9-F29C-4654-BEB2-62D3FD17E684}" dt="2025-09-15T17:51:14.532" v="3039" actId="478"/>
          <ac:spMkLst>
            <pc:docMk/>
            <pc:sldMk cId="0" sldId="258"/>
            <ac:spMk id="53" creationId="{00000000-0000-0000-0000-000000000000}"/>
          </ac:spMkLst>
        </pc:spChg>
        <pc:spChg chg="add mod">
          <ac:chgData name="arnav8656tiwari@gmail.com" userId="cb05b7863545bd65" providerId="LiveId" clId="{C38803D9-F29C-4654-BEB2-62D3FD17E684}" dt="2025-09-18T13:25:27.504" v="4209" actId="1076"/>
          <ac:spMkLst>
            <pc:docMk/>
            <pc:sldMk cId="0" sldId="258"/>
            <ac:spMk id="53" creationId="{48ADE8FA-B223-486C-8C37-29A30E179F56}"/>
          </ac:spMkLst>
        </pc:spChg>
        <pc:spChg chg="mod ord">
          <ac:chgData name="arnav8656tiwari@gmail.com" userId="cb05b7863545bd65" providerId="LiveId" clId="{C38803D9-F29C-4654-BEB2-62D3FD17E684}" dt="2025-09-18T13:24:21.709" v="4200" actId="2711"/>
          <ac:spMkLst>
            <pc:docMk/>
            <pc:sldMk cId="0" sldId="258"/>
            <ac:spMk id="54" creationId="{494B5617-B403-4378-B1E7-3BA3BFF64A83}"/>
          </ac:spMkLst>
        </pc:spChg>
        <pc:spChg chg="del">
          <ac:chgData name="arnav8656tiwari@gmail.com" userId="cb05b7863545bd65" providerId="LiveId" clId="{C38803D9-F29C-4654-BEB2-62D3FD17E684}" dt="2025-09-14T18:11:45.209" v="21" actId="478"/>
          <ac:spMkLst>
            <pc:docMk/>
            <pc:sldMk cId="0" sldId="258"/>
            <ac:spMk id="54" creationId="{5918D49C-DABE-463E-B448-1763D4E4A5D5}"/>
          </ac:spMkLst>
        </pc:spChg>
        <pc:spChg chg="mod">
          <ac:chgData name="arnav8656tiwari@gmail.com" userId="cb05b7863545bd65" providerId="LiveId" clId="{C38803D9-F29C-4654-BEB2-62D3FD17E684}" dt="2025-09-18T13:24:21.709" v="4200" actId="2711"/>
          <ac:spMkLst>
            <pc:docMk/>
            <pc:sldMk cId="0" sldId="258"/>
            <ac:spMk id="55" creationId="{A44E059E-E917-4B20-9EE4-6FDC440A0191}"/>
          </ac:spMkLst>
        </pc:spChg>
        <pc:spChg chg="mod">
          <ac:chgData name="arnav8656tiwari@gmail.com" userId="cb05b7863545bd65" providerId="LiveId" clId="{C38803D9-F29C-4654-BEB2-62D3FD17E684}" dt="2025-09-18T13:24:53.085" v="4202"/>
          <ac:spMkLst>
            <pc:docMk/>
            <pc:sldMk cId="0" sldId="258"/>
            <ac:spMk id="57" creationId="{89F12B9B-9040-423F-966D-BA2FD0A0228F}"/>
          </ac:spMkLst>
        </pc:spChg>
        <pc:spChg chg="mod">
          <ac:chgData name="arnav8656tiwari@gmail.com" userId="cb05b7863545bd65" providerId="LiveId" clId="{C38803D9-F29C-4654-BEB2-62D3FD17E684}" dt="2025-09-18T13:24:53.085" v="4202"/>
          <ac:spMkLst>
            <pc:docMk/>
            <pc:sldMk cId="0" sldId="258"/>
            <ac:spMk id="58" creationId="{08695B27-F841-4331-90EC-44A61BCB8845}"/>
          </ac:spMkLst>
        </pc:spChg>
        <pc:spChg chg="add mod ord">
          <ac:chgData name="arnav8656tiwari@gmail.com" userId="cb05b7863545bd65" providerId="LiveId" clId="{C38803D9-F29C-4654-BEB2-62D3FD17E684}" dt="2025-09-18T13:24:21.709" v="4200" actId="2711"/>
          <ac:spMkLst>
            <pc:docMk/>
            <pc:sldMk cId="0" sldId="258"/>
            <ac:spMk id="59" creationId="{11549D63-9FB0-4A69-9BB5-147BE6216C0C}"/>
          </ac:spMkLst>
        </pc:spChg>
        <pc:spChg chg="add mod ord">
          <ac:chgData name="arnav8656tiwari@gmail.com" userId="cb05b7863545bd65" providerId="LiveId" clId="{C38803D9-F29C-4654-BEB2-62D3FD17E684}" dt="2025-09-18T13:24:21.709" v="4200" actId="2711"/>
          <ac:spMkLst>
            <pc:docMk/>
            <pc:sldMk cId="0" sldId="258"/>
            <ac:spMk id="60" creationId="{F026AEC6-6260-4F33-BB3C-96A0C3E5EEE4}"/>
          </ac:spMkLst>
        </pc:spChg>
        <pc:spChg chg="mod">
          <ac:chgData name="arnav8656tiwari@gmail.com" userId="cb05b7863545bd65" providerId="LiveId" clId="{C38803D9-F29C-4654-BEB2-62D3FD17E684}" dt="2025-09-18T13:24:21.709" v="4200" actId="2711"/>
          <ac:spMkLst>
            <pc:docMk/>
            <pc:sldMk cId="0" sldId="258"/>
            <ac:spMk id="62" creationId="{3975D41B-A2F2-4EDC-8677-BA2E01965865}"/>
          </ac:spMkLst>
        </pc:spChg>
        <pc:spChg chg="mod">
          <ac:chgData name="arnav8656tiwari@gmail.com" userId="cb05b7863545bd65" providerId="LiveId" clId="{C38803D9-F29C-4654-BEB2-62D3FD17E684}" dt="2025-09-18T13:24:21.709" v="4200" actId="2711"/>
          <ac:spMkLst>
            <pc:docMk/>
            <pc:sldMk cId="0" sldId="258"/>
            <ac:spMk id="63" creationId="{4DE79630-70AC-487A-9AE8-164A141D46D5}"/>
          </ac:spMkLst>
        </pc:spChg>
        <pc:spChg chg="mod ord">
          <ac:chgData name="arnav8656tiwari@gmail.com" userId="cb05b7863545bd65" providerId="LiveId" clId="{C38803D9-F29C-4654-BEB2-62D3FD17E684}" dt="2025-09-18T13:24:21.709" v="4200" actId="2711"/>
          <ac:spMkLst>
            <pc:docMk/>
            <pc:sldMk cId="0" sldId="258"/>
            <ac:spMk id="65" creationId="{CDB6849D-3A7B-49D2-AD06-6BBE07318226}"/>
          </ac:spMkLst>
        </pc:spChg>
        <pc:spChg chg="mod">
          <ac:chgData name="arnav8656tiwari@gmail.com" userId="cb05b7863545bd65" providerId="LiveId" clId="{C38803D9-F29C-4654-BEB2-62D3FD17E684}" dt="2025-09-18T13:24:21.709" v="4200" actId="2711"/>
          <ac:spMkLst>
            <pc:docMk/>
            <pc:sldMk cId="0" sldId="258"/>
            <ac:spMk id="66" creationId="{16CAD233-EEF0-4089-8060-08E519AB140A}"/>
          </ac:spMkLst>
        </pc:spChg>
        <pc:grpChg chg="del">
          <ac:chgData name="arnav8656tiwari@gmail.com" userId="cb05b7863545bd65" providerId="LiveId" clId="{C38803D9-F29C-4654-BEB2-62D3FD17E684}" dt="2025-09-15T11:43:58.161" v="1665" actId="478"/>
          <ac:grpSpMkLst>
            <pc:docMk/>
            <pc:sldMk cId="0" sldId="258"/>
            <ac:grpSpMk id="4" creationId="{00000000-0000-0000-0000-000000000000}"/>
          </ac:grpSpMkLst>
        </pc:grpChg>
        <pc:grpChg chg="del">
          <ac:chgData name="arnav8656tiwari@gmail.com" userId="cb05b7863545bd65" providerId="LiveId" clId="{C38803D9-F29C-4654-BEB2-62D3FD17E684}" dt="2025-09-15T11:43:13.138" v="1652" actId="478"/>
          <ac:grpSpMkLst>
            <pc:docMk/>
            <pc:sldMk cId="0" sldId="258"/>
            <ac:grpSpMk id="7" creationId="{00000000-0000-0000-0000-000000000000}"/>
          </ac:grpSpMkLst>
        </pc:grpChg>
        <pc:grpChg chg="mod">
          <ac:chgData name="arnav8656tiwari@gmail.com" userId="cb05b7863545bd65" providerId="LiveId" clId="{C38803D9-F29C-4654-BEB2-62D3FD17E684}" dt="2025-09-15T11:38:22.097" v="1409" actId="207"/>
          <ac:grpSpMkLst>
            <pc:docMk/>
            <pc:sldMk cId="0" sldId="258"/>
            <ac:grpSpMk id="33" creationId="{00000000-0000-0000-0000-000000000000}"/>
          </ac:grpSpMkLst>
        </pc:grpChg>
        <pc:grpChg chg="mod">
          <ac:chgData name="arnav8656tiwari@gmail.com" userId="cb05b7863545bd65" providerId="LiveId" clId="{C38803D9-F29C-4654-BEB2-62D3FD17E684}" dt="2025-09-15T11:38:22.097" v="1409" actId="207"/>
          <ac:grpSpMkLst>
            <pc:docMk/>
            <pc:sldMk cId="0" sldId="258"/>
            <ac:grpSpMk id="37" creationId="{00000000-0000-0000-0000-000000000000}"/>
          </ac:grpSpMkLst>
        </pc:grpChg>
        <pc:grpChg chg="mod">
          <ac:chgData name="arnav8656tiwari@gmail.com" userId="cb05b7863545bd65" providerId="LiveId" clId="{C38803D9-F29C-4654-BEB2-62D3FD17E684}" dt="2025-09-15T11:37:47.329" v="1406" actId="207"/>
          <ac:grpSpMkLst>
            <pc:docMk/>
            <pc:sldMk cId="0" sldId="258"/>
            <ac:grpSpMk id="41" creationId="{00000000-0000-0000-0000-000000000000}"/>
          </ac:grpSpMkLst>
        </pc:grpChg>
        <pc:grpChg chg="add mod">
          <ac:chgData name="arnav8656tiwari@gmail.com" userId="cb05b7863545bd65" providerId="LiveId" clId="{C38803D9-F29C-4654-BEB2-62D3FD17E684}" dt="2025-09-15T18:38:04.119" v="3453" actId="207"/>
          <ac:grpSpMkLst>
            <pc:docMk/>
            <pc:sldMk cId="0" sldId="258"/>
            <ac:grpSpMk id="46" creationId="{8672A46B-31B7-458E-8205-616261095891}"/>
          </ac:grpSpMkLst>
        </pc:grpChg>
        <pc:grpChg chg="mod">
          <ac:chgData name="arnav8656tiwari@gmail.com" userId="cb05b7863545bd65" providerId="LiveId" clId="{C38803D9-F29C-4654-BEB2-62D3FD17E684}" dt="2025-09-15T11:37:47.329" v="1406" actId="207"/>
          <ac:grpSpMkLst>
            <pc:docMk/>
            <pc:sldMk cId="0" sldId="258"/>
            <ac:grpSpMk id="47" creationId="{00000000-0000-0000-0000-000000000000}"/>
          </ac:grpSpMkLst>
        </pc:grpChg>
        <pc:grpChg chg="add mod">
          <ac:chgData name="arnav8656tiwari@gmail.com" userId="cb05b7863545bd65" providerId="LiveId" clId="{C38803D9-F29C-4654-BEB2-62D3FD17E684}" dt="2025-09-18T13:25:04.549" v="4206" actId="1076"/>
          <ac:grpSpMkLst>
            <pc:docMk/>
            <pc:sldMk cId="0" sldId="258"/>
            <ac:grpSpMk id="56" creationId="{F2B411E0-FEE7-4426-BF36-FE19DBE80F91}"/>
          </ac:grpSpMkLst>
        </pc:grpChg>
        <pc:grpChg chg="add mod ord">
          <ac:chgData name="arnav8656tiwari@gmail.com" userId="cb05b7863545bd65" providerId="LiveId" clId="{C38803D9-F29C-4654-BEB2-62D3FD17E684}" dt="2025-09-15T15:28:07.471" v="2588" actId="1076"/>
          <ac:grpSpMkLst>
            <pc:docMk/>
            <pc:sldMk cId="0" sldId="258"/>
            <ac:grpSpMk id="61" creationId="{D5B012D0-492C-4684-A851-842375A9E384}"/>
          </ac:grpSpMkLst>
        </pc:grpChg>
        <pc:grpChg chg="add mod ord">
          <ac:chgData name="arnav8656tiwari@gmail.com" userId="cb05b7863545bd65" providerId="LiveId" clId="{C38803D9-F29C-4654-BEB2-62D3FD17E684}" dt="2025-09-15T15:29:01.505" v="2595" actId="1076"/>
          <ac:grpSpMkLst>
            <pc:docMk/>
            <pc:sldMk cId="0" sldId="258"/>
            <ac:grpSpMk id="64" creationId="{A9187B88-36A4-45F4-A2E9-21E393379DA0}"/>
          </ac:grpSpMkLst>
        </pc:grpChg>
      </pc:sldChg>
      <pc:sldChg chg="addSp delSp modSp mod">
        <pc:chgData name="arnav8656tiwari@gmail.com" userId="cb05b7863545bd65" providerId="LiveId" clId="{C38803D9-F29C-4654-BEB2-62D3FD17E684}" dt="2025-09-18T13:27:16.206" v="4216" actId="2711"/>
        <pc:sldMkLst>
          <pc:docMk/>
          <pc:sldMk cId="0" sldId="259"/>
        </pc:sldMkLst>
        <pc:spChg chg="mod">
          <ac:chgData name="arnav8656tiwari@gmail.com" userId="cb05b7863545bd65" providerId="LiveId" clId="{C38803D9-F29C-4654-BEB2-62D3FD17E684}" dt="2025-09-18T13:27:16.206" v="4216" actId="2711"/>
          <ac:spMkLst>
            <pc:docMk/>
            <pc:sldMk cId="0" sldId="259"/>
            <ac:spMk id="2" creationId="{00000000-0000-0000-0000-000000000000}"/>
          </ac:spMkLst>
        </pc:spChg>
        <pc:spChg chg="mod">
          <ac:chgData name="arnav8656tiwari@gmail.com" userId="cb05b7863545bd65" providerId="LiveId" clId="{C38803D9-F29C-4654-BEB2-62D3FD17E684}" dt="2025-09-18T13:27:16.206" v="4216" actId="2711"/>
          <ac:spMkLst>
            <pc:docMk/>
            <pc:sldMk cId="0" sldId="259"/>
            <ac:spMk id="3" creationId="{00000000-0000-0000-0000-000000000000}"/>
          </ac:spMkLst>
        </pc:spChg>
        <pc:spChg chg="mod">
          <ac:chgData name="arnav8656tiwari@gmail.com" userId="cb05b7863545bd65" providerId="LiveId" clId="{C38803D9-F29C-4654-BEB2-62D3FD17E684}" dt="2025-09-18T13:27:16.206" v="4216" actId="2711"/>
          <ac:spMkLst>
            <pc:docMk/>
            <pc:sldMk cId="0" sldId="259"/>
            <ac:spMk id="5" creationId="{00000000-0000-0000-0000-000000000000}"/>
          </ac:spMkLst>
        </pc:spChg>
        <pc:spChg chg="mod">
          <ac:chgData name="arnav8656tiwari@gmail.com" userId="cb05b7863545bd65" providerId="LiveId" clId="{C38803D9-F29C-4654-BEB2-62D3FD17E684}" dt="2025-09-18T13:27:16.206" v="4216" actId="2711"/>
          <ac:spMkLst>
            <pc:docMk/>
            <pc:sldMk cId="0" sldId="259"/>
            <ac:spMk id="6" creationId="{00000000-0000-0000-0000-000000000000}"/>
          </ac:spMkLst>
        </pc:spChg>
        <pc:spChg chg="mod">
          <ac:chgData name="arnav8656tiwari@gmail.com" userId="cb05b7863545bd65" providerId="LiveId" clId="{C38803D9-F29C-4654-BEB2-62D3FD17E684}" dt="2025-09-18T13:27:16.206" v="4216" actId="2711"/>
          <ac:spMkLst>
            <pc:docMk/>
            <pc:sldMk cId="0" sldId="259"/>
            <ac:spMk id="8" creationId="{00000000-0000-0000-0000-000000000000}"/>
          </ac:spMkLst>
        </pc:spChg>
        <pc:spChg chg="mod">
          <ac:chgData name="arnav8656tiwari@gmail.com" userId="cb05b7863545bd65" providerId="LiveId" clId="{C38803D9-F29C-4654-BEB2-62D3FD17E684}" dt="2025-09-18T13:27:16.206" v="4216" actId="2711"/>
          <ac:spMkLst>
            <pc:docMk/>
            <pc:sldMk cId="0" sldId="259"/>
            <ac:spMk id="9" creationId="{00000000-0000-0000-0000-000000000000}"/>
          </ac:spMkLst>
        </pc:spChg>
        <pc:spChg chg="mod">
          <ac:chgData name="arnav8656tiwari@gmail.com" userId="cb05b7863545bd65" providerId="LiveId" clId="{C38803D9-F29C-4654-BEB2-62D3FD17E684}" dt="2025-09-18T13:27:16.206" v="4216" actId="2711"/>
          <ac:spMkLst>
            <pc:docMk/>
            <pc:sldMk cId="0" sldId="259"/>
            <ac:spMk id="11" creationId="{00000000-0000-0000-0000-000000000000}"/>
          </ac:spMkLst>
        </pc:spChg>
        <pc:spChg chg="mod">
          <ac:chgData name="arnav8656tiwari@gmail.com" userId="cb05b7863545bd65" providerId="LiveId" clId="{C38803D9-F29C-4654-BEB2-62D3FD17E684}" dt="2025-09-18T13:27:16.206" v="4216" actId="2711"/>
          <ac:spMkLst>
            <pc:docMk/>
            <pc:sldMk cId="0" sldId="259"/>
            <ac:spMk id="12" creationId="{00000000-0000-0000-0000-000000000000}"/>
          </ac:spMkLst>
        </pc:spChg>
        <pc:spChg chg="mod">
          <ac:chgData name="arnav8656tiwari@gmail.com" userId="cb05b7863545bd65" providerId="LiveId" clId="{C38803D9-F29C-4654-BEB2-62D3FD17E684}" dt="2025-09-18T13:27:16.206" v="4216" actId="2711"/>
          <ac:spMkLst>
            <pc:docMk/>
            <pc:sldMk cId="0" sldId="259"/>
            <ac:spMk id="14" creationId="{00000000-0000-0000-0000-000000000000}"/>
          </ac:spMkLst>
        </pc:spChg>
        <pc:spChg chg="mod">
          <ac:chgData name="arnav8656tiwari@gmail.com" userId="cb05b7863545bd65" providerId="LiveId" clId="{C38803D9-F29C-4654-BEB2-62D3FD17E684}" dt="2025-09-18T13:27:16.206" v="4216" actId="2711"/>
          <ac:spMkLst>
            <pc:docMk/>
            <pc:sldMk cId="0" sldId="259"/>
            <ac:spMk id="15" creationId="{00000000-0000-0000-0000-000000000000}"/>
          </ac:spMkLst>
        </pc:spChg>
        <pc:spChg chg="mod">
          <ac:chgData name="arnav8656tiwari@gmail.com" userId="cb05b7863545bd65" providerId="LiveId" clId="{C38803D9-F29C-4654-BEB2-62D3FD17E684}" dt="2025-09-18T13:27:16.206" v="4216" actId="2711"/>
          <ac:spMkLst>
            <pc:docMk/>
            <pc:sldMk cId="0" sldId="259"/>
            <ac:spMk id="16" creationId="{00000000-0000-0000-0000-000000000000}"/>
          </ac:spMkLst>
        </pc:spChg>
        <pc:spChg chg="mod">
          <ac:chgData name="arnav8656tiwari@gmail.com" userId="cb05b7863545bd65" providerId="LiveId" clId="{C38803D9-F29C-4654-BEB2-62D3FD17E684}" dt="2025-09-18T13:27:16.206" v="4216" actId="2711"/>
          <ac:spMkLst>
            <pc:docMk/>
            <pc:sldMk cId="0" sldId="259"/>
            <ac:spMk id="17" creationId="{00000000-0000-0000-0000-000000000000}"/>
          </ac:spMkLst>
        </pc:spChg>
        <pc:spChg chg="mod">
          <ac:chgData name="arnav8656tiwari@gmail.com" userId="cb05b7863545bd65" providerId="LiveId" clId="{C38803D9-F29C-4654-BEB2-62D3FD17E684}" dt="2025-09-18T13:27:16.206" v="4216" actId="2711"/>
          <ac:spMkLst>
            <pc:docMk/>
            <pc:sldMk cId="0" sldId="259"/>
            <ac:spMk id="18" creationId="{00000000-0000-0000-0000-000000000000}"/>
          </ac:spMkLst>
        </pc:spChg>
        <pc:spChg chg="mod">
          <ac:chgData name="arnav8656tiwari@gmail.com" userId="cb05b7863545bd65" providerId="LiveId" clId="{C38803D9-F29C-4654-BEB2-62D3FD17E684}" dt="2025-09-18T13:27:16.206" v="4216" actId="2711"/>
          <ac:spMkLst>
            <pc:docMk/>
            <pc:sldMk cId="0" sldId="259"/>
            <ac:spMk id="19" creationId="{00000000-0000-0000-0000-000000000000}"/>
          </ac:spMkLst>
        </pc:spChg>
        <pc:spChg chg="mod">
          <ac:chgData name="arnav8656tiwari@gmail.com" userId="cb05b7863545bd65" providerId="LiveId" clId="{C38803D9-F29C-4654-BEB2-62D3FD17E684}" dt="2025-09-18T13:27:16.206" v="4216" actId="2711"/>
          <ac:spMkLst>
            <pc:docMk/>
            <pc:sldMk cId="0" sldId="259"/>
            <ac:spMk id="20" creationId="{00000000-0000-0000-0000-000000000000}"/>
          </ac:spMkLst>
        </pc:spChg>
        <pc:spChg chg="mod">
          <ac:chgData name="arnav8656tiwari@gmail.com" userId="cb05b7863545bd65" providerId="LiveId" clId="{C38803D9-F29C-4654-BEB2-62D3FD17E684}" dt="2025-09-18T13:27:16.206" v="4216" actId="2711"/>
          <ac:spMkLst>
            <pc:docMk/>
            <pc:sldMk cId="0" sldId="259"/>
            <ac:spMk id="21" creationId="{00000000-0000-0000-0000-000000000000}"/>
          </ac:spMkLst>
        </pc:spChg>
        <pc:spChg chg="mod">
          <ac:chgData name="arnav8656tiwari@gmail.com" userId="cb05b7863545bd65" providerId="LiveId" clId="{C38803D9-F29C-4654-BEB2-62D3FD17E684}" dt="2025-09-18T13:27:16.206" v="4216" actId="2711"/>
          <ac:spMkLst>
            <pc:docMk/>
            <pc:sldMk cId="0" sldId="259"/>
            <ac:spMk id="22" creationId="{00000000-0000-0000-0000-000000000000}"/>
          </ac:spMkLst>
        </pc:spChg>
        <pc:spChg chg="mod">
          <ac:chgData name="arnav8656tiwari@gmail.com" userId="cb05b7863545bd65" providerId="LiveId" clId="{C38803D9-F29C-4654-BEB2-62D3FD17E684}" dt="2025-09-18T13:27:16.206" v="4216" actId="2711"/>
          <ac:spMkLst>
            <pc:docMk/>
            <pc:sldMk cId="0" sldId="259"/>
            <ac:spMk id="23" creationId="{00000000-0000-0000-0000-000000000000}"/>
          </ac:spMkLst>
        </pc:spChg>
        <pc:spChg chg="mod">
          <ac:chgData name="arnav8656tiwari@gmail.com" userId="cb05b7863545bd65" providerId="LiveId" clId="{C38803D9-F29C-4654-BEB2-62D3FD17E684}" dt="2025-09-18T13:27:16.206" v="4216" actId="2711"/>
          <ac:spMkLst>
            <pc:docMk/>
            <pc:sldMk cId="0" sldId="259"/>
            <ac:spMk id="24" creationId="{00000000-0000-0000-0000-000000000000}"/>
          </ac:spMkLst>
        </pc:spChg>
        <pc:spChg chg="mod">
          <ac:chgData name="arnav8656tiwari@gmail.com" userId="cb05b7863545bd65" providerId="LiveId" clId="{C38803D9-F29C-4654-BEB2-62D3FD17E684}" dt="2025-09-18T13:27:16.206" v="4216" actId="2711"/>
          <ac:spMkLst>
            <pc:docMk/>
            <pc:sldMk cId="0" sldId="259"/>
            <ac:spMk id="25" creationId="{00000000-0000-0000-0000-000000000000}"/>
          </ac:spMkLst>
        </pc:spChg>
        <pc:spChg chg="mod">
          <ac:chgData name="arnav8656tiwari@gmail.com" userId="cb05b7863545bd65" providerId="LiveId" clId="{C38803D9-F29C-4654-BEB2-62D3FD17E684}" dt="2025-09-18T13:27:16.206" v="4216" actId="2711"/>
          <ac:spMkLst>
            <pc:docMk/>
            <pc:sldMk cId="0" sldId="259"/>
            <ac:spMk id="26" creationId="{00000000-0000-0000-0000-000000000000}"/>
          </ac:spMkLst>
        </pc:spChg>
        <pc:spChg chg="mod">
          <ac:chgData name="arnav8656tiwari@gmail.com" userId="cb05b7863545bd65" providerId="LiveId" clId="{C38803D9-F29C-4654-BEB2-62D3FD17E684}" dt="2025-09-18T13:27:16.206" v="4216" actId="2711"/>
          <ac:spMkLst>
            <pc:docMk/>
            <pc:sldMk cId="0" sldId="259"/>
            <ac:spMk id="27" creationId="{00000000-0000-0000-0000-000000000000}"/>
          </ac:spMkLst>
        </pc:spChg>
        <pc:spChg chg="mod">
          <ac:chgData name="arnav8656tiwari@gmail.com" userId="cb05b7863545bd65" providerId="LiveId" clId="{C38803D9-F29C-4654-BEB2-62D3FD17E684}" dt="2025-09-18T13:27:16.206" v="4216" actId="2711"/>
          <ac:spMkLst>
            <pc:docMk/>
            <pc:sldMk cId="0" sldId="259"/>
            <ac:spMk id="28" creationId="{00000000-0000-0000-0000-000000000000}"/>
          </ac:spMkLst>
        </pc:spChg>
        <pc:spChg chg="mod">
          <ac:chgData name="arnav8656tiwari@gmail.com" userId="cb05b7863545bd65" providerId="LiveId" clId="{C38803D9-F29C-4654-BEB2-62D3FD17E684}" dt="2025-09-18T13:27:16.206" v="4216" actId="2711"/>
          <ac:spMkLst>
            <pc:docMk/>
            <pc:sldMk cId="0" sldId="259"/>
            <ac:spMk id="30" creationId="{00000000-0000-0000-0000-000000000000}"/>
          </ac:spMkLst>
        </pc:spChg>
        <pc:spChg chg="mod">
          <ac:chgData name="arnav8656tiwari@gmail.com" userId="cb05b7863545bd65" providerId="LiveId" clId="{C38803D9-F29C-4654-BEB2-62D3FD17E684}" dt="2025-09-18T13:27:16.206" v="4216" actId="2711"/>
          <ac:spMkLst>
            <pc:docMk/>
            <pc:sldMk cId="0" sldId="259"/>
            <ac:spMk id="31" creationId="{00000000-0000-0000-0000-000000000000}"/>
          </ac:spMkLst>
        </pc:spChg>
        <pc:spChg chg="mod">
          <ac:chgData name="arnav8656tiwari@gmail.com" userId="cb05b7863545bd65" providerId="LiveId" clId="{C38803D9-F29C-4654-BEB2-62D3FD17E684}" dt="2025-09-18T13:27:16.206" v="4216" actId="2711"/>
          <ac:spMkLst>
            <pc:docMk/>
            <pc:sldMk cId="0" sldId="259"/>
            <ac:spMk id="32" creationId="{00000000-0000-0000-0000-000000000000}"/>
          </ac:spMkLst>
        </pc:spChg>
        <pc:spChg chg="mod">
          <ac:chgData name="arnav8656tiwari@gmail.com" userId="cb05b7863545bd65" providerId="LiveId" clId="{C38803D9-F29C-4654-BEB2-62D3FD17E684}" dt="2025-09-18T13:27:16.206" v="4216" actId="2711"/>
          <ac:spMkLst>
            <pc:docMk/>
            <pc:sldMk cId="0" sldId="259"/>
            <ac:spMk id="34" creationId="{00000000-0000-0000-0000-000000000000}"/>
          </ac:spMkLst>
        </pc:spChg>
        <pc:spChg chg="mod">
          <ac:chgData name="arnav8656tiwari@gmail.com" userId="cb05b7863545bd65" providerId="LiveId" clId="{C38803D9-F29C-4654-BEB2-62D3FD17E684}" dt="2025-09-18T13:27:16.206" v="4216" actId="2711"/>
          <ac:spMkLst>
            <pc:docMk/>
            <pc:sldMk cId="0" sldId="259"/>
            <ac:spMk id="35" creationId="{00000000-0000-0000-0000-000000000000}"/>
          </ac:spMkLst>
        </pc:spChg>
        <pc:spChg chg="mod">
          <ac:chgData name="arnav8656tiwari@gmail.com" userId="cb05b7863545bd65" providerId="LiveId" clId="{C38803D9-F29C-4654-BEB2-62D3FD17E684}" dt="2025-09-18T13:27:16.206" v="4216" actId="2711"/>
          <ac:spMkLst>
            <pc:docMk/>
            <pc:sldMk cId="0" sldId="259"/>
            <ac:spMk id="36" creationId="{00000000-0000-0000-0000-000000000000}"/>
          </ac:spMkLst>
        </pc:spChg>
        <pc:spChg chg="mod">
          <ac:chgData name="arnav8656tiwari@gmail.com" userId="cb05b7863545bd65" providerId="LiveId" clId="{C38803D9-F29C-4654-BEB2-62D3FD17E684}" dt="2025-09-18T13:27:16.206" v="4216" actId="2711"/>
          <ac:spMkLst>
            <pc:docMk/>
            <pc:sldMk cId="0" sldId="259"/>
            <ac:spMk id="37" creationId="{00000000-0000-0000-0000-000000000000}"/>
          </ac:spMkLst>
        </pc:spChg>
        <pc:spChg chg="mod">
          <ac:chgData name="arnav8656tiwari@gmail.com" userId="cb05b7863545bd65" providerId="LiveId" clId="{C38803D9-F29C-4654-BEB2-62D3FD17E684}" dt="2025-09-18T13:27:16.206" v="4216" actId="2711"/>
          <ac:spMkLst>
            <pc:docMk/>
            <pc:sldMk cId="0" sldId="259"/>
            <ac:spMk id="39" creationId="{00000000-0000-0000-0000-000000000000}"/>
          </ac:spMkLst>
        </pc:spChg>
        <pc:spChg chg="mod">
          <ac:chgData name="arnav8656tiwari@gmail.com" userId="cb05b7863545bd65" providerId="LiveId" clId="{C38803D9-F29C-4654-BEB2-62D3FD17E684}" dt="2025-09-18T13:27:16.206" v="4216" actId="2711"/>
          <ac:spMkLst>
            <pc:docMk/>
            <pc:sldMk cId="0" sldId="259"/>
            <ac:spMk id="40" creationId="{00000000-0000-0000-0000-000000000000}"/>
          </ac:spMkLst>
        </pc:spChg>
        <pc:spChg chg="mod">
          <ac:chgData name="arnav8656tiwari@gmail.com" userId="cb05b7863545bd65" providerId="LiveId" clId="{C38803D9-F29C-4654-BEB2-62D3FD17E684}" dt="2025-09-18T13:27:16.206" v="4216" actId="2711"/>
          <ac:spMkLst>
            <pc:docMk/>
            <pc:sldMk cId="0" sldId="259"/>
            <ac:spMk id="41" creationId="{00000000-0000-0000-0000-000000000000}"/>
          </ac:spMkLst>
        </pc:spChg>
        <pc:spChg chg="mod">
          <ac:chgData name="arnav8656tiwari@gmail.com" userId="cb05b7863545bd65" providerId="LiveId" clId="{C38803D9-F29C-4654-BEB2-62D3FD17E684}" dt="2025-09-18T13:27:16.206" v="4216" actId="2711"/>
          <ac:spMkLst>
            <pc:docMk/>
            <pc:sldMk cId="0" sldId="259"/>
            <ac:spMk id="43" creationId="{00000000-0000-0000-0000-000000000000}"/>
          </ac:spMkLst>
        </pc:spChg>
        <pc:spChg chg="mod">
          <ac:chgData name="arnav8656tiwari@gmail.com" userId="cb05b7863545bd65" providerId="LiveId" clId="{C38803D9-F29C-4654-BEB2-62D3FD17E684}" dt="2025-09-18T13:27:16.206" v="4216" actId="2711"/>
          <ac:spMkLst>
            <pc:docMk/>
            <pc:sldMk cId="0" sldId="259"/>
            <ac:spMk id="44" creationId="{00000000-0000-0000-0000-000000000000}"/>
          </ac:spMkLst>
        </pc:spChg>
        <pc:spChg chg="mod">
          <ac:chgData name="arnav8656tiwari@gmail.com" userId="cb05b7863545bd65" providerId="LiveId" clId="{C38803D9-F29C-4654-BEB2-62D3FD17E684}" dt="2025-09-18T13:27:16.206" v="4216" actId="2711"/>
          <ac:spMkLst>
            <pc:docMk/>
            <pc:sldMk cId="0" sldId="259"/>
            <ac:spMk id="45" creationId="{00000000-0000-0000-0000-000000000000}"/>
          </ac:spMkLst>
        </pc:spChg>
        <pc:spChg chg="mod">
          <ac:chgData name="arnav8656tiwari@gmail.com" userId="cb05b7863545bd65" providerId="LiveId" clId="{C38803D9-F29C-4654-BEB2-62D3FD17E684}" dt="2025-09-18T13:27:16.206" v="4216" actId="2711"/>
          <ac:spMkLst>
            <pc:docMk/>
            <pc:sldMk cId="0" sldId="259"/>
            <ac:spMk id="47" creationId="{00000000-0000-0000-0000-000000000000}"/>
          </ac:spMkLst>
        </pc:spChg>
        <pc:spChg chg="mod">
          <ac:chgData name="arnav8656tiwari@gmail.com" userId="cb05b7863545bd65" providerId="LiveId" clId="{C38803D9-F29C-4654-BEB2-62D3FD17E684}" dt="2025-09-18T13:27:16.206" v="4216" actId="2711"/>
          <ac:spMkLst>
            <pc:docMk/>
            <pc:sldMk cId="0" sldId="259"/>
            <ac:spMk id="48" creationId="{00000000-0000-0000-0000-000000000000}"/>
          </ac:spMkLst>
        </pc:spChg>
        <pc:spChg chg="mod">
          <ac:chgData name="arnav8656tiwari@gmail.com" userId="cb05b7863545bd65" providerId="LiveId" clId="{C38803D9-F29C-4654-BEB2-62D3FD17E684}" dt="2025-09-18T13:27:16.206" v="4216" actId="2711"/>
          <ac:spMkLst>
            <pc:docMk/>
            <pc:sldMk cId="0" sldId="259"/>
            <ac:spMk id="49" creationId="{00000000-0000-0000-0000-000000000000}"/>
          </ac:spMkLst>
        </pc:spChg>
        <pc:spChg chg="mod">
          <ac:chgData name="arnav8656tiwari@gmail.com" userId="cb05b7863545bd65" providerId="LiveId" clId="{C38803D9-F29C-4654-BEB2-62D3FD17E684}" dt="2025-09-18T13:27:16.206" v="4216" actId="2711"/>
          <ac:spMkLst>
            <pc:docMk/>
            <pc:sldMk cId="0" sldId="259"/>
            <ac:spMk id="51" creationId="{00000000-0000-0000-0000-000000000000}"/>
          </ac:spMkLst>
        </pc:spChg>
        <pc:spChg chg="mod">
          <ac:chgData name="arnav8656tiwari@gmail.com" userId="cb05b7863545bd65" providerId="LiveId" clId="{C38803D9-F29C-4654-BEB2-62D3FD17E684}" dt="2025-09-18T13:27:16.206" v="4216" actId="2711"/>
          <ac:spMkLst>
            <pc:docMk/>
            <pc:sldMk cId="0" sldId="259"/>
            <ac:spMk id="52" creationId="{00000000-0000-0000-0000-000000000000}"/>
          </ac:spMkLst>
        </pc:spChg>
        <pc:spChg chg="mod">
          <ac:chgData name="arnav8656tiwari@gmail.com" userId="cb05b7863545bd65" providerId="LiveId" clId="{C38803D9-F29C-4654-BEB2-62D3FD17E684}" dt="2025-09-18T13:27:16.206" v="4216" actId="2711"/>
          <ac:spMkLst>
            <pc:docMk/>
            <pc:sldMk cId="0" sldId="259"/>
            <ac:spMk id="53" creationId="{00000000-0000-0000-0000-000000000000}"/>
          </ac:spMkLst>
        </pc:spChg>
        <pc:spChg chg="mod">
          <ac:chgData name="arnav8656tiwari@gmail.com" userId="cb05b7863545bd65" providerId="LiveId" clId="{C38803D9-F29C-4654-BEB2-62D3FD17E684}" dt="2025-09-18T13:27:16.206" v="4216" actId="2711"/>
          <ac:spMkLst>
            <pc:docMk/>
            <pc:sldMk cId="0" sldId="259"/>
            <ac:spMk id="54" creationId="{00000000-0000-0000-0000-000000000000}"/>
          </ac:spMkLst>
        </pc:spChg>
        <pc:spChg chg="mod">
          <ac:chgData name="arnav8656tiwari@gmail.com" userId="cb05b7863545bd65" providerId="LiveId" clId="{C38803D9-F29C-4654-BEB2-62D3FD17E684}" dt="2025-09-18T13:27:16.206" v="4216" actId="2711"/>
          <ac:spMkLst>
            <pc:docMk/>
            <pc:sldMk cId="0" sldId="259"/>
            <ac:spMk id="55" creationId="{00000000-0000-0000-0000-000000000000}"/>
          </ac:spMkLst>
        </pc:spChg>
        <pc:spChg chg="mod">
          <ac:chgData name="arnav8656tiwari@gmail.com" userId="cb05b7863545bd65" providerId="LiveId" clId="{C38803D9-F29C-4654-BEB2-62D3FD17E684}" dt="2025-09-18T13:27:16.206" v="4216" actId="2711"/>
          <ac:spMkLst>
            <pc:docMk/>
            <pc:sldMk cId="0" sldId="259"/>
            <ac:spMk id="56" creationId="{00000000-0000-0000-0000-000000000000}"/>
          </ac:spMkLst>
        </pc:spChg>
        <pc:spChg chg="mod">
          <ac:chgData name="arnav8656tiwari@gmail.com" userId="cb05b7863545bd65" providerId="LiveId" clId="{C38803D9-F29C-4654-BEB2-62D3FD17E684}" dt="2025-09-18T13:27:16.206" v="4216" actId="2711"/>
          <ac:spMkLst>
            <pc:docMk/>
            <pc:sldMk cId="0" sldId="259"/>
            <ac:spMk id="58" creationId="{00000000-0000-0000-0000-000000000000}"/>
          </ac:spMkLst>
        </pc:spChg>
        <pc:spChg chg="mod">
          <ac:chgData name="arnav8656tiwari@gmail.com" userId="cb05b7863545bd65" providerId="LiveId" clId="{C38803D9-F29C-4654-BEB2-62D3FD17E684}" dt="2025-09-18T13:27:16.206" v="4216" actId="2711"/>
          <ac:spMkLst>
            <pc:docMk/>
            <pc:sldMk cId="0" sldId="259"/>
            <ac:spMk id="59" creationId="{00000000-0000-0000-0000-000000000000}"/>
          </ac:spMkLst>
        </pc:spChg>
        <pc:spChg chg="mod">
          <ac:chgData name="arnav8656tiwari@gmail.com" userId="cb05b7863545bd65" providerId="LiveId" clId="{C38803D9-F29C-4654-BEB2-62D3FD17E684}" dt="2025-09-18T13:27:16.206" v="4216" actId="2711"/>
          <ac:spMkLst>
            <pc:docMk/>
            <pc:sldMk cId="0" sldId="259"/>
            <ac:spMk id="60" creationId="{00000000-0000-0000-0000-000000000000}"/>
          </ac:spMkLst>
        </pc:spChg>
        <pc:spChg chg="mod">
          <ac:chgData name="arnav8656tiwari@gmail.com" userId="cb05b7863545bd65" providerId="LiveId" clId="{C38803D9-F29C-4654-BEB2-62D3FD17E684}" dt="2025-09-18T13:27:16.206" v="4216" actId="2711"/>
          <ac:spMkLst>
            <pc:docMk/>
            <pc:sldMk cId="0" sldId="259"/>
            <ac:spMk id="62" creationId="{00000000-0000-0000-0000-000000000000}"/>
          </ac:spMkLst>
        </pc:spChg>
        <pc:spChg chg="mod">
          <ac:chgData name="arnav8656tiwari@gmail.com" userId="cb05b7863545bd65" providerId="LiveId" clId="{C38803D9-F29C-4654-BEB2-62D3FD17E684}" dt="2025-09-18T13:27:16.206" v="4216" actId="2711"/>
          <ac:spMkLst>
            <pc:docMk/>
            <pc:sldMk cId="0" sldId="259"/>
            <ac:spMk id="63" creationId="{00000000-0000-0000-0000-000000000000}"/>
          </ac:spMkLst>
        </pc:spChg>
        <pc:spChg chg="mod">
          <ac:chgData name="arnav8656tiwari@gmail.com" userId="cb05b7863545bd65" providerId="LiveId" clId="{C38803D9-F29C-4654-BEB2-62D3FD17E684}" dt="2025-09-18T13:27:16.206" v="4216" actId="2711"/>
          <ac:spMkLst>
            <pc:docMk/>
            <pc:sldMk cId="0" sldId="259"/>
            <ac:spMk id="64" creationId="{00000000-0000-0000-0000-000000000000}"/>
          </ac:spMkLst>
        </pc:spChg>
        <pc:spChg chg="mod">
          <ac:chgData name="arnav8656tiwari@gmail.com" userId="cb05b7863545bd65" providerId="LiveId" clId="{C38803D9-F29C-4654-BEB2-62D3FD17E684}" dt="2025-09-18T13:27:16.206" v="4216" actId="2711"/>
          <ac:spMkLst>
            <pc:docMk/>
            <pc:sldMk cId="0" sldId="259"/>
            <ac:spMk id="66" creationId="{00000000-0000-0000-0000-000000000000}"/>
          </ac:spMkLst>
        </pc:spChg>
        <pc:spChg chg="mod">
          <ac:chgData name="arnav8656tiwari@gmail.com" userId="cb05b7863545bd65" providerId="LiveId" clId="{C38803D9-F29C-4654-BEB2-62D3FD17E684}" dt="2025-09-18T13:27:16.206" v="4216" actId="2711"/>
          <ac:spMkLst>
            <pc:docMk/>
            <pc:sldMk cId="0" sldId="259"/>
            <ac:spMk id="67" creationId="{00000000-0000-0000-0000-000000000000}"/>
          </ac:spMkLst>
        </pc:spChg>
        <pc:spChg chg="mod">
          <ac:chgData name="arnav8656tiwari@gmail.com" userId="cb05b7863545bd65" providerId="LiveId" clId="{C38803D9-F29C-4654-BEB2-62D3FD17E684}" dt="2025-09-18T13:27:16.206" v="4216" actId="2711"/>
          <ac:spMkLst>
            <pc:docMk/>
            <pc:sldMk cId="0" sldId="259"/>
            <ac:spMk id="68" creationId="{00000000-0000-0000-0000-000000000000}"/>
          </ac:spMkLst>
        </pc:spChg>
        <pc:spChg chg="mod">
          <ac:chgData name="arnav8656tiwari@gmail.com" userId="cb05b7863545bd65" providerId="LiveId" clId="{C38803D9-F29C-4654-BEB2-62D3FD17E684}" dt="2025-09-18T13:27:16.206" v="4216" actId="2711"/>
          <ac:spMkLst>
            <pc:docMk/>
            <pc:sldMk cId="0" sldId="259"/>
            <ac:spMk id="70" creationId="{00000000-0000-0000-0000-000000000000}"/>
          </ac:spMkLst>
        </pc:spChg>
        <pc:spChg chg="mod">
          <ac:chgData name="arnav8656tiwari@gmail.com" userId="cb05b7863545bd65" providerId="LiveId" clId="{C38803D9-F29C-4654-BEB2-62D3FD17E684}" dt="2025-09-18T13:27:16.206" v="4216" actId="2711"/>
          <ac:spMkLst>
            <pc:docMk/>
            <pc:sldMk cId="0" sldId="259"/>
            <ac:spMk id="71" creationId="{00000000-0000-0000-0000-000000000000}"/>
          </ac:spMkLst>
        </pc:spChg>
        <pc:spChg chg="mod">
          <ac:chgData name="arnav8656tiwari@gmail.com" userId="cb05b7863545bd65" providerId="LiveId" clId="{C38803D9-F29C-4654-BEB2-62D3FD17E684}" dt="2025-09-18T13:27:16.206" v="4216" actId="2711"/>
          <ac:spMkLst>
            <pc:docMk/>
            <pc:sldMk cId="0" sldId="259"/>
            <ac:spMk id="72" creationId="{00000000-0000-0000-0000-000000000000}"/>
          </ac:spMkLst>
        </pc:spChg>
        <pc:spChg chg="add mod ord">
          <ac:chgData name="arnav8656tiwari@gmail.com" userId="cb05b7863545bd65" providerId="LiveId" clId="{C38803D9-F29C-4654-BEB2-62D3FD17E684}" dt="2025-09-18T13:27:16.206" v="4216" actId="2711"/>
          <ac:spMkLst>
            <pc:docMk/>
            <pc:sldMk cId="0" sldId="259"/>
            <ac:spMk id="74" creationId="{1CFE1DC7-5412-4F19-AAD2-129C138C9169}"/>
          </ac:spMkLst>
        </pc:spChg>
        <pc:spChg chg="del mod">
          <ac:chgData name="arnav8656tiwari@gmail.com" userId="cb05b7863545bd65" providerId="LiveId" clId="{C38803D9-F29C-4654-BEB2-62D3FD17E684}" dt="2025-09-15T17:51:12.338" v="3038" actId="478"/>
          <ac:spMkLst>
            <pc:docMk/>
            <pc:sldMk cId="0" sldId="259"/>
            <ac:spMk id="75" creationId="{00000000-0000-0000-0000-000000000000}"/>
          </ac:spMkLst>
        </pc:spChg>
        <pc:spChg chg="del">
          <ac:chgData name="arnav8656tiwari@gmail.com" userId="cb05b7863545bd65" providerId="LiveId" clId="{C38803D9-F29C-4654-BEB2-62D3FD17E684}" dt="2025-09-14T18:11:06.188" v="3" actId="478"/>
          <ac:spMkLst>
            <pc:docMk/>
            <pc:sldMk cId="0" sldId="259"/>
            <ac:spMk id="76" creationId="{9BAAEF28-1023-4F43-A3A6-0D0669C47349}"/>
          </ac:spMkLst>
        </pc:spChg>
        <pc:spChg chg="add mod ord">
          <ac:chgData name="arnav8656tiwari@gmail.com" userId="cb05b7863545bd65" providerId="LiveId" clId="{C38803D9-F29C-4654-BEB2-62D3FD17E684}" dt="2025-09-18T13:27:16.206" v="4216" actId="2711"/>
          <ac:spMkLst>
            <pc:docMk/>
            <pc:sldMk cId="0" sldId="259"/>
            <ac:spMk id="76" creationId="{C6D4191B-F0FD-45EB-BE47-63797D823AFC}"/>
          </ac:spMkLst>
        </pc:spChg>
        <pc:spChg chg="del">
          <ac:chgData name="arnav8656tiwari@gmail.com" userId="cb05b7863545bd65" providerId="LiveId" clId="{C38803D9-F29C-4654-BEB2-62D3FD17E684}" dt="2025-09-14T18:11:43.806" v="20" actId="478"/>
          <ac:spMkLst>
            <pc:docMk/>
            <pc:sldMk cId="0" sldId="259"/>
            <ac:spMk id="77" creationId="{EED15060-E0D1-4FE9-A414-2F965A65F69F}"/>
          </ac:spMkLst>
        </pc:spChg>
        <pc:spChg chg="mod">
          <ac:chgData name="arnav8656tiwari@gmail.com" userId="cb05b7863545bd65" providerId="LiveId" clId="{C38803D9-F29C-4654-BEB2-62D3FD17E684}" dt="2025-09-18T13:27:16.206" v="4216" actId="2711"/>
          <ac:spMkLst>
            <pc:docMk/>
            <pc:sldMk cId="0" sldId="259"/>
            <ac:spMk id="78" creationId="{8B6CDC2B-9189-4359-A5C7-13378AA8F678}"/>
          </ac:spMkLst>
        </pc:spChg>
        <pc:spChg chg="mod">
          <ac:chgData name="arnav8656tiwari@gmail.com" userId="cb05b7863545bd65" providerId="LiveId" clId="{C38803D9-F29C-4654-BEB2-62D3FD17E684}" dt="2025-09-18T13:27:16.206" v="4216" actId="2711"/>
          <ac:spMkLst>
            <pc:docMk/>
            <pc:sldMk cId="0" sldId="259"/>
            <ac:spMk id="79" creationId="{851D8489-77F4-4A33-A598-19D3B33114F2}"/>
          </ac:spMkLst>
        </pc:spChg>
        <pc:grpChg chg="mod">
          <ac:chgData name="arnav8656tiwari@gmail.com" userId="cb05b7863545bd65" providerId="LiveId" clId="{C38803D9-F29C-4654-BEB2-62D3FD17E684}" dt="2025-09-15T18:38:48.500" v="3475" actId="207"/>
          <ac:grpSpMkLst>
            <pc:docMk/>
            <pc:sldMk cId="0" sldId="259"/>
            <ac:grpSpMk id="10" creationId="{00000000-0000-0000-0000-000000000000}"/>
          </ac:grpSpMkLst>
        </pc:grpChg>
        <pc:grpChg chg="mod">
          <ac:chgData name="arnav8656tiwari@gmail.com" userId="cb05b7863545bd65" providerId="LiveId" clId="{C38803D9-F29C-4654-BEB2-62D3FD17E684}" dt="2025-09-15T11:49:20.862" v="1685" actId="207"/>
          <ac:grpSpMkLst>
            <pc:docMk/>
            <pc:sldMk cId="0" sldId="259"/>
            <ac:grpSpMk id="29" creationId="{00000000-0000-0000-0000-000000000000}"/>
          </ac:grpSpMkLst>
        </pc:grpChg>
        <pc:grpChg chg="mod">
          <ac:chgData name="arnav8656tiwari@gmail.com" userId="cb05b7863545bd65" providerId="LiveId" clId="{C38803D9-F29C-4654-BEB2-62D3FD17E684}" dt="2025-09-15T11:49:20.862" v="1685" actId="207"/>
          <ac:grpSpMkLst>
            <pc:docMk/>
            <pc:sldMk cId="0" sldId="259"/>
            <ac:grpSpMk id="33" creationId="{00000000-0000-0000-0000-000000000000}"/>
          </ac:grpSpMkLst>
        </pc:grpChg>
        <pc:grpChg chg="mod">
          <ac:chgData name="arnav8656tiwari@gmail.com" userId="cb05b7863545bd65" providerId="LiveId" clId="{C38803D9-F29C-4654-BEB2-62D3FD17E684}" dt="2025-09-15T11:49:20.862" v="1685" actId="207"/>
          <ac:grpSpMkLst>
            <pc:docMk/>
            <pc:sldMk cId="0" sldId="259"/>
            <ac:grpSpMk id="38" creationId="{00000000-0000-0000-0000-000000000000}"/>
          </ac:grpSpMkLst>
        </pc:grpChg>
        <pc:grpChg chg="mod">
          <ac:chgData name="arnav8656tiwari@gmail.com" userId="cb05b7863545bd65" providerId="LiveId" clId="{C38803D9-F29C-4654-BEB2-62D3FD17E684}" dt="2025-09-15T11:49:20.862" v="1685" actId="207"/>
          <ac:grpSpMkLst>
            <pc:docMk/>
            <pc:sldMk cId="0" sldId="259"/>
            <ac:grpSpMk id="42" creationId="{00000000-0000-0000-0000-000000000000}"/>
          </ac:grpSpMkLst>
        </pc:grpChg>
        <pc:grpChg chg="mod">
          <ac:chgData name="arnav8656tiwari@gmail.com" userId="cb05b7863545bd65" providerId="LiveId" clId="{C38803D9-F29C-4654-BEB2-62D3FD17E684}" dt="2025-09-15T11:49:20.862" v="1685" actId="207"/>
          <ac:grpSpMkLst>
            <pc:docMk/>
            <pc:sldMk cId="0" sldId="259"/>
            <ac:grpSpMk id="46" creationId="{00000000-0000-0000-0000-000000000000}"/>
          </ac:grpSpMkLst>
        </pc:grpChg>
        <pc:grpChg chg="mod">
          <ac:chgData name="arnav8656tiwari@gmail.com" userId="cb05b7863545bd65" providerId="LiveId" clId="{C38803D9-F29C-4654-BEB2-62D3FD17E684}" dt="2025-09-15T11:49:20.862" v="1685" actId="207"/>
          <ac:grpSpMkLst>
            <pc:docMk/>
            <pc:sldMk cId="0" sldId="259"/>
            <ac:grpSpMk id="50" creationId="{00000000-0000-0000-0000-000000000000}"/>
          </ac:grpSpMkLst>
        </pc:grpChg>
        <pc:grpChg chg="mod">
          <ac:chgData name="arnav8656tiwari@gmail.com" userId="cb05b7863545bd65" providerId="LiveId" clId="{C38803D9-F29C-4654-BEB2-62D3FD17E684}" dt="2025-09-15T11:49:52.406" v="1690" actId="207"/>
          <ac:grpSpMkLst>
            <pc:docMk/>
            <pc:sldMk cId="0" sldId="259"/>
            <ac:grpSpMk id="57" creationId="{00000000-0000-0000-0000-000000000000}"/>
          </ac:grpSpMkLst>
        </pc:grpChg>
        <pc:grpChg chg="mod">
          <ac:chgData name="arnav8656tiwari@gmail.com" userId="cb05b7863545bd65" providerId="LiveId" clId="{C38803D9-F29C-4654-BEB2-62D3FD17E684}" dt="2025-09-15T11:49:52.406" v="1690" actId="207"/>
          <ac:grpSpMkLst>
            <pc:docMk/>
            <pc:sldMk cId="0" sldId="259"/>
            <ac:grpSpMk id="61" creationId="{00000000-0000-0000-0000-000000000000}"/>
          </ac:grpSpMkLst>
        </pc:grpChg>
        <pc:grpChg chg="mod">
          <ac:chgData name="arnav8656tiwari@gmail.com" userId="cb05b7863545bd65" providerId="LiveId" clId="{C38803D9-F29C-4654-BEB2-62D3FD17E684}" dt="2025-09-15T11:49:52.406" v="1690" actId="207"/>
          <ac:grpSpMkLst>
            <pc:docMk/>
            <pc:sldMk cId="0" sldId="259"/>
            <ac:grpSpMk id="65" creationId="{00000000-0000-0000-0000-000000000000}"/>
          </ac:grpSpMkLst>
        </pc:grpChg>
        <pc:grpChg chg="mod">
          <ac:chgData name="arnav8656tiwari@gmail.com" userId="cb05b7863545bd65" providerId="LiveId" clId="{C38803D9-F29C-4654-BEB2-62D3FD17E684}" dt="2025-09-15T11:49:52.406" v="1690" actId="207"/>
          <ac:grpSpMkLst>
            <pc:docMk/>
            <pc:sldMk cId="0" sldId="259"/>
            <ac:grpSpMk id="69" creationId="{00000000-0000-0000-0000-000000000000}"/>
          </ac:grpSpMkLst>
        </pc:grpChg>
        <pc:grpChg chg="add mod ord">
          <ac:chgData name="arnav8656tiwari@gmail.com" userId="cb05b7863545bd65" providerId="LiveId" clId="{C38803D9-F29C-4654-BEB2-62D3FD17E684}" dt="2025-09-15T18:40:00.301" v="3494" actId="14100"/>
          <ac:grpSpMkLst>
            <pc:docMk/>
            <pc:sldMk cId="0" sldId="259"/>
            <ac:grpSpMk id="77" creationId="{AA48FE00-638B-4AA6-BD6C-DF34477CB2A8}"/>
          </ac:grpSpMkLst>
        </pc:grpChg>
      </pc:sldChg>
      <pc:sldChg chg="addSp delSp modSp mod ord">
        <pc:chgData name="arnav8656tiwari@gmail.com" userId="cb05b7863545bd65" providerId="LiveId" clId="{C38803D9-F29C-4654-BEB2-62D3FD17E684}" dt="2025-09-18T17:13:52.612" v="4755"/>
        <pc:sldMkLst>
          <pc:docMk/>
          <pc:sldMk cId="0" sldId="260"/>
        </pc:sldMkLst>
        <pc:spChg chg="mod">
          <ac:chgData name="arnav8656tiwari@gmail.com" userId="cb05b7863545bd65" providerId="LiveId" clId="{C38803D9-F29C-4654-BEB2-62D3FD17E684}" dt="2025-09-18T13:27:21.739" v="4217" actId="2711"/>
          <ac:spMkLst>
            <pc:docMk/>
            <pc:sldMk cId="0" sldId="260"/>
            <ac:spMk id="2" creationId="{00000000-0000-0000-0000-000000000000}"/>
          </ac:spMkLst>
        </pc:spChg>
        <pc:spChg chg="mod">
          <ac:chgData name="arnav8656tiwari@gmail.com" userId="cb05b7863545bd65" providerId="LiveId" clId="{C38803D9-F29C-4654-BEB2-62D3FD17E684}" dt="2025-09-18T13:27:21.739" v="4217" actId="2711"/>
          <ac:spMkLst>
            <pc:docMk/>
            <pc:sldMk cId="0" sldId="260"/>
            <ac:spMk id="4" creationId="{A7DCB009-6236-40E3-81CF-4F7091A327F0}"/>
          </ac:spMkLst>
        </pc:spChg>
        <pc:spChg chg="mod">
          <ac:chgData name="arnav8656tiwari@gmail.com" userId="cb05b7863545bd65" providerId="LiveId" clId="{C38803D9-F29C-4654-BEB2-62D3FD17E684}" dt="2025-09-18T13:27:21.739" v="4217" actId="2711"/>
          <ac:spMkLst>
            <pc:docMk/>
            <pc:sldMk cId="0" sldId="260"/>
            <ac:spMk id="5" creationId="{BC4A90DE-2844-46FB-8B28-EB03A724210C}"/>
          </ac:spMkLst>
        </pc:spChg>
        <pc:spChg chg="mod">
          <ac:chgData name="arnav8656tiwari@gmail.com" userId="cb05b7863545bd65" providerId="LiveId" clId="{C38803D9-F29C-4654-BEB2-62D3FD17E684}" dt="2025-09-18T13:27:21.739" v="4217" actId="2711"/>
          <ac:spMkLst>
            <pc:docMk/>
            <pc:sldMk cId="0" sldId="260"/>
            <ac:spMk id="12" creationId="{72D96D4D-282F-4FD9-BF8D-88522DDC91B2}"/>
          </ac:spMkLst>
        </pc:spChg>
        <pc:spChg chg="mod">
          <ac:chgData name="arnav8656tiwari@gmail.com" userId="cb05b7863545bd65" providerId="LiveId" clId="{C38803D9-F29C-4654-BEB2-62D3FD17E684}" dt="2025-09-18T13:27:21.739" v="4217" actId="2711"/>
          <ac:spMkLst>
            <pc:docMk/>
            <pc:sldMk cId="0" sldId="260"/>
            <ac:spMk id="13" creationId="{54C835C6-3AA5-483B-9549-F6E7224C5B69}"/>
          </ac:spMkLst>
        </pc:spChg>
        <pc:spChg chg="mod">
          <ac:chgData name="arnav8656tiwari@gmail.com" userId="cb05b7863545bd65" providerId="LiveId" clId="{C38803D9-F29C-4654-BEB2-62D3FD17E684}" dt="2025-09-18T13:27:21.739" v="4217" actId="2711"/>
          <ac:spMkLst>
            <pc:docMk/>
            <pc:sldMk cId="0" sldId="260"/>
            <ac:spMk id="14" creationId="{D2515299-6333-48B6-B7FD-0F40C5D5B0D3}"/>
          </ac:spMkLst>
        </pc:spChg>
        <pc:spChg chg="mod">
          <ac:chgData name="arnav8656tiwari@gmail.com" userId="cb05b7863545bd65" providerId="LiveId" clId="{C38803D9-F29C-4654-BEB2-62D3FD17E684}" dt="2025-09-18T13:27:21.739" v="4217" actId="2711"/>
          <ac:spMkLst>
            <pc:docMk/>
            <pc:sldMk cId="0" sldId="260"/>
            <ac:spMk id="15" creationId="{6BD3494A-B3EB-4A6A-8D7B-69968AB23E64}"/>
          </ac:spMkLst>
        </pc:spChg>
        <pc:spChg chg="mod">
          <ac:chgData name="arnav8656tiwari@gmail.com" userId="cb05b7863545bd65" providerId="LiveId" clId="{C38803D9-F29C-4654-BEB2-62D3FD17E684}" dt="2025-09-18T13:27:21.739" v="4217" actId="2711"/>
          <ac:spMkLst>
            <pc:docMk/>
            <pc:sldMk cId="0" sldId="260"/>
            <ac:spMk id="18" creationId="{00000000-0000-0000-0000-000000000000}"/>
          </ac:spMkLst>
        </pc:spChg>
        <pc:spChg chg="mod">
          <ac:chgData name="arnav8656tiwari@gmail.com" userId="cb05b7863545bd65" providerId="LiveId" clId="{C38803D9-F29C-4654-BEB2-62D3FD17E684}" dt="2025-09-15T14:45:39.061" v="2519" actId="207"/>
          <ac:spMkLst>
            <pc:docMk/>
            <pc:sldMk cId="0" sldId="260"/>
            <ac:spMk id="20" creationId="{00000000-0000-0000-0000-000000000000}"/>
          </ac:spMkLst>
        </pc:spChg>
        <pc:spChg chg="mod">
          <ac:chgData name="arnav8656tiwari@gmail.com" userId="cb05b7863545bd65" providerId="LiveId" clId="{C38803D9-F29C-4654-BEB2-62D3FD17E684}" dt="2025-09-15T14:45:39.061" v="2519" actId="207"/>
          <ac:spMkLst>
            <pc:docMk/>
            <pc:sldMk cId="0" sldId="260"/>
            <ac:spMk id="21" creationId="{00000000-0000-0000-0000-000000000000}"/>
          </ac:spMkLst>
        </pc:spChg>
        <pc:spChg chg="del">
          <ac:chgData name="arnav8656tiwari@gmail.com" userId="cb05b7863545bd65" providerId="LiveId" clId="{C38803D9-F29C-4654-BEB2-62D3FD17E684}" dt="2025-09-14T18:11:07.410" v="4" actId="478"/>
          <ac:spMkLst>
            <pc:docMk/>
            <pc:sldMk cId="0" sldId="260"/>
            <ac:spMk id="22" creationId="{8E4F8A37-5BE2-465C-A3A0-216A74441EBC}"/>
          </ac:spMkLst>
        </pc:spChg>
        <pc:spChg chg="add mod">
          <ac:chgData name="arnav8656tiwari@gmail.com" userId="cb05b7863545bd65" providerId="LiveId" clId="{C38803D9-F29C-4654-BEB2-62D3FD17E684}" dt="2025-09-18T13:27:21.739" v="4217" actId="2711"/>
          <ac:spMkLst>
            <pc:docMk/>
            <pc:sldMk cId="0" sldId="260"/>
            <ac:spMk id="23" creationId="{04AAEE2D-9D3C-493F-89A9-6B56FC58C892}"/>
          </ac:spMkLst>
        </pc:spChg>
        <pc:spChg chg="del">
          <ac:chgData name="arnav8656tiwari@gmail.com" userId="cb05b7863545bd65" providerId="LiveId" clId="{C38803D9-F29C-4654-BEB2-62D3FD17E684}" dt="2025-09-14T18:11:42.272" v="19" actId="478"/>
          <ac:spMkLst>
            <pc:docMk/>
            <pc:sldMk cId="0" sldId="260"/>
            <ac:spMk id="23" creationId="{507169A5-B060-44DA-9240-0E7907AD598F}"/>
          </ac:spMkLst>
        </pc:spChg>
        <pc:spChg chg="add mod">
          <ac:chgData name="arnav8656tiwari@gmail.com" userId="cb05b7863545bd65" providerId="LiveId" clId="{C38803D9-F29C-4654-BEB2-62D3FD17E684}" dt="2025-09-18T13:27:21.739" v="4217" actId="2711"/>
          <ac:spMkLst>
            <pc:docMk/>
            <pc:sldMk cId="0" sldId="260"/>
            <ac:spMk id="24" creationId="{70C6D729-6C72-4302-837A-7E95FC0CC9BF}"/>
          </ac:spMkLst>
        </pc:spChg>
        <pc:spChg chg="del mod">
          <ac:chgData name="arnav8656tiwari@gmail.com" userId="cb05b7863545bd65" providerId="LiveId" clId="{C38803D9-F29C-4654-BEB2-62D3FD17E684}" dt="2025-09-15T12:28:55.895" v="1801" actId="478"/>
          <ac:spMkLst>
            <pc:docMk/>
            <pc:sldMk cId="0" sldId="260"/>
            <ac:spMk id="25" creationId="{58B6C4A7-9F94-4B21-865B-F2472045D02D}"/>
          </ac:spMkLst>
        </pc:spChg>
        <pc:spChg chg="del mod">
          <ac:chgData name="arnav8656tiwari@gmail.com" userId="cb05b7863545bd65" providerId="LiveId" clId="{C38803D9-F29C-4654-BEB2-62D3FD17E684}" dt="2025-09-15T12:28:55.895" v="1801" actId="478"/>
          <ac:spMkLst>
            <pc:docMk/>
            <pc:sldMk cId="0" sldId="260"/>
            <ac:spMk id="26" creationId="{2C5D66BB-310D-47A5-9B8C-B3D1B2B4C1F1}"/>
          </ac:spMkLst>
        </pc:spChg>
        <pc:spChg chg="del mod">
          <ac:chgData name="arnav8656tiwari@gmail.com" userId="cb05b7863545bd65" providerId="LiveId" clId="{C38803D9-F29C-4654-BEB2-62D3FD17E684}" dt="2025-09-15T12:28:55.895" v="1801" actId="478"/>
          <ac:spMkLst>
            <pc:docMk/>
            <pc:sldMk cId="0" sldId="260"/>
            <ac:spMk id="28" creationId="{7B0181F8-888D-491E-9E48-B4AADEA8C805}"/>
          </ac:spMkLst>
        </pc:spChg>
        <pc:spChg chg="mod">
          <ac:chgData name="arnav8656tiwari@gmail.com" userId="cb05b7863545bd65" providerId="LiveId" clId="{C38803D9-F29C-4654-BEB2-62D3FD17E684}" dt="2025-09-18T17:05:02.907" v="4688" actId="1076"/>
          <ac:spMkLst>
            <pc:docMk/>
            <pc:sldMk cId="0" sldId="260"/>
            <ac:spMk id="29" creationId="{3BA2982D-A705-4852-8FA7-4A1A9F980ACC}"/>
          </ac:spMkLst>
        </pc:spChg>
        <pc:spChg chg="mod">
          <ac:chgData name="arnav8656tiwari@gmail.com" userId="cb05b7863545bd65" providerId="LiveId" clId="{C38803D9-F29C-4654-BEB2-62D3FD17E684}" dt="2025-09-18T17:05:02.907" v="4688" actId="1076"/>
          <ac:spMkLst>
            <pc:docMk/>
            <pc:sldMk cId="0" sldId="260"/>
            <ac:spMk id="30" creationId="{E96F1BC6-08F7-489F-A31F-635D9BA291A1}"/>
          </ac:spMkLst>
        </pc:spChg>
        <pc:spChg chg="del mod">
          <ac:chgData name="arnav8656tiwari@gmail.com" userId="cb05b7863545bd65" providerId="LiveId" clId="{C38803D9-F29C-4654-BEB2-62D3FD17E684}" dt="2025-09-15T17:51:10.391" v="3037" actId="478"/>
          <ac:spMkLst>
            <pc:docMk/>
            <pc:sldMk cId="0" sldId="260"/>
            <ac:spMk id="31" creationId="{82EC8169-E41F-45B3-9E47-AD38B5EF8C63}"/>
          </ac:spMkLst>
        </pc:spChg>
        <pc:spChg chg="add mod">
          <ac:chgData name="arnav8656tiwari@gmail.com" userId="cb05b7863545bd65" providerId="LiveId" clId="{C38803D9-F29C-4654-BEB2-62D3FD17E684}" dt="2025-09-18T13:27:21.739" v="4217" actId="2711"/>
          <ac:spMkLst>
            <pc:docMk/>
            <pc:sldMk cId="0" sldId="260"/>
            <ac:spMk id="32" creationId="{31F56A98-7A09-48C4-9B8E-4696AF1FCE39}"/>
          </ac:spMkLst>
        </pc:spChg>
        <pc:spChg chg="add mod">
          <ac:chgData name="arnav8656tiwari@gmail.com" userId="cb05b7863545bd65" providerId="LiveId" clId="{C38803D9-F29C-4654-BEB2-62D3FD17E684}" dt="2025-09-18T13:27:21.739" v="4217" actId="2711"/>
          <ac:spMkLst>
            <pc:docMk/>
            <pc:sldMk cId="0" sldId="260"/>
            <ac:spMk id="33" creationId="{85B8E00E-279F-48B7-AAA2-2D759535CB2E}"/>
          </ac:spMkLst>
        </pc:spChg>
        <pc:spChg chg="add mod">
          <ac:chgData name="arnav8656tiwari@gmail.com" userId="cb05b7863545bd65" providerId="LiveId" clId="{C38803D9-F29C-4654-BEB2-62D3FD17E684}" dt="2025-09-18T13:27:21.739" v="4217" actId="2711"/>
          <ac:spMkLst>
            <pc:docMk/>
            <pc:sldMk cId="0" sldId="260"/>
            <ac:spMk id="34" creationId="{FC20C189-F618-4E1B-9099-886FA3B0E248}"/>
          </ac:spMkLst>
        </pc:spChg>
        <pc:spChg chg="add mod ord">
          <ac:chgData name="arnav8656tiwari@gmail.com" userId="cb05b7863545bd65" providerId="LiveId" clId="{C38803D9-F29C-4654-BEB2-62D3FD17E684}" dt="2025-09-18T13:27:21.739" v="4217" actId="2711"/>
          <ac:spMkLst>
            <pc:docMk/>
            <pc:sldMk cId="0" sldId="260"/>
            <ac:spMk id="35" creationId="{D8558A4A-F9E3-4E9F-9A86-2DECB841CFAA}"/>
          </ac:spMkLst>
        </pc:spChg>
        <pc:spChg chg="add mod ord">
          <ac:chgData name="arnav8656tiwari@gmail.com" userId="cb05b7863545bd65" providerId="LiveId" clId="{C38803D9-F29C-4654-BEB2-62D3FD17E684}" dt="2025-09-18T17:05:05.481" v="4689" actId="167"/>
          <ac:spMkLst>
            <pc:docMk/>
            <pc:sldMk cId="0" sldId="260"/>
            <ac:spMk id="36" creationId="{87524DAC-DDD7-4CCD-978F-617D6C0AC308}"/>
          </ac:spMkLst>
        </pc:spChg>
        <pc:spChg chg="mod">
          <ac:chgData name="arnav8656tiwari@gmail.com" userId="cb05b7863545bd65" providerId="LiveId" clId="{C38803D9-F29C-4654-BEB2-62D3FD17E684}" dt="2025-09-15T18:37:47.850" v="3452" actId="207"/>
          <ac:spMkLst>
            <pc:docMk/>
            <pc:sldMk cId="0" sldId="260"/>
            <ac:spMk id="38" creationId="{BABB06A5-6577-42D8-B28A-FC67C4EACBD5}"/>
          </ac:spMkLst>
        </pc:spChg>
        <pc:spChg chg="mod">
          <ac:chgData name="arnav8656tiwari@gmail.com" userId="cb05b7863545bd65" providerId="LiveId" clId="{C38803D9-F29C-4654-BEB2-62D3FD17E684}" dt="2025-09-15T18:37:43.100" v="3448" actId="207"/>
          <ac:spMkLst>
            <pc:docMk/>
            <pc:sldMk cId="0" sldId="260"/>
            <ac:spMk id="39" creationId="{4B687485-BAB0-4CFA-A2DA-0836FF487F51}"/>
          </ac:spMkLst>
        </pc:spChg>
        <pc:grpChg chg="mod">
          <ac:chgData name="arnav8656tiwari@gmail.com" userId="cb05b7863545bd65" providerId="LiveId" clId="{C38803D9-F29C-4654-BEB2-62D3FD17E684}" dt="2025-09-18T13:27:21.739" v="4217" actId="2711"/>
          <ac:grpSpMkLst>
            <pc:docMk/>
            <pc:sldMk cId="0" sldId="260"/>
            <ac:grpSpMk id="19" creationId="{00000000-0000-0000-0000-000000000000}"/>
          </ac:grpSpMkLst>
        </pc:grpChg>
        <pc:grpChg chg="add mod ord">
          <ac:chgData name="arnav8656tiwari@gmail.com" userId="cb05b7863545bd65" providerId="LiveId" clId="{C38803D9-F29C-4654-BEB2-62D3FD17E684}" dt="2025-09-18T17:05:02.907" v="4688" actId="1076"/>
          <ac:grpSpMkLst>
            <pc:docMk/>
            <pc:sldMk cId="0" sldId="260"/>
            <ac:grpSpMk id="37" creationId="{8220D8D6-E14D-4AB4-B0D7-7CC8B6850425}"/>
          </ac:grpSpMkLst>
        </pc:grpChg>
        <pc:graphicFrameChg chg="add del mod">
          <ac:chgData name="arnav8656tiwari@gmail.com" userId="cb05b7863545bd65" providerId="LiveId" clId="{C38803D9-F29C-4654-BEB2-62D3FD17E684}" dt="2025-09-15T12:24:59.815" v="1768" actId="478"/>
          <ac:graphicFrameMkLst>
            <pc:docMk/>
            <pc:sldMk cId="0" sldId="260"/>
            <ac:graphicFrameMk id="22" creationId="{CAF3D8CD-7AD2-4AD4-8A20-083DAD89862D}"/>
          </ac:graphicFrameMkLst>
        </pc:graphicFrameChg>
        <pc:graphicFrameChg chg="mod">
          <ac:chgData name="arnav8656tiwari@gmail.com" userId="cb05b7863545bd65" providerId="LiveId" clId="{C38803D9-F29C-4654-BEB2-62D3FD17E684}" dt="2025-09-18T17:04:53.520" v="4687" actId="1076"/>
          <ac:graphicFrameMkLst>
            <pc:docMk/>
            <pc:sldMk cId="0" sldId="260"/>
            <ac:graphicFrameMk id="27" creationId="{31A7BBEE-409A-413A-B945-145AB30A337F}"/>
          </ac:graphicFrameMkLst>
        </pc:graphicFrameChg>
        <pc:cxnChg chg="add mod">
          <ac:chgData name="arnav8656tiwari@gmail.com" userId="cb05b7863545bd65" providerId="LiveId" clId="{C38803D9-F29C-4654-BEB2-62D3FD17E684}" dt="2025-09-18T17:05:18.465" v="4692" actId="14100"/>
          <ac:cxnSpMkLst>
            <pc:docMk/>
            <pc:sldMk cId="0" sldId="260"/>
            <ac:cxnSpMk id="6" creationId="{BC03A9EE-B9DC-471E-AB45-9BB3FFDDEC48}"/>
          </ac:cxnSpMkLst>
        </pc:cxnChg>
      </pc:sldChg>
      <pc:sldChg chg="addSp delSp modSp mod">
        <pc:chgData name="arnav8656tiwari@gmail.com" userId="cb05b7863545bd65" providerId="LiveId" clId="{C38803D9-F29C-4654-BEB2-62D3FD17E684}" dt="2025-09-18T13:27:26.725" v="4218" actId="2711"/>
        <pc:sldMkLst>
          <pc:docMk/>
          <pc:sldMk cId="0" sldId="261"/>
        </pc:sldMkLst>
        <pc:spChg chg="mod">
          <ac:chgData name="arnav8656tiwari@gmail.com" userId="cb05b7863545bd65" providerId="LiveId" clId="{C38803D9-F29C-4654-BEB2-62D3FD17E684}" dt="2025-09-18T13:27:26.725" v="4218" actId="2711"/>
          <ac:spMkLst>
            <pc:docMk/>
            <pc:sldMk cId="0" sldId="261"/>
            <ac:spMk id="2" creationId="{00000000-0000-0000-0000-000000000000}"/>
          </ac:spMkLst>
        </pc:spChg>
        <pc:spChg chg="del mod">
          <ac:chgData name="arnav8656tiwari@gmail.com" userId="cb05b7863545bd65" providerId="LiveId" clId="{C38803D9-F29C-4654-BEB2-62D3FD17E684}" dt="2025-09-15T13:41:36.426" v="2107" actId="478"/>
          <ac:spMkLst>
            <pc:docMk/>
            <pc:sldMk cId="0" sldId="261"/>
            <ac:spMk id="3" creationId="{00000000-0000-0000-0000-000000000000}"/>
          </ac:spMkLst>
        </pc:spChg>
        <pc:spChg chg="add mod">
          <ac:chgData name="arnav8656tiwari@gmail.com" userId="cb05b7863545bd65" providerId="LiveId" clId="{C38803D9-F29C-4654-BEB2-62D3FD17E684}" dt="2025-09-18T13:27:26.725" v="4218" actId="2711"/>
          <ac:spMkLst>
            <pc:docMk/>
            <pc:sldMk cId="0" sldId="261"/>
            <ac:spMk id="4" creationId="{98D4F43D-26D1-42E5-A6DC-4053E70C077D}"/>
          </ac:spMkLst>
        </pc:spChg>
        <pc:spChg chg="add del mod">
          <ac:chgData name="arnav8656tiwari@gmail.com" userId="cb05b7863545bd65" providerId="LiveId" clId="{C38803D9-F29C-4654-BEB2-62D3FD17E684}" dt="2025-09-15T13:45:50.329" v="2135" actId="478"/>
          <ac:spMkLst>
            <pc:docMk/>
            <pc:sldMk cId="0" sldId="261"/>
            <ac:spMk id="5" creationId="{51BA096B-F6C9-416C-8F17-6AA19A2EFC22}"/>
          </ac:spMkLst>
        </pc:spChg>
        <pc:spChg chg="add del mod">
          <ac:chgData name="arnav8656tiwari@gmail.com" userId="cb05b7863545bd65" providerId="LiveId" clId="{C38803D9-F29C-4654-BEB2-62D3FD17E684}" dt="2025-09-15T14:08:24.082" v="2194" actId="478"/>
          <ac:spMkLst>
            <pc:docMk/>
            <pc:sldMk cId="0" sldId="261"/>
            <ac:spMk id="7" creationId="{29717E30-BB0E-4D29-9D25-FA7DD2F3EC80}"/>
          </ac:spMkLst>
        </pc:spChg>
        <pc:spChg chg="add del mod">
          <ac:chgData name="arnav8656tiwari@gmail.com" userId="cb05b7863545bd65" providerId="LiveId" clId="{C38803D9-F29C-4654-BEB2-62D3FD17E684}" dt="2025-09-15T14:14:05.969" v="2223" actId="478"/>
          <ac:spMkLst>
            <pc:docMk/>
            <pc:sldMk cId="0" sldId="261"/>
            <ac:spMk id="8" creationId="{00000000-0000-0000-0000-000000000000}"/>
          </ac:spMkLst>
        </pc:spChg>
        <pc:spChg chg="mod">
          <ac:chgData name="arnav8656tiwari@gmail.com" userId="cb05b7863545bd65" providerId="LiveId" clId="{C38803D9-F29C-4654-BEB2-62D3FD17E684}" dt="2025-09-15T13:06:41.569" v="1913" actId="207"/>
          <ac:spMkLst>
            <pc:docMk/>
            <pc:sldMk cId="0" sldId="261"/>
            <ac:spMk id="10" creationId="{00000000-0000-0000-0000-000000000000}"/>
          </ac:spMkLst>
        </pc:spChg>
        <pc:spChg chg="mod">
          <ac:chgData name="arnav8656tiwari@gmail.com" userId="cb05b7863545bd65" providerId="LiveId" clId="{C38803D9-F29C-4654-BEB2-62D3FD17E684}" dt="2025-09-15T13:06:41.569" v="1913" actId="207"/>
          <ac:spMkLst>
            <pc:docMk/>
            <pc:sldMk cId="0" sldId="261"/>
            <ac:spMk id="11" creationId="{00000000-0000-0000-0000-000000000000}"/>
          </ac:spMkLst>
        </pc:spChg>
        <pc:spChg chg="add del mod">
          <ac:chgData name="arnav8656tiwari@gmail.com" userId="cb05b7863545bd65" providerId="LiveId" clId="{C38803D9-F29C-4654-BEB2-62D3FD17E684}" dt="2025-09-15T14:14:05.969" v="2223" actId="478"/>
          <ac:spMkLst>
            <pc:docMk/>
            <pc:sldMk cId="0" sldId="261"/>
            <ac:spMk id="18" creationId="{00000000-0000-0000-0000-000000000000}"/>
          </ac:spMkLst>
        </pc:spChg>
        <pc:spChg chg="add del mod">
          <ac:chgData name="arnav8656tiwari@gmail.com" userId="cb05b7863545bd65" providerId="LiveId" clId="{C38803D9-F29C-4654-BEB2-62D3FD17E684}" dt="2025-09-15T14:14:05.969" v="2223" actId="478"/>
          <ac:spMkLst>
            <pc:docMk/>
            <pc:sldMk cId="0" sldId="261"/>
            <ac:spMk id="22" creationId="{00000000-0000-0000-0000-000000000000}"/>
          </ac:spMkLst>
        </pc:spChg>
        <pc:spChg chg="mod">
          <ac:chgData name="arnav8656tiwari@gmail.com" userId="cb05b7863545bd65" providerId="LiveId" clId="{C38803D9-F29C-4654-BEB2-62D3FD17E684}" dt="2025-09-18T13:27:26.725" v="4218" actId="2711"/>
          <ac:spMkLst>
            <pc:docMk/>
            <pc:sldMk cId="0" sldId="261"/>
            <ac:spMk id="23" creationId="{00000000-0000-0000-0000-000000000000}"/>
          </ac:spMkLst>
        </pc:spChg>
        <pc:spChg chg="mod">
          <ac:chgData name="arnav8656tiwari@gmail.com" userId="cb05b7863545bd65" providerId="LiveId" clId="{C38803D9-F29C-4654-BEB2-62D3FD17E684}" dt="2025-09-15T14:37:41.952" v="2441" actId="207"/>
          <ac:spMkLst>
            <pc:docMk/>
            <pc:sldMk cId="0" sldId="261"/>
            <ac:spMk id="25" creationId="{00000000-0000-0000-0000-000000000000}"/>
          </ac:spMkLst>
        </pc:spChg>
        <pc:spChg chg="mod">
          <ac:chgData name="arnav8656tiwari@gmail.com" userId="cb05b7863545bd65" providerId="LiveId" clId="{C38803D9-F29C-4654-BEB2-62D3FD17E684}" dt="2025-09-15T14:37:41.952" v="2441" actId="207"/>
          <ac:spMkLst>
            <pc:docMk/>
            <pc:sldMk cId="0" sldId="261"/>
            <ac:spMk id="26" creationId="{00000000-0000-0000-0000-000000000000}"/>
          </ac:spMkLst>
        </pc:spChg>
        <pc:spChg chg="del mod">
          <ac:chgData name="arnav8656tiwari@gmail.com" userId="cb05b7863545bd65" providerId="LiveId" clId="{C38803D9-F29C-4654-BEB2-62D3FD17E684}" dt="2025-09-15T13:31:47.400" v="1999" actId="478"/>
          <ac:spMkLst>
            <pc:docMk/>
            <pc:sldMk cId="0" sldId="261"/>
            <ac:spMk id="27" creationId="{00000000-0000-0000-0000-000000000000}"/>
          </ac:spMkLst>
        </pc:spChg>
        <pc:spChg chg="mod">
          <ac:chgData name="arnav8656tiwari@gmail.com" userId="cb05b7863545bd65" providerId="LiveId" clId="{C38803D9-F29C-4654-BEB2-62D3FD17E684}" dt="2025-09-18T13:27:26.725" v="4218" actId="2711"/>
          <ac:spMkLst>
            <pc:docMk/>
            <pc:sldMk cId="0" sldId="261"/>
            <ac:spMk id="28" creationId="{00000000-0000-0000-0000-000000000000}"/>
          </ac:spMkLst>
        </pc:spChg>
        <pc:spChg chg="mod ord">
          <ac:chgData name="arnav8656tiwari@gmail.com" userId="cb05b7863545bd65" providerId="LiveId" clId="{C38803D9-F29C-4654-BEB2-62D3FD17E684}" dt="2025-09-18T13:27:26.725" v="4218" actId="2711"/>
          <ac:spMkLst>
            <pc:docMk/>
            <pc:sldMk cId="0" sldId="261"/>
            <ac:spMk id="33" creationId="{00000000-0000-0000-0000-000000000000}"/>
          </ac:spMkLst>
        </pc:spChg>
        <pc:spChg chg="mod ord">
          <ac:chgData name="arnav8656tiwari@gmail.com" userId="cb05b7863545bd65" providerId="LiveId" clId="{C38803D9-F29C-4654-BEB2-62D3FD17E684}" dt="2025-09-18T13:27:26.725" v="4218" actId="2711"/>
          <ac:spMkLst>
            <pc:docMk/>
            <pc:sldMk cId="0" sldId="261"/>
            <ac:spMk id="38" creationId="{00000000-0000-0000-0000-000000000000}"/>
          </ac:spMkLst>
        </pc:spChg>
        <pc:spChg chg="add del mod">
          <ac:chgData name="arnav8656tiwari@gmail.com" userId="cb05b7863545bd65" providerId="LiveId" clId="{C38803D9-F29C-4654-BEB2-62D3FD17E684}" dt="2025-09-15T14:14:05.969" v="2223" actId="478"/>
          <ac:spMkLst>
            <pc:docMk/>
            <pc:sldMk cId="0" sldId="261"/>
            <ac:spMk id="43" creationId="{21C8F3E5-F7B9-4C08-B476-86B0784029ED}"/>
          </ac:spMkLst>
        </pc:spChg>
        <pc:spChg chg="add del mod">
          <ac:chgData name="arnav8656tiwari@gmail.com" userId="cb05b7863545bd65" providerId="LiveId" clId="{C38803D9-F29C-4654-BEB2-62D3FD17E684}" dt="2025-09-15T14:14:05.969" v="2223" actId="478"/>
          <ac:spMkLst>
            <pc:docMk/>
            <pc:sldMk cId="0" sldId="261"/>
            <ac:spMk id="44" creationId="{976FC05C-FEAC-4F4C-89A9-AA4B5FDA7359}"/>
          </ac:spMkLst>
        </pc:spChg>
        <pc:spChg chg="del mod">
          <ac:chgData name="arnav8656tiwari@gmail.com" userId="cb05b7863545bd65" providerId="LiveId" clId="{C38803D9-F29C-4654-BEB2-62D3FD17E684}" dt="2025-09-15T17:51:08.234" v="3036" actId="478"/>
          <ac:spMkLst>
            <pc:docMk/>
            <pc:sldMk cId="0" sldId="261"/>
            <ac:spMk id="45" creationId="{00000000-0000-0000-0000-000000000000}"/>
          </ac:spMkLst>
        </pc:spChg>
        <pc:spChg chg="mod ord">
          <ac:chgData name="arnav8656tiwari@gmail.com" userId="cb05b7863545bd65" providerId="LiveId" clId="{C38803D9-F29C-4654-BEB2-62D3FD17E684}" dt="2025-09-18T13:27:26.725" v="4218" actId="2711"/>
          <ac:spMkLst>
            <pc:docMk/>
            <pc:sldMk cId="0" sldId="261"/>
            <ac:spMk id="47" creationId="{1A79B292-ADA7-4EE7-B8BB-40565237C0E0}"/>
          </ac:spMkLst>
        </pc:spChg>
        <pc:spChg chg="del">
          <ac:chgData name="arnav8656tiwari@gmail.com" userId="cb05b7863545bd65" providerId="LiveId" clId="{C38803D9-F29C-4654-BEB2-62D3FD17E684}" dt="2025-09-14T18:11:08.590" v="5" actId="478"/>
          <ac:spMkLst>
            <pc:docMk/>
            <pc:sldMk cId="0" sldId="261"/>
            <ac:spMk id="48" creationId="{E952662D-79F4-4A80-A384-DDEEEDFC9E8D}"/>
          </ac:spMkLst>
        </pc:spChg>
        <pc:spChg chg="mod">
          <ac:chgData name="arnav8656tiwari@gmail.com" userId="cb05b7863545bd65" providerId="LiveId" clId="{C38803D9-F29C-4654-BEB2-62D3FD17E684}" dt="2025-09-15T13:40:30.072" v="2102" actId="255"/>
          <ac:spMkLst>
            <pc:docMk/>
            <pc:sldMk cId="0" sldId="261"/>
            <ac:spMk id="49" creationId="{0C1B2B6A-2314-4C50-A379-53ED50EEDE7C}"/>
          </ac:spMkLst>
        </pc:spChg>
        <pc:spChg chg="del">
          <ac:chgData name="arnav8656tiwari@gmail.com" userId="cb05b7863545bd65" providerId="LiveId" clId="{C38803D9-F29C-4654-BEB2-62D3FD17E684}" dt="2025-09-14T18:11:40.645" v="18" actId="478"/>
          <ac:spMkLst>
            <pc:docMk/>
            <pc:sldMk cId="0" sldId="261"/>
            <ac:spMk id="49" creationId="{5F4ABACB-DB7B-4298-88E9-05665FC86B55}"/>
          </ac:spMkLst>
        </pc:spChg>
        <pc:spChg chg="mod">
          <ac:chgData name="arnav8656tiwari@gmail.com" userId="cb05b7863545bd65" providerId="LiveId" clId="{C38803D9-F29C-4654-BEB2-62D3FD17E684}" dt="2025-09-15T13:40:30.072" v="2102" actId="255"/>
          <ac:spMkLst>
            <pc:docMk/>
            <pc:sldMk cId="0" sldId="261"/>
            <ac:spMk id="50" creationId="{A29C297A-72A4-413A-A46D-B9B7645E7889}"/>
          </ac:spMkLst>
        </pc:spChg>
        <pc:spChg chg="mod">
          <ac:chgData name="arnav8656tiwari@gmail.com" userId="cb05b7863545bd65" providerId="LiveId" clId="{C38803D9-F29C-4654-BEB2-62D3FD17E684}" dt="2025-09-15T13:40:30.072" v="2102" actId="255"/>
          <ac:spMkLst>
            <pc:docMk/>
            <pc:sldMk cId="0" sldId="261"/>
            <ac:spMk id="52" creationId="{0FCA865E-E391-409F-970A-A3C55CB07172}"/>
          </ac:spMkLst>
        </pc:spChg>
        <pc:spChg chg="mod">
          <ac:chgData name="arnav8656tiwari@gmail.com" userId="cb05b7863545bd65" providerId="LiveId" clId="{C38803D9-F29C-4654-BEB2-62D3FD17E684}" dt="2025-09-15T13:40:30.072" v="2102" actId="255"/>
          <ac:spMkLst>
            <pc:docMk/>
            <pc:sldMk cId="0" sldId="261"/>
            <ac:spMk id="53" creationId="{A30EB96B-18FB-40B1-9D08-7309B00F3CDA}"/>
          </ac:spMkLst>
        </pc:spChg>
        <pc:spChg chg="mod">
          <ac:chgData name="arnav8656tiwari@gmail.com" userId="cb05b7863545bd65" providerId="LiveId" clId="{C38803D9-F29C-4654-BEB2-62D3FD17E684}" dt="2025-09-15T13:40:30.072" v="2102" actId="255"/>
          <ac:spMkLst>
            <pc:docMk/>
            <pc:sldMk cId="0" sldId="261"/>
            <ac:spMk id="55" creationId="{B0DEB5BA-D47D-4B24-8C21-4A44F2F0A8B4}"/>
          </ac:spMkLst>
        </pc:spChg>
        <pc:spChg chg="mod">
          <ac:chgData name="arnav8656tiwari@gmail.com" userId="cb05b7863545bd65" providerId="LiveId" clId="{C38803D9-F29C-4654-BEB2-62D3FD17E684}" dt="2025-09-15T13:40:30.072" v="2102" actId="255"/>
          <ac:spMkLst>
            <pc:docMk/>
            <pc:sldMk cId="0" sldId="261"/>
            <ac:spMk id="56" creationId="{0A81973F-FA91-4B7E-8BB0-9EF7497FFD77}"/>
          </ac:spMkLst>
        </pc:spChg>
        <pc:spChg chg="mod">
          <ac:chgData name="arnav8656tiwari@gmail.com" userId="cb05b7863545bd65" providerId="LiveId" clId="{C38803D9-F29C-4654-BEB2-62D3FD17E684}" dt="2025-09-15T13:40:30.072" v="2102" actId="255"/>
          <ac:spMkLst>
            <pc:docMk/>
            <pc:sldMk cId="0" sldId="261"/>
            <ac:spMk id="58" creationId="{1DF5FAE2-05C6-4E49-8A03-FE60197D2B8B}"/>
          </ac:spMkLst>
        </pc:spChg>
        <pc:spChg chg="mod">
          <ac:chgData name="arnav8656tiwari@gmail.com" userId="cb05b7863545bd65" providerId="LiveId" clId="{C38803D9-F29C-4654-BEB2-62D3FD17E684}" dt="2025-09-15T13:40:30.072" v="2102" actId="255"/>
          <ac:spMkLst>
            <pc:docMk/>
            <pc:sldMk cId="0" sldId="261"/>
            <ac:spMk id="59" creationId="{43AAFBB8-0C7E-4E64-BB98-4430C5598B1D}"/>
          </ac:spMkLst>
        </pc:spChg>
        <pc:spChg chg="mod ord">
          <ac:chgData name="arnav8656tiwari@gmail.com" userId="cb05b7863545bd65" providerId="LiveId" clId="{C38803D9-F29C-4654-BEB2-62D3FD17E684}" dt="2025-09-15T13:15:28.956" v="1967" actId="167"/>
          <ac:spMkLst>
            <pc:docMk/>
            <pc:sldMk cId="0" sldId="261"/>
            <ac:spMk id="62" creationId="{1285DC61-404D-40FB-881C-34F27879CE69}"/>
          </ac:spMkLst>
        </pc:spChg>
        <pc:spChg chg="mod">
          <ac:chgData name="arnav8656tiwari@gmail.com" userId="cb05b7863545bd65" providerId="LiveId" clId="{C38803D9-F29C-4654-BEB2-62D3FD17E684}" dt="2025-09-15T14:12:00.589" v="2220" actId="14100"/>
          <ac:spMkLst>
            <pc:docMk/>
            <pc:sldMk cId="0" sldId="261"/>
            <ac:spMk id="63" creationId="{9B8C381E-A483-4F36-A8AD-6CCFEDFC30D6}"/>
          </ac:spMkLst>
        </pc:spChg>
        <pc:spChg chg="mod">
          <ac:chgData name="arnav8656tiwari@gmail.com" userId="cb05b7863545bd65" providerId="LiveId" clId="{C38803D9-F29C-4654-BEB2-62D3FD17E684}" dt="2025-09-15T13:18:21.433" v="1982"/>
          <ac:spMkLst>
            <pc:docMk/>
            <pc:sldMk cId="0" sldId="261"/>
            <ac:spMk id="65" creationId="{603DD92C-BF68-490C-B270-A43712DCEBA8}"/>
          </ac:spMkLst>
        </pc:spChg>
        <pc:spChg chg="mod">
          <ac:chgData name="arnav8656tiwari@gmail.com" userId="cb05b7863545bd65" providerId="LiveId" clId="{C38803D9-F29C-4654-BEB2-62D3FD17E684}" dt="2025-09-15T13:18:21.433" v="1982"/>
          <ac:spMkLst>
            <pc:docMk/>
            <pc:sldMk cId="0" sldId="261"/>
            <ac:spMk id="66" creationId="{33CEDCB7-2D84-4901-9EA8-F19D613936FF}"/>
          </ac:spMkLst>
        </pc:spChg>
        <pc:spChg chg="mod">
          <ac:chgData name="arnav8656tiwari@gmail.com" userId="cb05b7863545bd65" providerId="LiveId" clId="{C38803D9-F29C-4654-BEB2-62D3FD17E684}" dt="2025-09-15T13:18:21.433" v="1982"/>
          <ac:spMkLst>
            <pc:docMk/>
            <pc:sldMk cId="0" sldId="261"/>
            <ac:spMk id="67" creationId="{EFCFCC6F-AF07-4E0A-9D87-A517B7C90264}"/>
          </ac:spMkLst>
        </pc:spChg>
        <pc:spChg chg="mod">
          <ac:chgData name="arnav8656tiwari@gmail.com" userId="cb05b7863545bd65" providerId="LiveId" clId="{C38803D9-F29C-4654-BEB2-62D3FD17E684}" dt="2025-09-15T14:37:41.952" v="2441" actId="207"/>
          <ac:spMkLst>
            <pc:docMk/>
            <pc:sldMk cId="0" sldId="261"/>
            <ac:spMk id="72" creationId="{3CD4BE4F-DAE7-482A-86E5-B97C489511EC}"/>
          </ac:spMkLst>
        </pc:spChg>
        <pc:spChg chg="mod">
          <ac:chgData name="arnav8656tiwari@gmail.com" userId="cb05b7863545bd65" providerId="LiveId" clId="{C38803D9-F29C-4654-BEB2-62D3FD17E684}" dt="2025-09-15T14:37:41.952" v="2441" actId="207"/>
          <ac:spMkLst>
            <pc:docMk/>
            <pc:sldMk cId="0" sldId="261"/>
            <ac:spMk id="73" creationId="{32972DEF-0A6C-43FD-A607-F904CF4AA11E}"/>
          </ac:spMkLst>
        </pc:spChg>
        <pc:spChg chg="mod">
          <ac:chgData name="arnav8656tiwari@gmail.com" userId="cb05b7863545bd65" providerId="LiveId" clId="{C38803D9-F29C-4654-BEB2-62D3FD17E684}" dt="2025-09-15T14:37:41.952" v="2441" actId="207"/>
          <ac:spMkLst>
            <pc:docMk/>
            <pc:sldMk cId="0" sldId="261"/>
            <ac:spMk id="75" creationId="{98B0984F-ADCC-434D-8A63-BD161FEB1612}"/>
          </ac:spMkLst>
        </pc:spChg>
        <pc:spChg chg="mod">
          <ac:chgData name="arnav8656tiwari@gmail.com" userId="cb05b7863545bd65" providerId="LiveId" clId="{C38803D9-F29C-4654-BEB2-62D3FD17E684}" dt="2025-09-15T14:37:41.952" v="2441" actId="207"/>
          <ac:spMkLst>
            <pc:docMk/>
            <pc:sldMk cId="0" sldId="261"/>
            <ac:spMk id="76" creationId="{DF5D16E1-7A18-41C0-AB7E-F442B8265A9C}"/>
          </ac:spMkLst>
        </pc:spChg>
        <pc:spChg chg="add del mod">
          <ac:chgData name="arnav8656tiwari@gmail.com" userId="cb05b7863545bd65" providerId="LiveId" clId="{C38803D9-F29C-4654-BEB2-62D3FD17E684}" dt="2025-09-15T14:14:10.387" v="2224" actId="478"/>
          <ac:spMkLst>
            <pc:docMk/>
            <pc:sldMk cId="0" sldId="261"/>
            <ac:spMk id="77" creationId="{55CC3FC8-682D-4C75-8663-F9CA75542EDA}"/>
          </ac:spMkLst>
        </pc:spChg>
        <pc:spChg chg="add mod">
          <ac:chgData name="arnav8656tiwari@gmail.com" userId="cb05b7863545bd65" providerId="LiveId" clId="{C38803D9-F29C-4654-BEB2-62D3FD17E684}" dt="2025-09-18T13:27:26.725" v="4218" actId="2711"/>
          <ac:spMkLst>
            <pc:docMk/>
            <pc:sldMk cId="0" sldId="261"/>
            <ac:spMk id="78" creationId="{0D3D1D34-56B5-455E-BBB1-9DFB00C9675E}"/>
          </ac:spMkLst>
        </pc:spChg>
        <pc:spChg chg="add mod ord">
          <ac:chgData name="arnav8656tiwari@gmail.com" userId="cb05b7863545bd65" providerId="LiveId" clId="{C38803D9-F29C-4654-BEB2-62D3FD17E684}" dt="2025-09-18T13:27:26.725" v="4218" actId="2711"/>
          <ac:spMkLst>
            <pc:docMk/>
            <pc:sldMk cId="0" sldId="261"/>
            <ac:spMk id="79" creationId="{2B16CDF4-E377-4018-8DBF-7DD5FE869CF2}"/>
          </ac:spMkLst>
        </pc:spChg>
        <pc:spChg chg="add mod ord">
          <ac:chgData name="arnav8656tiwari@gmail.com" userId="cb05b7863545bd65" providerId="LiveId" clId="{C38803D9-F29C-4654-BEB2-62D3FD17E684}" dt="2025-09-18T13:27:26.725" v="4218" actId="2711"/>
          <ac:spMkLst>
            <pc:docMk/>
            <pc:sldMk cId="0" sldId="261"/>
            <ac:spMk id="80" creationId="{61F1E2F7-4D2B-4659-8A7F-2867DDB955E5}"/>
          </ac:spMkLst>
        </pc:spChg>
        <pc:grpChg chg="del mod">
          <ac:chgData name="arnav8656tiwari@gmail.com" userId="cb05b7863545bd65" providerId="LiveId" clId="{C38803D9-F29C-4654-BEB2-62D3FD17E684}" dt="2025-09-15T13:07:44.119" v="1922" actId="478"/>
          <ac:grpSpMkLst>
            <pc:docMk/>
            <pc:sldMk cId="0" sldId="261"/>
            <ac:grpSpMk id="9" creationId="{00000000-0000-0000-0000-000000000000}"/>
          </ac:grpSpMkLst>
        </pc:grpChg>
        <pc:grpChg chg="del mod">
          <ac:chgData name="arnav8656tiwari@gmail.com" userId="cb05b7863545bd65" providerId="LiveId" clId="{C38803D9-F29C-4654-BEB2-62D3FD17E684}" dt="2025-09-15T13:07:44.923" v="1923" actId="478"/>
          <ac:grpSpMkLst>
            <pc:docMk/>
            <pc:sldMk cId="0" sldId="261"/>
            <ac:grpSpMk id="12" creationId="{00000000-0000-0000-0000-000000000000}"/>
          </ac:grpSpMkLst>
        </pc:grpChg>
        <pc:grpChg chg="del mod">
          <ac:chgData name="arnav8656tiwari@gmail.com" userId="cb05b7863545bd65" providerId="LiveId" clId="{C38803D9-F29C-4654-BEB2-62D3FD17E684}" dt="2025-09-15T13:07:42.927" v="1921" actId="478"/>
          <ac:grpSpMkLst>
            <pc:docMk/>
            <pc:sldMk cId="0" sldId="261"/>
            <ac:grpSpMk id="15" creationId="{00000000-0000-0000-0000-000000000000}"/>
          </ac:grpSpMkLst>
        </pc:grpChg>
        <pc:grpChg chg="del mod">
          <ac:chgData name="arnav8656tiwari@gmail.com" userId="cb05b7863545bd65" providerId="LiveId" clId="{C38803D9-F29C-4654-BEB2-62D3FD17E684}" dt="2025-09-15T13:07:49.803" v="1926" actId="478"/>
          <ac:grpSpMkLst>
            <pc:docMk/>
            <pc:sldMk cId="0" sldId="261"/>
            <ac:grpSpMk id="19" creationId="{00000000-0000-0000-0000-000000000000}"/>
          </ac:grpSpMkLst>
        </pc:grpChg>
        <pc:grpChg chg="mod">
          <ac:chgData name="arnav8656tiwari@gmail.com" userId="cb05b7863545bd65" providerId="LiveId" clId="{C38803D9-F29C-4654-BEB2-62D3FD17E684}" dt="2025-09-18T13:27:26.725" v="4218" actId="2711"/>
          <ac:grpSpMkLst>
            <pc:docMk/>
            <pc:sldMk cId="0" sldId="261"/>
            <ac:grpSpMk id="24" creationId="{00000000-0000-0000-0000-000000000000}"/>
          </ac:grpSpMkLst>
        </pc:grpChg>
        <pc:grpChg chg="del mod">
          <ac:chgData name="arnav8656tiwari@gmail.com" userId="cb05b7863545bd65" providerId="LiveId" clId="{C38803D9-F29C-4654-BEB2-62D3FD17E684}" dt="2025-09-15T13:32:22.064" v="2008" actId="478"/>
          <ac:grpSpMkLst>
            <pc:docMk/>
            <pc:sldMk cId="0" sldId="261"/>
            <ac:grpSpMk id="29" creationId="{00000000-0000-0000-0000-000000000000}"/>
          </ac:grpSpMkLst>
        </pc:grpChg>
        <pc:grpChg chg="del mod">
          <ac:chgData name="arnav8656tiwari@gmail.com" userId="cb05b7863545bd65" providerId="LiveId" clId="{C38803D9-F29C-4654-BEB2-62D3FD17E684}" dt="2025-09-15T13:32:23.272" v="2009" actId="478"/>
          <ac:grpSpMkLst>
            <pc:docMk/>
            <pc:sldMk cId="0" sldId="261"/>
            <ac:grpSpMk id="34" creationId="{00000000-0000-0000-0000-000000000000}"/>
          </ac:grpSpMkLst>
        </pc:grpChg>
        <pc:grpChg chg="del mod">
          <ac:chgData name="arnav8656tiwari@gmail.com" userId="cb05b7863545bd65" providerId="LiveId" clId="{C38803D9-F29C-4654-BEB2-62D3FD17E684}" dt="2025-09-15T13:14:09.234" v="1964" actId="478"/>
          <ac:grpSpMkLst>
            <pc:docMk/>
            <pc:sldMk cId="0" sldId="261"/>
            <ac:grpSpMk id="40" creationId="{C9DA070F-EB21-46B3-8DBA-BDEC04F23910}"/>
          </ac:grpSpMkLst>
        </pc:grpChg>
        <pc:grpChg chg="add del mod ord">
          <ac:chgData name="arnav8656tiwari@gmail.com" userId="cb05b7863545bd65" providerId="LiveId" clId="{C38803D9-F29C-4654-BEB2-62D3FD17E684}" dt="2025-09-15T14:14:05.969" v="2223" actId="478"/>
          <ac:grpSpMkLst>
            <pc:docMk/>
            <pc:sldMk cId="0" sldId="261"/>
            <ac:grpSpMk id="48" creationId="{F523C7A6-E175-4842-90E1-A52846B6FD9A}"/>
          </ac:grpSpMkLst>
        </pc:grpChg>
        <pc:grpChg chg="add del mod ord">
          <ac:chgData name="arnav8656tiwari@gmail.com" userId="cb05b7863545bd65" providerId="LiveId" clId="{C38803D9-F29C-4654-BEB2-62D3FD17E684}" dt="2025-09-15T14:14:05.969" v="2223" actId="478"/>
          <ac:grpSpMkLst>
            <pc:docMk/>
            <pc:sldMk cId="0" sldId="261"/>
            <ac:grpSpMk id="51" creationId="{B194223D-F6C4-4EC1-A8FB-0A3613158D7D}"/>
          </ac:grpSpMkLst>
        </pc:grpChg>
        <pc:grpChg chg="add del mod ord">
          <ac:chgData name="arnav8656tiwari@gmail.com" userId="cb05b7863545bd65" providerId="LiveId" clId="{C38803D9-F29C-4654-BEB2-62D3FD17E684}" dt="2025-09-15T14:14:05.969" v="2223" actId="478"/>
          <ac:grpSpMkLst>
            <pc:docMk/>
            <pc:sldMk cId="0" sldId="261"/>
            <ac:grpSpMk id="54" creationId="{C03D77C0-86A6-4668-BF46-FC547CE0CA7A}"/>
          </ac:grpSpMkLst>
        </pc:grpChg>
        <pc:grpChg chg="add del mod ord">
          <ac:chgData name="arnav8656tiwari@gmail.com" userId="cb05b7863545bd65" providerId="LiveId" clId="{C38803D9-F29C-4654-BEB2-62D3FD17E684}" dt="2025-09-15T14:14:05.969" v="2223" actId="478"/>
          <ac:grpSpMkLst>
            <pc:docMk/>
            <pc:sldMk cId="0" sldId="261"/>
            <ac:grpSpMk id="57" creationId="{6E71379D-7EFB-43D3-B35C-1D2D8E48CD1C}"/>
          </ac:grpSpMkLst>
        </pc:grpChg>
        <pc:grpChg chg="add mod">
          <ac:chgData name="arnav8656tiwari@gmail.com" userId="cb05b7863545bd65" providerId="LiveId" clId="{C38803D9-F29C-4654-BEB2-62D3FD17E684}" dt="2025-09-18T13:27:26.725" v="4218" actId="2711"/>
          <ac:grpSpMkLst>
            <pc:docMk/>
            <pc:sldMk cId="0" sldId="261"/>
            <ac:grpSpMk id="61" creationId="{2A55C82D-92BD-404A-B9FC-82B49DD4DCE1}"/>
          </ac:grpSpMkLst>
        </pc:grpChg>
        <pc:grpChg chg="add mod">
          <ac:chgData name="arnav8656tiwari@gmail.com" userId="cb05b7863545bd65" providerId="LiveId" clId="{C38803D9-F29C-4654-BEB2-62D3FD17E684}" dt="2025-09-15T13:18:21.433" v="1982"/>
          <ac:grpSpMkLst>
            <pc:docMk/>
            <pc:sldMk cId="0" sldId="261"/>
            <ac:grpSpMk id="64" creationId="{E82D641D-7063-4992-86B5-7D6D8B97AC63}"/>
          </ac:grpSpMkLst>
        </pc:grpChg>
        <pc:grpChg chg="add mod">
          <ac:chgData name="arnav8656tiwari@gmail.com" userId="cb05b7863545bd65" providerId="LiveId" clId="{C38803D9-F29C-4654-BEB2-62D3FD17E684}" dt="2025-09-18T13:27:26.725" v="4218" actId="2711"/>
          <ac:grpSpMkLst>
            <pc:docMk/>
            <pc:sldMk cId="0" sldId="261"/>
            <ac:grpSpMk id="71" creationId="{CCE86EA8-ED8F-4EC3-B4CC-FBD1F11A3458}"/>
          </ac:grpSpMkLst>
        </pc:grpChg>
        <pc:grpChg chg="add mod">
          <ac:chgData name="arnav8656tiwari@gmail.com" userId="cb05b7863545bd65" providerId="LiveId" clId="{C38803D9-F29C-4654-BEB2-62D3FD17E684}" dt="2025-09-18T13:27:26.725" v="4218" actId="2711"/>
          <ac:grpSpMkLst>
            <pc:docMk/>
            <pc:sldMk cId="0" sldId="261"/>
            <ac:grpSpMk id="74" creationId="{E91A6D8B-2931-44FF-9E66-9C59C551248D}"/>
          </ac:grpSpMkLst>
        </pc:grpChg>
        <pc:graphicFrameChg chg="del mod">
          <ac:chgData name="arnav8656tiwari@gmail.com" userId="cb05b7863545bd65" providerId="LiveId" clId="{C38803D9-F29C-4654-BEB2-62D3FD17E684}" dt="2025-09-15T13:10:06.176" v="1941" actId="478"/>
          <ac:graphicFrameMkLst>
            <pc:docMk/>
            <pc:sldMk cId="0" sldId="261"/>
            <ac:graphicFrameMk id="42" creationId="{3869E6DB-5A95-4945-AA8A-FF1843B949D7}"/>
          </ac:graphicFrameMkLst>
        </pc:graphicFrameChg>
        <pc:graphicFrameChg chg="add mod">
          <ac:chgData name="arnav8656tiwari@gmail.com" userId="cb05b7863545bd65" providerId="LiveId" clId="{C38803D9-F29C-4654-BEB2-62D3FD17E684}" dt="2025-09-18T13:27:26.725" v="4218" actId="2711"/>
          <ac:graphicFrameMkLst>
            <pc:docMk/>
            <pc:sldMk cId="0" sldId="261"/>
            <ac:graphicFrameMk id="60" creationId="{AE4CD853-85CA-4991-8DDA-9C25A2453208}"/>
          </ac:graphicFrameMkLst>
        </pc:graphicFrameChg>
        <pc:picChg chg="add mod ord">
          <ac:chgData name="arnav8656tiwari@gmail.com" userId="cb05b7863545bd65" providerId="LiveId" clId="{C38803D9-F29C-4654-BEB2-62D3FD17E684}" dt="2025-09-18T13:27:26.725" v="4218" actId="2711"/>
          <ac:picMkLst>
            <pc:docMk/>
            <pc:sldMk cId="0" sldId="261"/>
            <ac:picMk id="68" creationId="{F203179B-1793-4298-87B1-E01F3B24661C}"/>
          </ac:picMkLst>
        </pc:picChg>
        <pc:picChg chg="add mod ord">
          <ac:chgData name="arnav8656tiwari@gmail.com" userId="cb05b7863545bd65" providerId="LiveId" clId="{C38803D9-F29C-4654-BEB2-62D3FD17E684}" dt="2025-09-18T13:27:26.725" v="4218" actId="2711"/>
          <ac:picMkLst>
            <pc:docMk/>
            <pc:sldMk cId="0" sldId="261"/>
            <ac:picMk id="69" creationId="{25D0BA65-F0E3-4B4C-A736-13FBDFB50554}"/>
          </ac:picMkLst>
        </pc:picChg>
        <pc:picChg chg="add mod">
          <ac:chgData name="arnav8656tiwari@gmail.com" userId="cb05b7863545bd65" providerId="LiveId" clId="{C38803D9-F29C-4654-BEB2-62D3FD17E684}" dt="2025-09-18T13:27:26.725" v="4218" actId="2711"/>
          <ac:picMkLst>
            <pc:docMk/>
            <pc:sldMk cId="0" sldId="261"/>
            <ac:picMk id="70" creationId="{67F4FABA-14A0-4BFC-A31A-5FB9B1615EAF}"/>
          </ac:picMkLst>
        </pc:picChg>
      </pc:sldChg>
      <pc:sldChg chg="addSp delSp modSp mod">
        <pc:chgData name="arnav8656tiwari@gmail.com" userId="cb05b7863545bd65" providerId="LiveId" clId="{C38803D9-F29C-4654-BEB2-62D3FD17E684}" dt="2025-09-18T17:04:28.737" v="4685" actId="14100"/>
        <pc:sldMkLst>
          <pc:docMk/>
          <pc:sldMk cId="0" sldId="262"/>
        </pc:sldMkLst>
        <pc:spChg chg="add del mod">
          <ac:chgData name="arnav8656tiwari@gmail.com" userId="cb05b7863545bd65" providerId="LiveId" clId="{C38803D9-F29C-4654-BEB2-62D3FD17E684}" dt="2025-09-18T13:27:32.949" v="4219" actId="2711"/>
          <ac:spMkLst>
            <pc:docMk/>
            <pc:sldMk cId="0" sldId="262"/>
            <ac:spMk id="2" creationId="{00000000-0000-0000-0000-000000000000}"/>
          </ac:spMkLst>
        </pc:spChg>
        <pc:spChg chg="add del mod">
          <ac:chgData name="arnav8656tiwari@gmail.com" userId="cb05b7863545bd65" providerId="LiveId" clId="{C38803D9-F29C-4654-BEB2-62D3FD17E684}" dt="2025-09-15T14:16:16.905" v="2230" actId="478"/>
          <ac:spMkLst>
            <pc:docMk/>
            <pc:sldMk cId="0" sldId="262"/>
            <ac:spMk id="6" creationId="{00000000-0000-0000-0000-000000000000}"/>
          </ac:spMkLst>
        </pc:spChg>
        <pc:spChg chg="add del mod">
          <ac:chgData name="arnav8656tiwari@gmail.com" userId="cb05b7863545bd65" providerId="LiveId" clId="{C38803D9-F29C-4654-BEB2-62D3FD17E684}" dt="2025-09-15T14:16:16.905" v="2230" actId="478"/>
          <ac:spMkLst>
            <pc:docMk/>
            <pc:sldMk cId="0" sldId="262"/>
            <ac:spMk id="7" creationId="{00000000-0000-0000-0000-000000000000}"/>
          </ac:spMkLst>
        </pc:spChg>
        <pc:spChg chg="add del mod">
          <ac:chgData name="arnav8656tiwari@gmail.com" userId="cb05b7863545bd65" providerId="LiveId" clId="{C38803D9-F29C-4654-BEB2-62D3FD17E684}" dt="2025-09-15T14:16:16.905" v="2230" actId="478"/>
          <ac:spMkLst>
            <pc:docMk/>
            <pc:sldMk cId="0" sldId="262"/>
            <ac:spMk id="11" creationId="{00000000-0000-0000-0000-000000000000}"/>
          </ac:spMkLst>
        </pc:spChg>
        <pc:spChg chg="add del mod">
          <ac:chgData name="arnav8656tiwari@gmail.com" userId="cb05b7863545bd65" providerId="LiveId" clId="{C38803D9-F29C-4654-BEB2-62D3FD17E684}" dt="2025-09-15T14:16:16.905" v="2230" actId="478"/>
          <ac:spMkLst>
            <pc:docMk/>
            <pc:sldMk cId="0" sldId="262"/>
            <ac:spMk id="12" creationId="{00000000-0000-0000-0000-000000000000}"/>
          </ac:spMkLst>
        </pc:spChg>
        <pc:spChg chg="add del mod">
          <ac:chgData name="arnav8656tiwari@gmail.com" userId="cb05b7863545bd65" providerId="LiveId" clId="{C38803D9-F29C-4654-BEB2-62D3FD17E684}" dt="2025-09-15T14:16:16.905" v="2230" actId="478"/>
          <ac:spMkLst>
            <pc:docMk/>
            <pc:sldMk cId="0" sldId="262"/>
            <ac:spMk id="16" creationId="{00000000-0000-0000-0000-000000000000}"/>
          </ac:spMkLst>
        </pc:spChg>
        <pc:spChg chg="add del mod">
          <ac:chgData name="arnav8656tiwari@gmail.com" userId="cb05b7863545bd65" providerId="LiveId" clId="{C38803D9-F29C-4654-BEB2-62D3FD17E684}" dt="2025-09-15T14:16:16.905" v="2230" actId="478"/>
          <ac:spMkLst>
            <pc:docMk/>
            <pc:sldMk cId="0" sldId="262"/>
            <ac:spMk id="17" creationId="{00000000-0000-0000-0000-000000000000}"/>
          </ac:spMkLst>
        </pc:spChg>
        <pc:spChg chg="del">
          <ac:chgData name="arnav8656tiwari@gmail.com" userId="cb05b7863545bd65" providerId="LiveId" clId="{C38803D9-F29C-4654-BEB2-62D3FD17E684}" dt="2025-09-14T18:11:10.024" v="6" actId="478"/>
          <ac:spMkLst>
            <pc:docMk/>
            <pc:sldMk cId="0" sldId="262"/>
            <ac:spMk id="19" creationId="{77BD8A66-0782-4FC4-8858-D110F1C0A6D2}"/>
          </ac:spMkLst>
        </pc:spChg>
        <pc:spChg chg="add del mod">
          <ac:chgData name="arnav8656tiwari@gmail.com" userId="cb05b7863545bd65" providerId="LiveId" clId="{C38803D9-F29C-4654-BEB2-62D3FD17E684}" dt="2025-09-15T14:15:58.602" v="2227" actId="478"/>
          <ac:spMkLst>
            <pc:docMk/>
            <pc:sldMk cId="0" sldId="262"/>
            <ac:spMk id="19" creationId="{7FC1F0A6-4DB8-424B-9048-85A967C9F14F}"/>
          </ac:spMkLst>
        </pc:spChg>
        <pc:spChg chg="add del mod">
          <ac:chgData name="arnav8656tiwari@gmail.com" userId="cb05b7863545bd65" providerId="LiveId" clId="{C38803D9-F29C-4654-BEB2-62D3FD17E684}" dt="2025-09-15T14:28:44.122" v="2290"/>
          <ac:spMkLst>
            <pc:docMk/>
            <pc:sldMk cId="0" sldId="262"/>
            <ac:spMk id="20" creationId="{584D1175-0672-4662-A0A3-82264559244D}"/>
          </ac:spMkLst>
        </pc:spChg>
        <pc:spChg chg="del">
          <ac:chgData name="arnav8656tiwari@gmail.com" userId="cb05b7863545bd65" providerId="LiveId" clId="{C38803D9-F29C-4654-BEB2-62D3FD17E684}" dt="2025-09-14T18:11:38.869" v="17" actId="478"/>
          <ac:spMkLst>
            <pc:docMk/>
            <pc:sldMk cId="0" sldId="262"/>
            <ac:spMk id="20" creationId="{79C72D4F-1F34-460F-954F-26BB379B2032}"/>
          </ac:spMkLst>
        </pc:spChg>
        <pc:spChg chg="add mod">
          <ac:chgData name="arnav8656tiwari@gmail.com" userId="cb05b7863545bd65" providerId="LiveId" clId="{C38803D9-F29C-4654-BEB2-62D3FD17E684}" dt="2025-09-18T13:27:32.949" v="4219" actId="2711"/>
          <ac:spMkLst>
            <pc:docMk/>
            <pc:sldMk cId="0" sldId="262"/>
            <ac:spMk id="21" creationId="{4D1D85A2-3DA0-4FB6-B080-810282A04B9B}"/>
          </ac:spMkLst>
        </pc:spChg>
        <pc:spChg chg="add del mod">
          <ac:chgData name="arnav8656tiwari@gmail.com" userId="cb05b7863545bd65" providerId="LiveId" clId="{C38803D9-F29C-4654-BEB2-62D3FD17E684}" dt="2025-09-15T14:28:44.112" v="2288" actId="478"/>
          <ac:spMkLst>
            <pc:docMk/>
            <pc:sldMk cId="0" sldId="262"/>
            <ac:spMk id="23" creationId="{E6BBE5A0-BB8B-4514-9C87-7AA7162EC1F7}"/>
          </ac:spMkLst>
        </pc:spChg>
        <pc:spChg chg="add mod">
          <ac:chgData name="arnav8656tiwari@gmail.com" userId="cb05b7863545bd65" providerId="LiveId" clId="{C38803D9-F29C-4654-BEB2-62D3FD17E684}" dt="2025-09-18T17:04:05.336" v="4678" actId="1076"/>
          <ac:spMkLst>
            <pc:docMk/>
            <pc:sldMk cId="0" sldId="262"/>
            <ac:spMk id="24" creationId="{9236D4C1-1882-493F-8971-D2BCB3E9990D}"/>
          </ac:spMkLst>
        </pc:spChg>
        <pc:spChg chg="add mod ord">
          <ac:chgData name="arnav8656tiwari@gmail.com" userId="cb05b7863545bd65" providerId="LiveId" clId="{C38803D9-F29C-4654-BEB2-62D3FD17E684}" dt="2025-09-18T17:03:28.090" v="4670" actId="1076"/>
          <ac:spMkLst>
            <pc:docMk/>
            <pc:sldMk cId="0" sldId="262"/>
            <ac:spMk id="40" creationId="{E0C1CCAE-9E6B-4187-B0DE-AC860AB19BF4}"/>
          </ac:spMkLst>
        </pc:spChg>
        <pc:spChg chg="add mod ord">
          <ac:chgData name="arnav8656tiwari@gmail.com" userId="cb05b7863545bd65" providerId="LiveId" clId="{C38803D9-F29C-4654-BEB2-62D3FD17E684}" dt="2025-09-18T13:27:32.949" v="4219" actId="2711"/>
          <ac:spMkLst>
            <pc:docMk/>
            <pc:sldMk cId="0" sldId="262"/>
            <ac:spMk id="41" creationId="{DC577599-3B1E-407B-9121-5951BD7BEC52}"/>
          </ac:spMkLst>
        </pc:spChg>
        <pc:grpChg chg="add del mod">
          <ac:chgData name="arnav8656tiwari@gmail.com" userId="cb05b7863545bd65" providerId="LiveId" clId="{C38803D9-F29C-4654-BEB2-62D3FD17E684}" dt="2025-09-15T14:16:16.905" v="2230" actId="478"/>
          <ac:grpSpMkLst>
            <pc:docMk/>
            <pc:sldMk cId="0" sldId="262"/>
            <ac:grpSpMk id="3" creationId="{00000000-0000-0000-0000-000000000000}"/>
          </ac:grpSpMkLst>
        </pc:grpChg>
        <pc:grpChg chg="add del mod">
          <ac:chgData name="arnav8656tiwari@gmail.com" userId="cb05b7863545bd65" providerId="LiveId" clId="{C38803D9-F29C-4654-BEB2-62D3FD17E684}" dt="2025-09-15T14:16:16.905" v="2230" actId="478"/>
          <ac:grpSpMkLst>
            <pc:docMk/>
            <pc:sldMk cId="0" sldId="262"/>
            <ac:grpSpMk id="8" creationId="{00000000-0000-0000-0000-000000000000}"/>
          </ac:grpSpMkLst>
        </pc:grpChg>
        <pc:grpChg chg="add del mod">
          <ac:chgData name="arnav8656tiwari@gmail.com" userId="cb05b7863545bd65" providerId="LiveId" clId="{C38803D9-F29C-4654-BEB2-62D3FD17E684}" dt="2025-09-15T14:16:16.905" v="2230" actId="478"/>
          <ac:grpSpMkLst>
            <pc:docMk/>
            <pc:sldMk cId="0" sldId="262"/>
            <ac:grpSpMk id="13" creationId="{00000000-0000-0000-0000-000000000000}"/>
          </ac:grpSpMkLst>
        </pc:grpChg>
        <pc:graphicFrameChg chg="add mod">
          <ac:chgData name="arnav8656tiwari@gmail.com" userId="cb05b7863545bd65" providerId="LiveId" clId="{C38803D9-F29C-4654-BEB2-62D3FD17E684}" dt="2025-09-18T17:03:59.926" v="4677" actId="1076"/>
          <ac:graphicFrameMkLst>
            <pc:docMk/>
            <pc:sldMk cId="0" sldId="262"/>
            <ac:graphicFrameMk id="22" creationId="{38CFE0BB-ECA2-4A9F-9248-332454BE0B8C}"/>
          </ac:graphicFrameMkLst>
        </pc:graphicFrameChg>
        <pc:graphicFrameChg chg="add del mod">
          <ac:chgData name="arnav8656tiwari@gmail.com" userId="cb05b7863545bd65" providerId="LiveId" clId="{C38803D9-F29C-4654-BEB2-62D3FD17E684}" dt="2025-09-15T14:16:16.905" v="2230" actId="478"/>
          <ac:graphicFrameMkLst>
            <pc:docMk/>
            <pc:sldMk cId="0" sldId="262"/>
            <ac:graphicFrameMk id="44" creationId="{B0CB4341-9A37-480C-AA12-05BCD5B5D727}"/>
          </ac:graphicFrameMkLst>
        </pc:graphicFrameChg>
        <pc:cxnChg chg="add del mod">
          <ac:chgData name="arnav8656tiwari@gmail.com" userId="cb05b7863545bd65" providerId="LiveId" clId="{C38803D9-F29C-4654-BEB2-62D3FD17E684}" dt="2025-09-15T14:35:08.069" v="2352" actId="478"/>
          <ac:cxnSpMkLst>
            <pc:docMk/>
            <pc:sldMk cId="0" sldId="262"/>
            <ac:cxnSpMk id="26" creationId="{DB88FC90-0A6B-499A-82AE-48B9456A7A19}"/>
          </ac:cxnSpMkLst>
        </pc:cxnChg>
        <pc:cxnChg chg="add del mod">
          <ac:chgData name="arnav8656tiwari@gmail.com" userId="cb05b7863545bd65" providerId="LiveId" clId="{C38803D9-F29C-4654-BEB2-62D3FD17E684}" dt="2025-09-15T14:35:25.278" v="2356" actId="478"/>
          <ac:cxnSpMkLst>
            <pc:docMk/>
            <pc:sldMk cId="0" sldId="262"/>
            <ac:cxnSpMk id="32" creationId="{317D335E-109A-45BB-A272-E5399BA30957}"/>
          </ac:cxnSpMkLst>
        </pc:cxnChg>
        <pc:cxnChg chg="add mod">
          <ac:chgData name="arnav8656tiwari@gmail.com" userId="cb05b7863545bd65" providerId="LiveId" clId="{C38803D9-F29C-4654-BEB2-62D3FD17E684}" dt="2025-09-18T17:04:28.737" v="4685" actId="14100"/>
          <ac:cxnSpMkLst>
            <pc:docMk/>
            <pc:sldMk cId="0" sldId="262"/>
            <ac:cxnSpMk id="36" creationId="{327F8C3C-EE8B-4DDF-8811-FA9559754627}"/>
          </ac:cxnSpMkLst>
        </pc:cxnChg>
      </pc:sldChg>
      <pc:sldChg chg="addSp delSp modSp mod ord">
        <pc:chgData name="arnav8656tiwari@gmail.com" userId="cb05b7863545bd65" providerId="LiveId" clId="{C38803D9-F29C-4654-BEB2-62D3FD17E684}" dt="2025-09-18T16:37:11.429" v="4456"/>
        <pc:sldMkLst>
          <pc:docMk/>
          <pc:sldMk cId="0" sldId="263"/>
        </pc:sldMkLst>
        <pc:spChg chg="mod">
          <ac:chgData name="arnav8656tiwari@gmail.com" userId="cb05b7863545bd65" providerId="LiveId" clId="{C38803D9-F29C-4654-BEB2-62D3FD17E684}" dt="2025-09-18T13:27:38.519" v="4220" actId="2711"/>
          <ac:spMkLst>
            <pc:docMk/>
            <pc:sldMk cId="0" sldId="263"/>
            <ac:spMk id="2" creationId="{00000000-0000-0000-0000-000000000000}"/>
          </ac:spMkLst>
        </pc:spChg>
        <pc:spChg chg="add del mod">
          <ac:chgData name="arnav8656tiwari@gmail.com" userId="cb05b7863545bd65" providerId="LiveId" clId="{C38803D9-F29C-4654-BEB2-62D3FD17E684}" dt="2025-09-15T18:07:17.386" v="3063" actId="478"/>
          <ac:spMkLst>
            <pc:docMk/>
            <pc:sldMk cId="0" sldId="263"/>
            <ac:spMk id="6" creationId="{06CC2CB4-5A58-4AC2-A47C-39250A13934A}"/>
          </ac:spMkLst>
        </pc:spChg>
        <pc:spChg chg="del mod">
          <ac:chgData name="arnav8656tiwari@gmail.com" userId="cb05b7863545bd65" providerId="LiveId" clId="{C38803D9-F29C-4654-BEB2-62D3FD17E684}" dt="2025-09-15T18:06:11.981" v="3050" actId="478"/>
          <ac:spMkLst>
            <pc:docMk/>
            <pc:sldMk cId="0" sldId="263"/>
            <ac:spMk id="7" creationId="{00000000-0000-0000-0000-000000000000}"/>
          </ac:spMkLst>
        </pc:spChg>
        <pc:spChg chg="del mod">
          <ac:chgData name="arnav8656tiwari@gmail.com" userId="cb05b7863545bd65" providerId="LiveId" clId="{C38803D9-F29C-4654-BEB2-62D3FD17E684}" dt="2025-09-15T18:06:11.981" v="3050" actId="478"/>
          <ac:spMkLst>
            <pc:docMk/>
            <pc:sldMk cId="0" sldId="263"/>
            <ac:spMk id="8" creationId="{00000000-0000-0000-0000-000000000000}"/>
          </ac:spMkLst>
        </pc:spChg>
        <pc:spChg chg="add mod">
          <ac:chgData name="arnav8656tiwari@gmail.com" userId="cb05b7863545bd65" providerId="LiveId" clId="{C38803D9-F29C-4654-BEB2-62D3FD17E684}" dt="2025-09-18T13:27:38.519" v="4220" actId="2711"/>
          <ac:spMkLst>
            <pc:docMk/>
            <pc:sldMk cId="0" sldId="263"/>
            <ac:spMk id="12" creationId="{71F169C6-407E-457D-9509-B8FB54CEBE35}"/>
          </ac:spMkLst>
        </pc:spChg>
        <pc:spChg chg="del mod">
          <ac:chgData name="arnav8656tiwari@gmail.com" userId="cb05b7863545bd65" providerId="LiveId" clId="{C38803D9-F29C-4654-BEB2-62D3FD17E684}" dt="2025-09-15T18:06:11.981" v="3050" actId="478"/>
          <ac:spMkLst>
            <pc:docMk/>
            <pc:sldMk cId="0" sldId="263"/>
            <ac:spMk id="13" creationId="{00000000-0000-0000-0000-000000000000}"/>
          </ac:spMkLst>
        </pc:spChg>
        <pc:spChg chg="del mod">
          <ac:chgData name="arnav8656tiwari@gmail.com" userId="cb05b7863545bd65" providerId="LiveId" clId="{C38803D9-F29C-4654-BEB2-62D3FD17E684}" dt="2025-09-15T18:06:11.981" v="3050" actId="478"/>
          <ac:spMkLst>
            <pc:docMk/>
            <pc:sldMk cId="0" sldId="263"/>
            <ac:spMk id="14" creationId="{00000000-0000-0000-0000-000000000000}"/>
          </ac:spMkLst>
        </pc:spChg>
        <pc:spChg chg="del">
          <ac:chgData name="arnav8656tiwari@gmail.com" userId="cb05b7863545bd65" providerId="LiveId" clId="{C38803D9-F29C-4654-BEB2-62D3FD17E684}" dt="2025-09-14T18:11:11.472" v="7" actId="478"/>
          <ac:spMkLst>
            <pc:docMk/>
            <pc:sldMk cId="0" sldId="263"/>
            <ac:spMk id="20" creationId="{3A7BB66F-A09E-4988-A1F1-CF405C40F16B}"/>
          </ac:spMkLst>
        </pc:spChg>
        <pc:spChg chg="del">
          <ac:chgData name="arnav8656tiwari@gmail.com" userId="cb05b7863545bd65" providerId="LiveId" clId="{C38803D9-F29C-4654-BEB2-62D3FD17E684}" dt="2025-09-14T18:11:35.971" v="16" actId="478"/>
          <ac:spMkLst>
            <pc:docMk/>
            <pc:sldMk cId="0" sldId="263"/>
            <ac:spMk id="21" creationId="{A2101B82-A575-46BC-80D2-BCC91ACB0F18}"/>
          </ac:spMkLst>
        </pc:spChg>
        <pc:spChg chg="del mod">
          <ac:chgData name="arnav8656tiwari@gmail.com" userId="cb05b7863545bd65" providerId="LiveId" clId="{C38803D9-F29C-4654-BEB2-62D3FD17E684}" dt="2025-09-15T18:06:11.981" v="3050" actId="478"/>
          <ac:spMkLst>
            <pc:docMk/>
            <pc:sldMk cId="0" sldId="263"/>
            <ac:spMk id="24" creationId="{00000000-0000-0000-0000-000000000000}"/>
          </ac:spMkLst>
        </pc:spChg>
        <pc:spChg chg="add mod">
          <ac:chgData name="arnav8656tiwari@gmail.com" userId="cb05b7863545bd65" providerId="LiveId" clId="{C38803D9-F29C-4654-BEB2-62D3FD17E684}" dt="2025-09-18T13:27:38.519" v="4220" actId="2711"/>
          <ac:spMkLst>
            <pc:docMk/>
            <pc:sldMk cId="0" sldId="263"/>
            <ac:spMk id="26" creationId="{12BA82CF-11CC-4D2A-9789-4CC232F8A114}"/>
          </ac:spMkLst>
        </pc:spChg>
        <pc:spChg chg="del mod">
          <ac:chgData name="arnav8656tiwari@gmail.com" userId="cb05b7863545bd65" providerId="LiveId" clId="{C38803D9-F29C-4654-BEB2-62D3FD17E684}" dt="2025-09-15T18:06:11.981" v="3050" actId="478"/>
          <ac:spMkLst>
            <pc:docMk/>
            <pc:sldMk cId="0" sldId="263"/>
            <ac:spMk id="27" creationId="{98C8E86C-A259-462A-8B2F-355D5C2AB9EF}"/>
          </ac:spMkLst>
        </pc:spChg>
        <pc:spChg chg="add mod ord">
          <ac:chgData name="arnav8656tiwari@gmail.com" userId="cb05b7863545bd65" providerId="LiveId" clId="{C38803D9-F29C-4654-BEB2-62D3FD17E684}" dt="2025-09-18T13:27:38.519" v="4220" actId="2711"/>
          <ac:spMkLst>
            <pc:docMk/>
            <pc:sldMk cId="0" sldId="263"/>
            <ac:spMk id="28" creationId="{DE9CFC2A-AD13-42BE-9D32-89FB912F13F8}"/>
          </ac:spMkLst>
        </pc:spChg>
        <pc:spChg chg="add mod ord">
          <ac:chgData name="arnav8656tiwari@gmail.com" userId="cb05b7863545bd65" providerId="LiveId" clId="{C38803D9-F29C-4654-BEB2-62D3FD17E684}" dt="2025-09-18T13:27:38.519" v="4220" actId="2711"/>
          <ac:spMkLst>
            <pc:docMk/>
            <pc:sldMk cId="0" sldId="263"/>
            <ac:spMk id="29" creationId="{ECFF54F3-F2B5-42B4-BCD8-DFF4DEF5A5FC}"/>
          </ac:spMkLst>
        </pc:spChg>
        <pc:spChg chg="del">
          <ac:chgData name="arnav8656tiwari@gmail.com" userId="cb05b7863545bd65" providerId="LiveId" clId="{C38803D9-F29C-4654-BEB2-62D3FD17E684}" dt="2025-09-15T17:51:04.932" v="3035" actId="478"/>
          <ac:spMkLst>
            <pc:docMk/>
            <pc:sldMk cId="0" sldId="263"/>
            <ac:spMk id="35" creationId="{00000000-0000-0000-0000-000000000000}"/>
          </ac:spMkLst>
        </pc:spChg>
        <pc:grpChg chg="del mod">
          <ac:chgData name="arnav8656tiwari@gmail.com" userId="cb05b7863545bd65" providerId="LiveId" clId="{C38803D9-F29C-4654-BEB2-62D3FD17E684}" dt="2025-09-15T15:24:49.459" v="2576" actId="478"/>
          <ac:grpSpMkLst>
            <pc:docMk/>
            <pc:sldMk cId="0" sldId="263"/>
            <ac:grpSpMk id="3" creationId="{00000000-0000-0000-0000-000000000000}"/>
          </ac:grpSpMkLst>
        </pc:grpChg>
        <pc:grpChg chg="del mod">
          <ac:chgData name="arnav8656tiwari@gmail.com" userId="cb05b7863545bd65" providerId="LiveId" clId="{C38803D9-F29C-4654-BEB2-62D3FD17E684}" dt="2025-09-15T15:24:49.459" v="2576" actId="478"/>
          <ac:grpSpMkLst>
            <pc:docMk/>
            <pc:sldMk cId="0" sldId="263"/>
            <ac:grpSpMk id="9" creationId="{00000000-0000-0000-0000-000000000000}"/>
          </ac:grpSpMkLst>
        </pc:grpChg>
        <pc:grpChg chg="del mod">
          <ac:chgData name="arnav8656tiwari@gmail.com" userId="cb05b7863545bd65" providerId="LiveId" clId="{C38803D9-F29C-4654-BEB2-62D3FD17E684}" dt="2025-09-15T15:24:49.459" v="2576" actId="478"/>
          <ac:grpSpMkLst>
            <pc:docMk/>
            <pc:sldMk cId="0" sldId="263"/>
            <ac:grpSpMk id="15" creationId="{00000000-0000-0000-0000-000000000000}"/>
          </ac:grpSpMkLst>
        </pc:grpChg>
        <pc:graphicFrameChg chg="add mod">
          <ac:chgData name="arnav8656tiwari@gmail.com" userId="cb05b7863545bd65" providerId="LiveId" clId="{C38803D9-F29C-4654-BEB2-62D3FD17E684}" dt="2025-09-18T13:27:38.519" v="4220" actId="2711"/>
          <ac:graphicFrameMkLst>
            <pc:docMk/>
            <pc:sldMk cId="0" sldId="263"/>
            <ac:graphicFrameMk id="21" creationId="{D7B89F39-EF3A-4AAA-BC31-D11C89F1DEBC}"/>
          </ac:graphicFrameMkLst>
        </pc:graphicFrameChg>
        <pc:graphicFrameChg chg="del mod">
          <ac:chgData name="arnav8656tiwari@gmail.com" userId="cb05b7863545bd65" providerId="LiveId" clId="{C38803D9-F29C-4654-BEB2-62D3FD17E684}" dt="2025-09-15T18:06:11.981" v="3050" actId="478"/>
          <ac:graphicFrameMkLst>
            <pc:docMk/>
            <pc:sldMk cId="0" sldId="263"/>
            <ac:graphicFrameMk id="33" creationId="{726C444C-DB51-4216-90F7-7E29468A5193}"/>
          </ac:graphicFrameMkLst>
        </pc:graphicFrameChg>
        <pc:cxnChg chg="add mod">
          <ac:chgData name="arnav8656tiwari@gmail.com" userId="cb05b7863545bd65" providerId="LiveId" clId="{C38803D9-F29C-4654-BEB2-62D3FD17E684}" dt="2025-09-18T13:27:38.519" v="4220" actId="2711"/>
          <ac:cxnSpMkLst>
            <pc:docMk/>
            <pc:sldMk cId="0" sldId="263"/>
            <ac:cxnSpMk id="19" creationId="{2D39B0C1-CA05-4061-BA23-81DE48B759FF}"/>
          </ac:cxnSpMkLst>
        </pc:cxnChg>
      </pc:sldChg>
      <pc:sldChg chg="addSp delSp modSp mod">
        <pc:chgData name="arnav8656tiwari@gmail.com" userId="cb05b7863545bd65" providerId="LiveId" clId="{C38803D9-F29C-4654-BEB2-62D3FD17E684}" dt="2025-09-18T13:28:00.273" v="4221" actId="2711"/>
        <pc:sldMkLst>
          <pc:docMk/>
          <pc:sldMk cId="0" sldId="264"/>
        </pc:sldMkLst>
        <pc:spChg chg="mod">
          <ac:chgData name="arnav8656tiwari@gmail.com" userId="cb05b7863545bd65" providerId="LiveId" clId="{C38803D9-F29C-4654-BEB2-62D3FD17E684}" dt="2025-09-18T13:28:00.273" v="4221" actId="2711"/>
          <ac:spMkLst>
            <pc:docMk/>
            <pc:sldMk cId="0" sldId="264"/>
            <ac:spMk id="2" creationId="{00000000-0000-0000-0000-000000000000}"/>
          </ac:spMkLst>
        </pc:spChg>
        <pc:spChg chg="mod">
          <ac:chgData name="arnav8656tiwari@gmail.com" userId="cb05b7863545bd65" providerId="LiveId" clId="{C38803D9-F29C-4654-BEB2-62D3FD17E684}" dt="2025-09-18T13:28:00.273" v="4221" actId="2711"/>
          <ac:spMkLst>
            <pc:docMk/>
            <pc:sldMk cId="0" sldId="264"/>
            <ac:spMk id="3" creationId="{00000000-0000-0000-0000-000000000000}"/>
          </ac:spMkLst>
        </pc:spChg>
        <pc:spChg chg="del mod">
          <ac:chgData name="arnav8656tiwari@gmail.com" userId="cb05b7863545bd65" providerId="LiveId" clId="{C38803D9-F29C-4654-BEB2-62D3FD17E684}" dt="2025-09-15T18:12:48.863" v="3199" actId="478"/>
          <ac:spMkLst>
            <pc:docMk/>
            <pc:sldMk cId="0" sldId="264"/>
            <ac:spMk id="4" creationId="{C4B2A33F-E55E-42CC-A58B-8507D464FA43}"/>
          </ac:spMkLst>
        </pc:spChg>
        <pc:spChg chg="mod">
          <ac:chgData name="arnav8656tiwari@gmail.com" userId="cb05b7863545bd65" providerId="LiveId" clId="{C38803D9-F29C-4654-BEB2-62D3FD17E684}" dt="2025-09-18T13:28:00.273" v="4221" actId="2711"/>
          <ac:spMkLst>
            <pc:docMk/>
            <pc:sldMk cId="0" sldId="264"/>
            <ac:spMk id="5" creationId="{3B068BE0-4EB3-4482-A500-8D48CD77DBD1}"/>
          </ac:spMkLst>
        </pc:spChg>
        <pc:spChg chg="add del mod">
          <ac:chgData name="arnav8656tiwari@gmail.com" userId="cb05b7863545bd65" providerId="LiveId" clId="{C38803D9-F29C-4654-BEB2-62D3FD17E684}" dt="2025-09-15T18:16:34.970" v="3248" actId="478"/>
          <ac:spMkLst>
            <pc:docMk/>
            <pc:sldMk cId="0" sldId="264"/>
            <ac:spMk id="6" creationId="{384A7856-6B8A-4D2B-941E-F455241C4BFB}"/>
          </ac:spMkLst>
        </pc:spChg>
        <pc:spChg chg="mod">
          <ac:chgData name="arnav8656tiwari@gmail.com" userId="cb05b7863545bd65" providerId="LiveId" clId="{C38803D9-F29C-4654-BEB2-62D3FD17E684}" dt="2025-09-18T13:28:00.273" v="4221" actId="2711"/>
          <ac:spMkLst>
            <pc:docMk/>
            <pc:sldMk cId="0" sldId="264"/>
            <ac:spMk id="11" creationId="{00000000-0000-0000-0000-000000000000}"/>
          </ac:spMkLst>
        </pc:spChg>
        <pc:spChg chg="mod">
          <ac:chgData name="arnav8656tiwari@gmail.com" userId="cb05b7863545bd65" providerId="LiveId" clId="{C38803D9-F29C-4654-BEB2-62D3FD17E684}" dt="2025-09-18T13:28:00.273" v="4221" actId="2711"/>
          <ac:spMkLst>
            <pc:docMk/>
            <pc:sldMk cId="0" sldId="264"/>
            <ac:spMk id="12" creationId="{00000000-0000-0000-0000-000000000000}"/>
          </ac:spMkLst>
        </pc:spChg>
        <pc:spChg chg="mod">
          <ac:chgData name="arnav8656tiwari@gmail.com" userId="cb05b7863545bd65" providerId="LiveId" clId="{C38803D9-F29C-4654-BEB2-62D3FD17E684}" dt="2025-09-18T13:28:00.273" v="4221" actId="2711"/>
          <ac:spMkLst>
            <pc:docMk/>
            <pc:sldMk cId="0" sldId="264"/>
            <ac:spMk id="16" creationId="{00000000-0000-0000-0000-000000000000}"/>
          </ac:spMkLst>
        </pc:spChg>
        <pc:spChg chg="mod ord">
          <ac:chgData name="arnav8656tiwari@gmail.com" userId="cb05b7863545bd65" providerId="LiveId" clId="{C38803D9-F29C-4654-BEB2-62D3FD17E684}" dt="2025-09-18T13:28:00.273" v="4221" actId="2711"/>
          <ac:spMkLst>
            <pc:docMk/>
            <pc:sldMk cId="0" sldId="264"/>
            <ac:spMk id="17" creationId="{00000000-0000-0000-0000-000000000000}"/>
          </ac:spMkLst>
        </pc:spChg>
        <pc:spChg chg="mod ord">
          <ac:chgData name="arnav8656tiwari@gmail.com" userId="cb05b7863545bd65" providerId="LiveId" clId="{C38803D9-F29C-4654-BEB2-62D3FD17E684}" dt="2025-09-18T13:28:00.273" v="4221" actId="2711"/>
          <ac:spMkLst>
            <pc:docMk/>
            <pc:sldMk cId="0" sldId="264"/>
            <ac:spMk id="18" creationId="{00000000-0000-0000-0000-000000000000}"/>
          </ac:spMkLst>
        </pc:spChg>
        <pc:spChg chg="mod">
          <ac:chgData name="arnav8656tiwari@gmail.com" userId="cb05b7863545bd65" providerId="LiveId" clId="{C38803D9-F29C-4654-BEB2-62D3FD17E684}" dt="2025-09-18T13:28:00.273" v="4221" actId="2711"/>
          <ac:spMkLst>
            <pc:docMk/>
            <pc:sldMk cId="0" sldId="264"/>
            <ac:spMk id="19" creationId="{00000000-0000-0000-0000-000000000000}"/>
          </ac:spMkLst>
        </pc:spChg>
        <pc:spChg chg="mod">
          <ac:chgData name="arnav8656tiwari@gmail.com" userId="cb05b7863545bd65" providerId="LiveId" clId="{C38803D9-F29C-4654-BEB2-62D3FD17E684}" dt="2025-09-18T13:28:00.273" v="4221" actId="2711"/>
          <ac:spMkLst>
            <pc:docMk/>
            <pc:sldMk cId="0" sldId="264"/>
            <ac:spMk id="20" creationId="{00000000-0000-0000-0000-000000000000}"/>
          </ac:spMkLst>
        </pc:spChg>
        <pc:spChg chg="mod ord">
          <ac:chgData name="arnav8656tiwari@gmail.com" userId="cb05b7863545bd65" providerId="LiveId" clId="{C38803D9-F29C-4654-BEB2-62D3FD17E684}" dt="2025-09-18T13:28:00.273" v="4221" actId="2711"/>
          <ac:spMkLst>
            <pc:docMk/>
            <pc:sldMk cId="0" sldId="264"/>
            <ac:spMk id="21" creationId="{00000000-0000-0000-0000-000000000000}"/>
          </ac:spMkLst>
        </pc:spChg>
        <pc:spChg chg="mod">
          <ac:chgData name="arnav8656tiwari@gmail.com" userId="cb05b7863545bd65" providerId="LiveId" clId="{C38803D9-F29C-4654-BEB2-62D3FD17E684}" dt="2025-09-18T13:28:00.273" v="4221" actId="2711"/>
          <ac:spMkLst>
            <pc:docMk/>
            <pc:sldMk cId="0" sldId="264"/>
            <ac:spMk id="22" creationId="{00000000-0000-0000-0000-000000000000}"/>
          </ac:spMkLst>
        </pc:spChg>
        <pc:spChg chg="mod ord">
          <ac:chgData name="arnav8656tiwari@gmail.com" userId="cb05b7863545bd65" providerId="LiveId" clId="{C38803D9-F29C-4654-BEB2-62D3FD17E684}" dt="2025-09-18T13:28:00.273" v="4221" actId="2711"/>
          <ac:spMkLst>
            <pc:docMk/>
            <pc:sldMk cId="0" sldId="264"/>
            <ac:spMk id="23" creationId="{00000000-0000-0000-0000-000000000000}"/>
          </ac:spMkLst>
        </pc:spChg>
        <pc:spChg chg="mod">
          <ac:chgData name="arnav8656tiwari@gmail.com" userId="cb05b7863545bd65" providerId="LiveId" clId="{C38803D9-F29C-4654-BEB2-62D3FD17E684}" dt="2025-09-18T13:28:00.273" v="4221" actId="2711"/>
          <ac:spMkLst>
            <pc:docMk/>
            <pc:sldMk cId="0" sldId="264"/>
            <ac:spMk id="24" creationId="{00000000-0000-0000-0000-000000000000}"/>
          </ac:spMkLst>
        </pc:spChg>
        <pc:spChg chg="mod ord">
          <ac:chgData name="arnav8656tiwari@gmail.com" userId="cb05b7863545bd65" providerId="LiveId" clId="{C38803D9-F29C-4654-BEB2-62D3FD17E684}" dt="2025-09-18T13:28:00.273" v="4221" actId="2711"/>
          <ac:spMkLst>
            <pc:docMk/>
            <pc:sldMk cId="0" sldId="264"/>
            <ac:spMk id="25" creationId="{00000000-0000-0000-0000-000000000000}"/>
          </ac:spMkLst>
        </pc:spChg>
        <pc:spChg chg="mod">
          <ac:chgData name="arnav8656tiwari@gmail.com" userId="cb05b7863545bd65" providerId="LiveId" clId="{C38803D9-F29C-4654-BEB2-62D3FD17E684}" dt="2025-09-18T13:28:00.273" v="4221" actId="2711"/>
          <ac:spMkLst>
            <pc:docMk/>
            <pc:sldMk cId="0" sldId="264"/>
            <ac:spMk id="26" creationId="{00000000-0000-0000-0000-000000000000}"/>
          </ac:spMkLst>
        </pc:spChg>
        <pc:spChg chg="mod">
          <ac:chgData name="arnav8656tiwari@gmail.com" userId="cb05b7863545bd65" providerId="LiveId" clId="{C38803D9-F29C-4654-BEB2-62D3FD17E684}" dt="2025-09-18T13:28:00.273" v="4221" actId="2711"/>
          <ac:spMkLst>
            <pc:docMk/>
            <pc:sldMk cId="0" sldId="264"/>
            <ac:spMk id="27" creationId="{00000000-0000-0000-0000-000000000000}"/>
          </ac:spMkLst>
        </pc:spChg>
        <pc:spChg chg="mod ord">
          <ac:chgData name="arnav8656tiwari@gmail.com" userId="cb05b7863545bd65" providerId="LiveId" clId="{C38803D9-F29C-4654-BEB2-62D3FD17E684}" dt="2025-09-18T13:28:00.273" v="4221" actId="2711"/>
          <ac:spMkLst>
            <pc:docMk/>
            <pc:sldMk cId="0" sldId="264"/>
            <ac:spMk id="28" creationId="{00000000-0000-0000-0000-000000000000}"/>
          </ac:spMkLst>
        </pc:spChg>
        <pc:spChg chg="mod">
          <ac:chgData name="arnav8656tiwari@gmail.com" userId="cb05b7863545bd65" providerId="LiveId" clId="{C38803D9-F29C-4654-BEB2-62D3FD17E684}" dt="2025-09-18T13:28:00.273" v="4221" actId="2711"/>
          <ac:spMkLst>
            <pc:docMk/>
            <pc:sldMk cId="0" sldId="264"/>
            <ac:spMk id="29" creationId="{00000000-0000-0000-0000-000000000000}"/>
          </ac:spMkLst>
        </pc:spChg>
        <pc:spChg chg="add del mod">
          <ac:chgData name="arnav8656tiwari@gmail.com" userId="cb05b7863545bd65" providerId="LiveId" clId="{C38803D9-F29C-4654-BEB2-62D3FD17E684}" dt="2025-09-15T18:13:27.443" v="3212"/>
          <ac:spMkLst>
            <pc:docMk/>
            <pc:sldMk cId="0" sldId="264"/>
            <ac:spMk id="30" creationId="{D809BE14-BB60-447C-B7DE-4550E1B69CDD}"/>
          </ac:spMkLst>
        </pc:spChg>
        <pc:spChg chg="del">
          <ac:chgData name="arnav8656tiwari@gmail.com" userId="cb05b7863545bd65" providerId="LiveId" clId="{C38803D9-F29C-4654-BEB2-62D3FD17E684}" dt="2025-09-14T18:11:34.465" v="15" actId="478"/>
          <ac:spMkLst>
            <pc:docMk/>
            <pc:sldMk cId="0" sldId="264"/>
            <ac:spMk id="31" creationId="{648158CB-B33E-4407-B127-4566B78627E3}"/>
          </ac:spMkLst>
        </pc:spChg>
        <pc:spChg chg="del">
          <ac:chgData name="arnav8656tiwari@gmail.com" userId="cb05b7863545bd65" providerId="LiveId" clId="{C38803D9-F29C-4654-BEB2-62D3FD17E684}" dt="2025-09-14T18:11:13.084" v="8" actId="478"/>
          <ac:spMkLst>
            <pc:docMk/>
            <pc:sldMk cId="0" sldId="264"/>
            <ac:spMk id="32" creationId="{0F40F190-02C0-4420-8468-9102EF151DCF}"/>
          </ac:spMkLst>
        </pc:spChg>
        <pc:spChg chg="add mod ord">
          <ac:chgData name="arnav8656tiwari@gmail.com" userId="cb05b7863545bd65" providerId="LiveId" clId="{C38803D9-F29C-4654-BEB2-62D3FD17E684}" dt="2025-09-18T13:28:00.273" v="4221" actId="2711"/>
          <ac:spMkLst>
            <pc:docMk/>
            <pc:sldMk cId="0" sldId="264"/>
            <ac:spMk id="32" creationId="{C42C4923-E57B-498B-A1F8-35D1C2C8DB75}"/>
          </ac:spMkLst>
        </pc:spChg>
        <pc:spChg chg="add mod ord">
          <ac:chgData name="arnav8656tiwari@gmail.com" userId="cb05b7863545bd65" providerId="LiveId" clId="{C38803D9-F29C-4654-BEB2-62D3FD17E684}" dt="2025-09-18T13:28:00.273" v="4221" actId="2711"/>
          <ac:spMkLst>
            <pc:docMk/>
            <pc:sldMk cId="0" sldId="264"/>
            <ac:spMk id="33" creationId="{9E591A46-25D1-4705-AB8A-D6EE5AFF03B5}"/>
          </ac:spMkLst>
        </pc:spChg>
        <pc:spChg chg="del">
          <ac:chgData name="arnav8656tiwari@gmail.com" userId="cb05b7863545bd65" providerId="LiveId" clId="{C38803D9-F29C-4654-BEB2-62D3FD17E684}" dt="2025-09-15T17:51:25.658" v="3041" actId="478"/>
          <ac:spMkLst>
            <pc:docMk/>
            <pc:sldMk cId="0" sldId="264"/>
            <ac:spMk id="34" creationId="{00000000-0000-0000-0000-000000000000}"/>
          </ac:spMkLst>
        </pc:spChg>
        <pc:graphicFrameChg chg="add mod">
          <ac:chgData name="arnav8656tiwari@gmail.com" userId="cb05b7863545bd65" providerId="LiveId" clId="{C38803D9-F29C-4654-BEB2-62D3FD17E684}" dt="2025-09-18T13:28:00.273" v="4221" actId="2711"/>
          <ac:graphicFrameMkLst>
            <pc:docMk/>
            <pc:sldMk cId="0" sldId="264"/>
            <ac:graphicFrameMk id="31" creationId="{B08DE6CA-040D-4182-BFB7-6F493D96FA22}"/>
          </ac:graphicFrameMkLst>
        </pc:graphicFrameChg>
        <pc:graphicFrameChg chg="del mod">
          <ac:chgData name="arnav8656tiwari@gmail.com" userId="cb05b7863545bd65" providerId="LiveId" clId="{C38803D9-F29C-4654-BEB2-62D3FD17E684}" dt="2025-09-15T18:19:27.256" v="3274" actId="478"/>
          <ac:graphicFrameMkLst>
            <pc:docMk/>
            <pc:sldMk cId="0" sldId="264"/>
            <ac:graphicFrameMk id="35" creationId="{A95EC078-0FD7-4EFA-9F16-1C30C676C2ED}"/>
          </ac:graphicFrameMkLst>
        </pc:graphicFrameChg>
        <pc:cxnChg chg="add mod">
          <ac:chgData name="arnav8656tiwari@gmail.com" userId="cb05b7863545bd65" providerId="LiveId" clId="{C38803D9-F29C-4654-BEB2-62D3FD17E684}" dt="2025-09-18T13:28:00.273" v="4221" actId="2711"/>
          <ac:cxnSpMkLst>
            <pc:docMk/>
            <pc:sldMk cId="0" sldId="264"/>
            <ac:cxnSpMk id="8" creationId="{28FBB8E5-F8DE-410B-86B9-707B89CAC9F6}"/>
          </ac:cxnSpMkLst>
        </pc:cxnChg>
      </pc:sldChg>
      <pc:sldChg chg="addSp delSp modSp mod">
        <pc:chgData name="arnav8656tiwari@gmail.com" userId="cb05b7863545bd65" providerId="LiveId" clId="{C38803D9-F29C-4654-BEB2-62D3FD17E684}" dt="2025-09-18T13:28:05.036" v="4222" actId="2711"/>
        <pc:sldMkLst>
          <pc:docMk/>
          <pc:sldMk cId="0" sldId="265"/>
        </pc:sldMkLst>
        <pc:spChg chg="mod">
          <ac:chgData name="arnav8656tiwari@gmail.com" userId="cb05b7863545bd65" providerId="LiveId" clId="{C38803D9-F29C-4654-BEB2-62D3FD17E684}" dt="2025-09-18T13:28:05.036" v="4222" actId="2711"/>
          <ac:spMkLst>
            <pc:docMk/>
            <pc:sldMk cId="0" sldId="265"/>
            <ac:spMk id="2" creationId="{00000000-0000-0000-0000-000000000000}"/>
          </ac:spMkLst>
        </pc:spChg>
        <pc:spChg chg="add mod">
          <ac:chgData name="arnav8656tiwari@gmail.com" userId="cb05b7863545bd65" providerId="LiveId" clId="{C38803D9-F29C-4654-BEB2-62D3FD17E684}" dt="2025-09-18T13:28:05.036" v="4222" actId="2711"/>
          <ac:spMkLst>
            <pc:docMk/>
            <pc:sldMk cId="0" sldId="265"/>
            <ac:spMk id="3" creationId="{0936EA6B-4A78-42F3-B7A2-44AD5577965B}"/>
          </ac:spMkLst>
        </pc:spChg>
        <pc:spChg chg="del mod">
          <ac:chgData name="arnav8656tiwari@gmail.com" userId="cb05b7863545bd65" providerId="LiveId" clId="{C38803D9-F29C-4654-BEB2-62D3FD17E684}" dt="2025-09-15T18:30:58.243" v="3415" actId="478"/>
          <ac:spMkLst>
            <pc:docMk/>
            <pc:sldMk cId="0" sldId="265"/>
            <ac:spMk id="4" creationId="{00000000-0000-0000-0000-000000000000}"/>
          </ac:spMkLst>
        </pc:spChg>
        <pc:spChg chg="del mod">
          <ac:chgData name="arnav8656tiwari@gmail.com" userId="cb05b7863545bd65" providerId="LiveId" clId="{C38803D9-F29C-4654-BEB2-62D3FD17E684}" dt="2025-09-15T18:30:58.243" v="3415" actId="478"/>
          <ac:spMkLst>
            <pc:docMk/>
            <pc:sldMk cId="0" sldId="265"/>
            <ac:spMk id="5" creationId="{00000000-0000-0000-0000-000000000000}"/>
          </ac:spMkLst>
        </pc:spChg>
        <pc:spChg chg="add del mod">
          <ac:chgData name="arnav8656tiwari@gmail.com" userId="cb05b7863545bd65" providerId="LiveId" clId="{C38803D9-F29C-4654-BEB2-62D3FD17E684}" dt="2025-09-15T19:50:44.406" v="3960"/>
          <ac:spMkLst>
            <pc:docMk/>
            <pc:sldMk cId="0" sldId="265"/>
            <ac:spMk id="6" creationId="{68997971-0766-4BD9-AAC5-2384360C1D92}"/>
          </ac:spMkLst>
        </pc:spChg>
        <pc:spChg chg="del mod">
          <ac:chgData name="arnav8656tiwari@gmail.com" userId="cb05b7863545bd65" providerId="LiveId" clId="{C38803D9-F29C-4654-BEB2-62D3FD17E684}" dt="2025-09-15T18:30:58.243" v="3415" actId="478"/>
          <ac:spMkLst>
            <pc:docMk/>
            <pc:sldMk cId="0" sldId="265"/>
            <ac:spMk id="7" creationId="{00000000-0000-0000-0000-000000000000}"/>
          </ac:spMkLst>
        </pc:spChg>
        <pc:spChg chg="add mod">
          <ac:chgData name="arnav8656tiwari@gmail.com" userId="cb05b7863545bd65" providerId="LiveId" clId="{C38803D9-F29C-4654-BEB2-62D3FD17E684}" dt="2025-09-18T13:28:05.036" v="4222" actId="2711"/>
          <ac:spMkLst>
            <pc:docMk/>
            <pc:sldMk cId="0" sldId="265"/>
            <ac:spMk id="8" creationId="{3B9F4D44-6814-403D-92C8-859CBFDAFC92}"/>
          </ac:spMkLst>
        </pc:spChg>
        <pc:spChg chg="del mod">
          <ac:chgData name="arnav8656tiwari@gmail.com" userId="cb05b7863545bd65" providerId="LiveId" clId="{C38803D9-F29C-4654-BEB2-62D3FD17E684}" dt="2025-09-15T18:30:58.243" v="3415" actId="478"/>
          <ac:spMkLst>
            <pc:docMk/>
            <pc:sldMk cId="0" sldId="265"/>
            <ac:spMk id="11" creationId="{00000000-0000-0000-0000-000000000000}"/>
          </ac:spMkLst>
        </pc:spChg>
        <pc:spChg chg="del mod">
          <ac:chgData name="arnav8656tiwari@gmail.com" userId="cb05b7863545bd65" providerId="LiveId" clId="{C38803D9-F29C-4654-BEB2-62D3FD17E684}" dt="2025-09-15T18:30:58.243" v="3415" actId="478"/>
          <ac:spMkLst>
            <pc:docMk/>
            <pc:sldMk cId="0" sldId="265"/>
            <ac:spMk id="12" creationId="{1837FDA2-5D66-4A3F-B14B-4F5BB235DD73}"/>
          </ac:spMkLst>
        </pc:spChg>
        <pc:spChg chg="del mod">
          <ac:chgData name="arnav8656tiwari@gmail.com" userId="cb05b7863545bd65" providerId="LiveId" clId="{C38803D9-F29C-4654-BEB2-62D3FD17E684}" dt="2025-09-15T18:30:58.243" v="3415" actId="478"/>
          <ac:spMkLst>
            <pc:docMk/>
            <pc:sldMk cId="0" sldId="265"/>
            <ac:spMk id="13" creationId="{00000000-0000-0000-0000-000000000000}"/>
          </ac:spMkLst>
        </pc:spChg>
        <pc:spChg chg="del">
          <ac:chgData name="arnav8656tiwari@gmail.com" userId="cb05b7863545bd65" providerId="LiveId" clId="{C38803D9-F29C-4654-BEB2-62D3FD17E684}" dt="2025-09-14T18:11:14.435" v="9" actId="478"/>
          <ac:spMkLst>
            <pc:docMk/>
            <pc:sldMk cId="0" sldId="265"/>
            <ac:spMk id="14" creationId="{C4CAA17B-DA8D-48DC-94FC-0B57973E72FD}"/>
          </ac:spMkLst>
        </pc:spChg>
        <pc:spChg chg="del mod">
          <ac:chgData name="arnav8656tiwari@gmail.com" userId="cb05b7863545bd65" providerId="LiveId" clId="{C38803D9-F29C-4654-BEB2-62D3FD17E684}" dt="2025-09-15T18:30:58.243" v="3415" actId="478"/>
          <ac:spMkLst>
            <pc:docMk/>
            <pc:sldMk cId="0" sldId="265"/>
            <ac:spMk id="16" creationId="{00000000-0000-0000-0000-000000000000}"/>
          </ac:spMkLst>
        </pc:spChg>
        <pc:spChg chg="add mod">
          <ac:chgData name="arnav8656tiwari@gmail.com" userId="cb05b7863545bd65" providerId="LiveId" clId="{C38803D9-F29C-4654-BEB2-62D3FD17E684}" dt="2025-09-18T13:28:05.036" v="4222" actId="2711"/>
          <ac:spMkLst>
            <pc:docMk/>
            <pc:sldMk cId="0" sldId="265"/>
            <ac:spMk id="17" creationId="{7E77580D-F9CC-48D3-AFA6-7606B603D722}"/>
          </ac:spMkLst>
        </pc:spChg>
        <pc:spChg chg="add mod ord">
          <ac:chgData name="arnav8656tiwari@gmail.com" userId="cb05b7863545bd65" providerId="LiveId" clId="{C38803D9-F29C-4654-BEB2-62D3FD17E684}" dt="2025-09-18T13:28:05.036" v="4222" actId="2711"/>
          <ac:spMkLst>
            <pc:docMk/>
            <pc:sldMk cId="0" sldId="265"/>
            <ac:spMk id="18" creationId="{1500BC20-8690-4B11-BFF4-316F7C70B4EC}"/>
          </ac:spMkLst>
        </pc:spChg>
        <pc:spChg chg="add mod ord">
          <ac:chgData name="arnav8656tiwari@gmail.com" userId="cb05b7863545bd65" providerId="LiveId" clId="{C38803D9-F29C-4654-BEB2-62D3FD17E684}" dt="2025-09-18T13:28:05.036" v="4222" actId="2711"/>
          <ac:spMkLst>
            <pc:docMk/>
            <pc:sldMk cId="0" sldId="265"/>
            <ac:spMk id="19" creationId="{B78DE515-F3A4-46D8-A212-FBC4B99DAA49}"/>
          </ac:spMkLst>
        </pc:spChg>
        <pc:spChg chg="del">
          <ac:chgData name="arnav8656tiwari@gmail.com" userId="cb05b7863545bd65" providerId="LiveId" clId="{C38803D9-F29C-4654-BEB2-62D3FD17E684}" dt="2025-09-14T18:11:32.517" v="14" actId="478"/>
          <ac:spMkLst>
            <pc:docMk/>
            <pc:sldMk cId="0" sldId="265"/>
            <ac:spMk id="30" creationId="{A91E77D3-226F-48F2-8CE9-70929C26616D}"/>
          </ac:spMkLst>
        </pc:spChg>
        <pc:spChg chg="del">
          <ac:chgData name="arnav8656tiwari@gmail.com" userId="cb05b7863545bd65" providerId="LiveId" clId="{C38803D9-F29C-4654-BEB2-62D3FD17E684}" dt="2025-09-15T17:51:28.404" v="3042" actId="478"/>
          <ac:spMkLst>
            <pc:docMk/>
            <pc:sldMk cId="0" sldId="265"/>
            <ac:spMk id="56" creationId="{00000000-0000-0000-0000-000000000000}"/>
          </ac:spMkLst>
        </pc:spChg>
        <pc:graphicFrameChg chg="add mod">
          <ac:chgData name="arnav8656tiwari@gmail.com" userId="cb05b7863545bd65" providerId="LiveId" clId="{C38803D9-F29C-4654-BEB2-62D3FD17E684}" dt="2025-09-18T13:28:05.036" v="4222" actId="2711"/>
          <ac:graphicFrameMkLst>
            <pc:docMk/>
            <pc:sldMk cId="0" sldId="265"/>
            <ac:graphicFrameMk id="14" creationId="{2E60D4E7-CB1E-4811-81CE-931C131A14E7}"/>
          </ac:graphicFrameMkLst>
        </pc:graphicFrameChg>
        <pc:graphicFrameChg chg="del mod">
          <ac:chgData name="arnav8656tiwari@gmail.com" userId="cb05b7863545bd65" providerId="LiveId" clId="{C38803D9-F29C-4654-BEB2-62D3FD17E684}" dt="2025-09-15T18:30:58.243" v="3415" actId="478"/>
          <ac:graphicFrameMkLst>
            <pc:docMk/>
            <pc:sldMk cId="0" sldId="265"/>
            <ac:graphicFrameMk id="55" creationId="{2765AAA5-83C8-4CE9-9C57-5C7C31F07F8C}"/>
          </ac:graphicFrameMkLst>
        </pc:graphicFrameChg>
        <pc:cxnChg chg="del mod">
          <ac:chgData name="arnav8656tiwari@gmail.com" userId="cb05b7863545bd65" providerId="LiveId" clId="{C38803D9-F29C-4654-BEB2-62D3FD17E684}" dt="2025-09-15T18:30:58.243" v="3415" actId="478"/>
          <ac:cxnSpMkLst>
            <pc:docMk/>
            <pc:sldMk cId="0" sldId="265"/>
            <ac:cxnSpMk id="23" creationId="{89645172-C84A-433A-A51A-AD91D54045D5}"/>
          </ac:cxnSpMkLst>
        </pc:cxnChg>
      </pc:sldChg>
      <pc:sldChg chg="addSp delSp modSp mod ord">
        <pc:chgData name="arnav8656tiwari@gmail.com" userId="cb05b7863545bd65" providerId="LiveId" clId="{C38803D9-F29C-4654-BEB2-62D3FD17E684}" dt="2025-09-18T16:36:45.235" v="4454"/>
        <pc:sldMkLst>
          <pc:docMk/>
          <pc:sldMk cId="0" sldId="266"/>
        </pc:sldMkLst>
        <pc:spChg chg="mod">
          <ac:chgData name="arnav8656tiwari@gmail.com" userId="cb05b7863545bd65" providerId="LiveId" clId="{C38803D9-F29C-4654-BEB2-62D3FD17E684}" dt="2025-09-18T13:28:09.064" v="4223" actId="2711"/>
          <ac:spMkLst>
            <pc:docMk/>
            <pc:sldMk cId="0" sldId="266"/>
            <ac:spMk id="2" creationId="{00000000-0000-0000-0000-000000000000}"/>
          </ac:spMkLst>
        </pc:spChg>
        <pc:spChg chg="add mod">
          <ac:chgData name="arnav8656tiwari@gmail.com" userId="cb05b7863545bd65" providerId="LiveId" clId="{C38803D9-F29C-4654-BEB2-62D3FD17E684}" dt="2025-09-18T13:28:09.064" v="4223" actId="2711"/>
          <ac:spMkLst>
            <pc:docMk/>
            <pc:sldMk cId="0" sldId="266"/>
            <ac:spMk id="3" creationId="{0DA2FF5A-0C3F-4142-8E98-0922FD2AA0EF}"/>
          </ac:spMkLst>
        </pc:spChg>
        <pc:spChg chg="del">
          <ac:chgData name="arnav8656tiwari@gmail.com" userId="cb05b7863545bd65" providerId="LiveId" clId="{C38803D9-F29C-4654-BEB2-62D3FD17E684}" dt="2025-09-15T18:31:42.545" v="3416" actId="478"/>
          <ac:spMkLst>
            <pc:docMk/>
            <pc:sldMk cId="0" sldId="266"/>
            <ac:spMk id="4" creationId="{00000000-0000-0000-0000-000000000000}"/>
          </ac:spMkLst>
        </pc:spChg>
        <pc:spChg chg="add del mod">
          <ac:chgData name="arnav8656tiwari@gmail.com" userId="cb05b7863545bd65" providerId="LiveId" clId="{C38803D9-F29C-4654-BEB2-62D3FD17E684}" dt="2025-09-15T19:29:18.380" v="3709" actId="478"/>
          <ac:spMkLst>
            <pc:docMk/>
            <pc:sldMk cId="0" sldId="266"/>
            <ac:spMk id="5" creationId="{33C19292-95E8-4D5D-B9A8-93E62458C90E}"/>
          </ac:spMkLst>
        </pc:spChg>
        <pc:spChg chg="add mod">
          <ac:chgData name="arnav8656tiwari@gmail.com" userId="cb05b7863545bd65" providerId="LiveId" clId="{C38803D9-F29C-4654-BEB2-62D3FD17E684}" dt="2025-09-18T13:28:09.064" v="4223" actId="2711"/>
          <ac:spMkLst>
            <pc:docMk/>
            <pc:sldMk cId="0" sldId="266"/>
            <ac:spMk id="6" creationId="{15249BD6-3A1D-4A89-802A-A7F74C679232}"/>
          </ac:spMkLst>
        </pc:spChg>
        <pc:spChg chg="add mod">
          <ac:chgData name="arnav8656tiwari@gmail.com" userId="cb05b7863545bd65" providerId="LiveId" clId="{C38803D9-F29C-4654-BEB2-62D3FD17E684}" dt="2025-09-18T13:28:09.064" v="4223" actId="2711"/>
          <ac:spMkLst>
            <pc:docMk/>
            <pc:sldMk cId="0" sldId="266"/>
            <ac:spMk id="7" creationId="{CB370FB7-B6B0-4FCB-94F5-7C9998C07337}"/>
          </ac:spMkLst>
        </pc:spChg>
        <pc:spChg chg="del">
          <ac:chgData name="arnav8656tiwari@gmail.com" userId="cb05b7863545bd65" providerId="LiveId" clId="{C38803D9-F29C-4654-BEB2-62D3FD17E684}" dt="2025-09-15T18:31:45.874" v="3417" actId="478"/>
          <ac:spMkLst>
            <pc:docMk/>
            <pc:sldMk cId="0" sldId="266"/>
            <ac:spMk id="13" creationId="{00000000-0000-0000-0000-000000000000}"/>
          </ac:spMkLst>
        </pc:spChg>
        <pc:spChg chg="del">
          <ac:chgData name="arnav8656tiwari@gmail.com" userId="cb05b7863545bd65" providerId="LiveId" clId="{C38803D9-F29C-4654-BEB2-62D3FD17E684}" dt="2025-09-15T18:31:45.874" v="3417" actId="478"/>
          <ac:spMkLst>
            <pc:docMk/>
            <pc:sldMk cId="0" sldId="266"/>
            <ac:spMk id="14" creationId="{00000000-0000-0000-0000-000000000000}"/>
          </ac:spMkLst>
        </pc:spChg>
        <pc:spChg chg="del">
          <ac:chgData name="arnav8656tiwari@gmail.com" userId="cb05b7863545bd65" providerId="LiveId" clId="{C38803D9-F29C-4654-BEB2-62D3FD17E684}" dt="2025-09-15T18:31:45.874" v="3417" actId="478"/>
          <ac:spMkLst>
            <pc:docMk/>
            <pc:sldMk cId="0" sldId="266"/>
            <ac:spMk id="15" creationId="{00000000-0000-0000-0000-000000000000}"/>
          </ac:spMkLst>
        </pc:spChg>
        <pc:spChg chg="del">
          <ac:chgData name="arnav8656tiwari@gmail.com" userId="cb05b7863545bd65" providerId="LiveId" clId="{C38803D9-F29C-4654-BEB2-62D3FD17E684}" dt="2025-09-15T18:31:45.874" v="3417" actId="478"/>
          <ac:spMkLst>
            <pc:docMk/>
            <pc:sldMk cId="0" sldId="266"/>
            <ac:spMk id="16" creationId="{0A0DC050-2D21-4558-8A07-5CA3C695F6ED}"/>
          </ac:spMkLst>
        </pc:spChg>
        <pc:spChg chg="add mod">
          <ac:chgData name="arnav8656tiwari@gmail.com" userId="cb05b7863545bd65" providerId="LiveId" clId="{C38803D9-F29C-4654-BEB2-62D3FD17E684}" dt="2025-09-18T13:28:09.064" v="4223" actId="2711"/>
          <ac:spMkLst>
            <pc:docMk/>
            <pc:sldMk cId="0" sldId="266"/>
            <ac:spMk id="18" creationId="{AD208FB1-80F2-4077-91F3-9AF1F35D466D}"/>
          </ac:spMkLst>
        </pc:spChg>
        <pc:spChg chg="add mod">
          <ac:chgData name="arnav8656tiwari@gmail.com" userId="cb05b7863545bd65" providerId="LiveId" clId="{C38803D9-F29C-4654-BEB2-62D3FD17E684}" dt="2025-09-18T13:28:09.064" v="4223" actId="2711"/>
          <ac:spMkLst>
            <pc:docMk/>
            <pc:sldMk cId="0" sldId="266"/>
            <ac:spMk id="20" creationId="{17730B4F-A1E5-463A-AC69-F684D78416F7}"/>
          </ac:spMkLst>
        </pc:spChg>
        <pc:spChg chg="add mod ord">
          <ac:chgData name="arnav8656tiwari@gmail.com" userId="cb05b7863545bd65" providerId="LiveId" clId="{C38803D9-F29C-4654-BEB2-62D3FD17E684}" dt="2025-09-18T13:28:09.064" v="4223" actId="2711"/>
          <ac:spMkLst>
            <pc:docMk/>
            <pc:sldMk cId="0" sldId="266"/>
            <ac:spMk id="21" creationId="{03EC7F54-23BB-46A4-B89D-450A9F67610D}"/>
          </ac:spMkLst>
        </pc:spChg>
        <pc:spChg chg="add mod ord">
          <ac:chgData name="arnav8656tiwari@gmail.com" userId="cb05b7863545bd65" providerId="LiveId" clId="{C38803D9-F29C-4654-BEB2-62D3FD17E684}" dt="2025-09-18T13:28:09.064" v="4223" actId="2711"/>
          <ac:spMkLst>
            <pc:docMk/>
            <pc:sldMk cId="0" sldId="266"/>
            <ac:spMk id="22" creationId="{F248F1C8-E94C-44CC-B717-12F883A8DFCC}"/>
          </ac:spMkLst>
        </pc:spChg>
        <pc:spChg chg="del">
          <ac:chgData name="arnav8656tiwari@gmail.com" userId="cb05b7863545bd65" providerId="LiveId" clId="{C38803D9-F29C-4654-BEB2-62D3FD17E684}" dt="2025-09-15T17:51:30.868" v="3043" actId="478"/>
          <ac:spMkLst>
            <pc:docMk/>
            <pc:sldMk cId="0" sldId="266"/>
            <ac:spMk id="34" creationId="{00000000-0000-0000-0000-000000000000}"/>
          </ac:spMkLst>
        </pc:spChg>
        <pc:spChg chg="del">
          <ac:chgData name="arnav8656tiwari@gmail.com" userId="cb05b7863545bd65" providerId="LiveId" clId="{C38803D9-F29C-4654-BEB2-62D3FD17E684}" dt="2025-09-15T18:31:45.874" v="3417" actId="478"/>
          <ac:spMkLst>
            <pc:docMk/>
            <pc:sldMk cId="0" sldId="266"/>
            <ac:spMk id="37" creationId="{B7CCC28A-B10E-47F8-9CB1-CF8EC754B0D8}"/>
          </ac:spMkLst>
        </pc:spChg>
        <pc:spChg chg="del">
          <ac:chgData name="arnav8656tiwari@gmail.com" userId="cb05b7863545bd65" providerId="LiveId" clId="{C38803D9-F29C-4654-BEB2-62D3FD17E684}" dt="2025-09-15T18:31:45.874" v="3417" actId="478"/>
          <ac:spMkLst>
            <pc:docMk/>
            <pc:sldMk cId="0" sldId="266"/>
            <ac:spMk id="38" creationId="{66B06FC1-1E70-4BDE-AED5-52EC1A0C6B25}"/>
          </ac:spMkLst>
        </pc:spChg>
        <pc:spChg chg="del">
          <ac:chgData name="arnav8656tiwari@gmail.com" userId="cb05b7863545bd65" providerId="LiveId" clId="{C38803D9-F29C-4654-BEB2-62D3FD17E684}" dt="2025-09-15T18:31:45.874" v="3417" actId="478"/>
          <ac:spMkLst>
            <pc:docMk/>
            <pc:sldMk cId="0" sldId="266"/>
            <ac:spMk id="39" creationId="{537B2A24-D4DF-4F2D-952A-C9120FFD5628}"/>
          </ac:spMkLst>
        </pc:spChg>
        <pc:graphicFrameChg chg="add mod">
          <ac:chgData name="arnav8656tiwari@gmail.com" userId="cb05b7863545bd65" providerId="LiveId" clId="{C38803D9-F29C-4654-BEB2-62D3FD17E684}" dt="2025-09-18T13:28:09.064" v="4223" actId="2711"/>
          <ac:graphicFrameMkLst>
            <pc:docMk/>
            <pc:sldMk cId="0" sldId="266"/>
            <ac:graphicFrameMk id="17" creationId="{090B203A-E3F5-493A-A377-63C8FF0A9227}"/>
          </ac:graphicFrameMkLst>
        </pc:graphicFrameChg>
        <pc:graphicFrameChg chg="del">
          <ac:chgData name="arnav8656tiwari@gmail.com" userId="cb05b7863545bd65" providerId="LiveId" clId="{C38803D9-F29C-4654-BEB2-62D3FD17E684}" dt="2025-09-15T18:31:45.874" v="3417" actId="478"/>
          <ac:graphicFrameMkLst>
            <pc:docMk/>
            <pc:sldMk cId="0" sldId="266"/>
            <ac:graphicFrameMk id="33" creationId="{A43C801A-2B46-4ED1-8F08-D0EB05CE08DB}"/>
          </ac:graphicFrameMkLst>
        </pc:graphicFrameChg>
        <pc:graphicFrameChg chg="del">
          <ac:chgData name="arnav8656tiwari@gmail.com" userId="cb05b7863545bd65" providerId="LiveId" clId="{C38803D9-F29C-4654-BEB2-62D3FD17E684}" dt="2025-09-15T18:31:45.874" v="3417" actId="478"/>
          <ac:graphicFrameMkLst>
            <pc:docMk/>
            <pc:sldMk cId="0" sldId="266"/>
            <ac:graphicFrameMk id="35" creationId="{CD9FE795-4867-4B69-AC27-69E7988FC60D}"/>
          </ac:graphicFrameMkLst>
        </pc:graphicFrameChg>
      </pc:sldChg>
      <pc:sldChg chg="addSp delSp modSp mod">
        <pc:chgData name="arnav8656tiwari@gmail.com" userId="cb05b7863545bd65" providerId="LiveId" clId="{C38803D9-F29C-4654-BEB2-62D3FD17E684}" dt="2025-09-18T17:06:21.866" v="4700" actId="1076"/>
        <pc:sldMkLst>
          <pc:docMk/>
          <pc:sldMk cId="0" sldId="267"/>
        </pc:sldMkLst>
        <pc:spChg chg="mod">
          <ac:chgData name="arnav8656tiwari@gmail.com" userId="cb05b7863545bd65" providerId="LiveId" clId="{C38803D9-F29C-4654-BEB2-62D3FD17E684}" dt="2025-09-18T13:28:13.554" v="4224" actId="2711"/>
          <ac:spMkLst>
            <pc:docMk/>
            <pc:sldMk cId="0" sldId="267"/>
            <ac:spMk id="2" creationId="{00000000-0000-0000-0000-000000000000}"/>
          </ac:spMkLst>
        </pc:spChg>
        <pc:spChg chg="del mod">
          <ac:chgData name="arnav8656tiwari@gmail.com" userId="cb05b7863545bd65" providerId="LiveId" clId="{C38803D9-F29C-4654-BEB2-62D3FD17E684}" dt="2025-09-15T19:03:12.215" v="3617" actId="478"/>
          <ac:spMkLst>
            <pc:docMk/>
            <pc:sldMk cId="0" sldId="267"/>
            <ac:spMk id="3" creationId="{00000000-0000-0000-0000-000000000000}"/>
          </ac:spMkLst>
        </pc:spChg>
        <pc:spChg chg="add del mod">
          <ac:chgData name="arnav8656tiwari@gmail.com" userId="cb05b7863545bd65" providerId="LiveId" clId="{C38803D9-F29C-4654-BEB2-62D3FD17E684}" dt="2025-09-15T18:51:46.868" v="3497" actId="478"/>
          <ac:spMkLst>
            <pc:docMk/>
            <pc:sldMk cId="0" sldId="267"/>
            <ac:spMk id="4" creationId="{38315784-CA11-4D52-8973-A2799A21BBB4}"/>
          </ac:spMkLst>
        </pc:spChg>
        <pc:spChg chg="add mod">
          <ac:chgData name="arnav8656tiwari@gmail.com" userId="cb05b7863545bd65" providerId="LiveId" clId="{C38803D9-F29C-4654-BEB2-62D3FD17E684}" dt="2025-09-18T17:05:57.958" v="4697" actId="1076"/>
          <ac:spMkLst>
            <pc:docMk/>
            <pc:sldMk cId="0" sldId="267"/>
            <ac:spMk id="5" creationId="{59EE626F-36D6-49F4-8416-BA43E765C040}"/>
          </ac:spMkLst>
        </pc:spChg>
        <pc:spChg chg="add del mod">
          <ac:chgData name="arnav8656tiwari@gmail.com" userId="cb05b7863545bd65" providerId="LiveId" clId="{C38803D9-F29C-4654-BEB2-62D3FD17E684}" dt="2025-09-15T18:55:55.882" v="3542" actId="478"/>
          <ac:spMkLst>
            <pc:docMk/>
            <pc:sldMk cId="0" sldId="267"/>
            <ac:spMk id="6" creationId="{D3E96B19-393A-4AED-BC7E-B9593A6C7DD3}"/>
          </ac:spMkLst>
        </pc:spChg>
        <pc:spChg chg="add mod">
          <ac:chgData name="arnav8656tiwari@gmail.com" userId="cb05b7863545bd65" providerId="LiveId" clId="{C38803D9-F29C-4654-BEB2-62D3FD17E684}" dt="2025-09-18T17:05:57.958" v="4697" actId="1076"/>
          <ac:spMkLst>
            <pc:docMk/>
            <pc:sldMk cId="0" sldId="267"/>
            <ac:spMk id="7" creationId="{59EED332-BF8C-42CD-A4F4-284AA2E8BB3A}"/>
          </ac:spMkLst>
        </pc:spChg>
        <pc:spChg chg="del mod">
          <ac:chgData name="arnav8656tiwari@gmail.com" userId="cb05b7863545bd65" providerId="LiveId" clId="{C38803D9-F29C-4654-BEB2-62D3FD17E684}" dt="2025-09-15T18:59:25.742" v="3584" actId="478"/>
          <ac:spMkLst>
            <pc:docMk/>
            <pc:sldMk cId="0" sldId="267"/>
            <ac:spMk id="8" creationId="{00000000-0000-0000-0000-000000000000}"/>
          </ac:spMkLst>
        </pc:spChg>
        <pc:spChg chg="del mod">
          <ac:chgData name="arnav8656tiwari@gmail.com" userId="cb05b7863545bd65" providerId="LiveId" clId="{C38803D9-F29C-4654-BEB2-62D3FD17E684}" dt="2025-09-15T18:59:25.742" v="3584" actId="478"/>
          <ac:spMkLst>
            <pc:docMk/>
            <pc:sldMk cId="0" sldId="267"/>
            <ac:spMk id="15" creationId="{00000000-0000-0000-0000-000000000000}"/>
          </ac:spMkLst>
        </pc:spChg>
        <pc:spChg chg="del mod">
          <ac:chgData name="arnav8656tiwari@gmail.com" userId="cb05b7863545bd65" providerId="LiveId" clId="{C38803D9-F29C-4654-BEB2-62D3FD17E684}" dt="2025-09-15T18:59:25.742" v="3584" actId="478"/>
          <ac:spMkLst>
            <pc:docMk/>
            <pc:sldMk cId="0" sldId="267"/>
            <ac:spMk id="19" creationId="{00000000-0000-0000-0000-000000000000}"/>
          </ac:spMkLst>
        </pc:spChg>
        <pc:spChg chg="add del mod">
          <ac:chgData name="arnav8656tiwari@gmail.com" userId="cb05b7863545bd65" providerId="LiveId" clId="{C38803D9-F29C-4654-BEB2-62D3FD17E684}" dt="2025-09-15T18:58:59.664" v="3572"/>
          <ac:spMkLst>
            <pc:docMk/>
            <pc:sldMk cId="0" sldId="267"/>
            <ac:spMk id="21" creationId="{60715612-5979-4212-817F-7BB5AA330D93}"/>
          </ac:spMkLst>
        </pc:spChg>
        <pc:spChg chg="add mod">
          <ac:chgData name="arnav8656tiwari@gmail.com" userId="cb05b7863545bd65" providerId="LiveId" clId="{C38803D9-F29C-4654-BEB2-62D3FD17E684}" dt="2025-09-18T17:05:57.958" v="4697" actId="1076"/>
          <ac:spMkLst>
            <pc:docMk/>
            <pc:sldMk cId="0" sldId="267"/>
            <ac:spMk id="24" creationId="{BB1B757B-83E8-40C8-A0DE-F616F28467F0}"/>
          </ac:spMkLst>
        </pc:spChg>
        <pc:spChg chg="add mod">
          <ac:chgData name="arnav8656tiwari@gmail.com" userId="cb05b7863545bd65" providerId="LiveId" clId="{C38803D9-F29C-4654-BEB2-62D3FD17E684}" dt="2025-09-18T17:06:07.314" v="4698" actId="1076"/>
          <ac:spMkLst>
            <pc:docMk/>
            <pc:sldMk cId="0" sldId="267"/>
            <ac:spMk id="25" creationId="{BE6B9199-4337-4882-AF7B-C5B6633540C8}"/>
          </ac:spMkLst>
        </pc:spChg>
        <pc:spChg chg="add mod">
          <ac:chgData name="arnav8656tiwari@gmail.com" userId="cb05b7863545bd65" providerId="LiveId" clId="{C38803D9-F29C-4654-BEB2-62D3FD17E684}" dt="2025-09-18T17:06:16.123" v="4699" actId="1076"/>
          <ac:spMkLst>
            <pc:docMk/>
            <pc:sldMk cId="0" sldId="267"/>
            <ac:spMk id="26" creationId="{87BE5A32-D4F0-447F-B07F-85ABB3F40049}"/>
          </ac:spMkLst>
        </pc:spChg>
        <pc:spChg chg="add mod">
          <ac:chgData name="arnav8656tiwari@gmail.com" userId="cb05b7863545bd65" providerId="LiveId" clId="{C38803D9-F29C-4654-BEB2-62D3FD17E684}" dt="2025-09-18T17:06:21.866" v="4700" actId="1076"/>
          <ac:spMkLst>
            <pc:docMk/>
            <pc:sldMk cId="0" sldId="267"/>
            <ac:spMk id="28" creationId="{B64C95A6-B350-48B0-A9DF-F48FDD58DCE1}"/>
          </ac:spMkLst>
        </pc:spChg>
        <pc:spChg chg="add mod">
          <ac:chgData name="arnav8656tiwari@gmail.com" userId="cb05b7863545bd65" providerId="LiveId" clId="{C38803D9-F29C-4654-BEB2-62D3FD17E684}" dt="2025-09-18T13:28:13.554" v="4224" actId="2711"/>
          <ac:spMkLst>
            <pc:docMk/>
            <pc:sldMk cId="0" sldId="267"/>
            <ac:spMk id="29" creationId="{0BD1CD19-7B41-43BB-80CD-3EB26484FCA1}"/>
          </ac:spMkLst>
        </pc:spChg>
        <pc:spChg chg="add mod ord">
          <ac:chgData name="arnav8656tiwari@gmail.com" userId="cb05b7863545bd65" providerId="LiveId" clId="{C38803D9-F29C-4654-BEB2-62D3FD17E684}" dt="2025-09-18T13:28:13.554" v="4224" actId="2711"/>
          <ac:spMkLst>
            <pc:docMk/>
            <pc:sldMk cId="0" sldId="267"/>
            <ac:spMk id="30" creationId="{8882AB30-1AEF-4195-93B3-371E0B96A968}"/>
          </ac:spMkLst>
        </pc:spChg>
        <pc:spChg chg="add mod ord">
          <ac:chgData name="arnav8656tiwari@gmail.com" userId="cb05b7863545bd65" providerId="LiveId" clId="{C38803D9-F29C-4654-BEB2-62D3FD17E684}" dt="2025-09-18T13:28:13.554" v="4224" actId="2711"/>
          <ac:spMkLst>
            <pc:docMk/>
            <pc:sldMk cId="0" sldId="267"/>
            <ac:spMk id="31" creationId="{AF6CB2BB-F9C7-4BD2-802D-88A8BE82E8B9}"/>
          </ac:spMkLst>
        </pc:spChg>
        <pc:spChg chg="del mod">
          <ac:chgData name="arnav8656tiwari@gmail.com" userId="cb05b7863545bd65" providerId="LiveId" clId="{C38803D9-F29C-4654-BEB2-62D3FD17E684}" dt="2025-09-15T18:59:25.742" v="3584" actId="478"/>
          <ac:spMkLst>
            <pc:docMk/>
            <pc:sldMk cId="0" sldId="267"/>
            <ac:spMk id="44" creationId="{6C1326B6-2B61-4327-B6B8-D685FB2B2A71}"/>
          </ac:spMkLst>
        </pc:spChg>
        <pc:spChg chg="del">
          <ac:chgData name="arnav8656tiwari@gmail.com" userId="cb05b7863545bd65" providerId="LiveId" clId="{C38803D9-F29C-4654-BEB2-62D3FD17E684}" dt="2025-09-14T18:11:29.697" v="13" actId="478"/>
          <ac:spMkLst>
            <pc:docMk/>
            <pc:sldMk cId="0" sldId="267"/>
            <ac:spMk id="46" creationId="{00000000-0000-0000-0000-000000000000}"/>
          </ac:spMkLst>
        </pc:spChg>
        <pc:spChg chg="del">
          <ac:chgData name="arnav8656tiwari@gmail.com" userId="cb05b7863545bd65" providerId="LiveId" clId="{C38803D9-F29C-4654-BEB2-62D3FD17E684}" dt="2025-09-15T17:51:32.469" v="3044" actId="478"/>
          <ac:spMkLst>
            <pc:docMk/>
            <pc:sldMk cId="0" sldId="267"/>
            <ac:spMk id="52" creationId="{00000000-0000-0000-0000-000000000000}"/>
          </ac:spMkLst>
        </pc:spChg>
        <pc:grpChg chg="del mod">
          <ac:chgData name="arnav8656tiwari@gmail.com" userId="cb05b7863545bd65" providerId="LiveId" clId="{C38803D9-F29C-4654-BEB2-62D3FD17E684}" dt="2025-09-15T18:59:25.742" v="3584" actId="478"/>
          <ac:grpSpMkLst>
            <pc:docMk/>
            <pc:sldMk cId="0" sldId="267"/>
            <ac:grpSpMk id="9" creationId="{00000000-0000-0000-0000-000000000000}"/>
          </ac:grpSpMkLst>
        </pc:grpChg>
        <pc:grpChg chg="del mod">
          <ac:chgData name="arnav8656tiwari@gmail.com" userId="cb05b7863545bd65" providerId="LiveId" clId="{C38803D9-F29C-4654-BEB2-62D3FD17E684}" dt="2025-09-15T18:59:29.054" v="3585" actId="478"/>
          <ac:grpSpMkLst>
            <pc:docMk/>
            <pc:sldMk cId="0" sldId="267"/>
            <ac:grpSpMk id="12" creationId="{00000000-0000-0000-0000-000000000000}"/>
          </ac:grpSpMkLst>
        </pc:grpChg>
        <pc:grpChg chg="del mod">
          <ac:chgData name="arnav8656tiwari@gmail.com" userId="cb05b7863545bd65" providerId="LiveId" clId="{C38803D9-F29C-4654-BEB2-62D3FD17E684}" dt="2025-09-15T18:59:25.742" v="3584" actId="478"/>
          <ac:grpSpMkLst>
            <pc:docMk/>
            <pc:sldMk cId="0" sldId="267"/>
            <ac:grpSpMk id="16" creationId="{00000000-0000-0000-0000-000000000000}"/>
          </ac:grpSpMkLst>
        </pc:grpChg>
        <pc:graphicFrameChg chg="add mod">
          <ac:chgData name="arnav8656tiwari@gmail.com" userId="cb05b7863545bd65" providerId="LiveId" clId="{C38803D9-F29C-4654-BEB2-62D3FD17E684}" dt="2025-09-18T17:05:45.901" v="4694" actId="1076"/>
          <ac:graphicFrameMkLst>
            <pc:docMk/>
            <pc:sldMk cId="0" sldId="267"/>
            <ac:graphicFrameMk id="20" creationId="{DE10FCC5-AC6F-4810-8825-F203E82B6E5E}"/>
          </ac:graphicFrameMkLst>
        </pc:graphicFrameChg>
        <pc:graphicFrameChg chg="del">
          <ac:chgData name="arnav8656tiwari@gmail.com" userId="cb05b7863545bd65" providerId="LiveId" clId="{C38803D9-F29C-4654-BEB2-62D3FD17E684}" dt="2025-09-15T18:34:53.940" v="3418" actId="478"/>
          <ac:graphicFrameMkLst>
            <pc:docMk/>
            <pc:sldMk cId="0" sldId="267"/>
            <ac:graphicFrameMk id="53" creationId="{4BDB2E4B-2403-446F-A13E-419B9BB574DE}"/>
          </ac:graphicFrameMkLst>
        </pc:graphicFrameChg>
      </pc:sldChg>
      <pc:sldChg chg="addSp delSp modSp mod">
        <pc:chgData name="arnav8656tiwari@gmail.com" userId="cb05b7863545bd65" providerId="LiveId" clId="{C38803D9-F29C-4654-BEB2-62D3FD17E684}" dt="2025-09-18T17:07:42.721" v="4716" actId="14100"/>
        <pc:sldMkLst>
          <pc:docMk/>
          <pc:sldMk cId="0" sldId="268"/>
        </pc:sldMkLst>
        <pc:spChg chg="mod">
          <ac:chgData name="arnav8656tiwari@gmail.com" userId="cb05b7863545bd65" providerId="LiveId" clId="{C38803D9-F29C-4654-BEB2-62D3FD17E684}" dt="2025-09-18T13:28:19.858" v="4225" actId="2711"/>
          <ac:spMkLst>
            <pc:docMk/>
            <pc:sldMk cId="0" sldId="268"/>
            <ac:spMk id="2" creationId="{00000000-0000-0000-0000-000000000000}"/>
          </ac:spMkLst>
        </pc:spChg>
        <pc:spChg chg="del">
          <ac:chgData name="arnav8656tiwari@gmail.com" userId="cb05b7863545bd65" providerId="LiveId" clId="{C38803D9-F29C-4654-BEB2-62D3FD17E684}" dt="2025-09-15T19:37:44.906" v="3812" actId="478"/>
          <ac:spMkLst>
            <pc:docMk/>
            <pc:sldMk cId="0" sldId="268"/>
            <ac:spMk id="6" creationId="{00000000-0000-0000-0000-000000000000}"/>
          </ac:spMkLst>
        </pc:spChg>
        <pc:spChg chg="del">
          <ac:chgData name="arnav8656tiwari@gmail.com" userId="cb05b7863545bd65" providerId="LiveId" clId="{C38803D9-F29C-4654-BEB2-62D3FD17E684}" dt="2025-09-15T19:37:44.906" v="3812" actId="478"/>
          <ac:spMkLst>
            <pc:docMk/>
            <pc:sldMk cId="0" sldId="268"/>
            <ac:spMk id="10" creationId="{00000000-0000-0000-0000-000000000000}"/>
          </ac:spMkLst>
        </pc:spChg>
        <pc:spChg chg="del">
          <ac:chgData name="arnav8656tiwari@gmail.com" userId="cb05b7863545bd65" providerId="LiveId" clId="{C38803D9-F29C-4654-BEB2-62D3FD17E684}" dt="2025-09-15T19:37:44.906" v="3812" actId="478"/>
          <ac:spMkLst>
            <pc:docMk/>
            <pc:sldMk cId="0" sldId="268"/>
            <ac:spMk id="14" creationId="{00000000-0000-0000-0000-000000000000}"/>
          </ac:spMkLst>
        </pc:spChg>
        <pc:spChg chg="add mod">
          <ac:chgData name="arnav8656tiwari@gmail.com" userId="cb05b7863545bd65" providerId="LiveId" clId="{C38803D9-F29C-4654-BEB2-62D3FD17E684}" dt="2025-09-18T17:06:42.433" v="4701" actId="1076"/>
          <ac:spMkLst>
            <pc:docMk/>
            <pc:sldMk cId="0" sldId="268"/>
            <ac:spMk id="15" creationId="{ACBBAC54-FFDF-4AAA-AD88-207B81E5F60C}"/>
          </ac:spMkLst>
        </pc:spChg>
        <pc:spChg chg="add del mod">
          <ac:chgData name="arnav8656tiwari@gmail.com" userId="cb05b7863545bd65" providerId="LiveId" clId="{C38803D9-F29C-4654-BEB2-62D3FD17E684}" dt="2025-09-15T19:38:05.453" v="3818" actId="478"/>
          <ac:spMkLst>
            <pc:docMk/>
            <pc:sldMk cId="0" sldId="268"/>
            <ac:spMk id="16" creationId="{D158B54A-4572-4D42-ABF8-EADC6A355DD0}"/>
          </ac:spMkLst>
        </pc:spChg>
        <pc:spChg chg="add mod">
          <ac:chgData name="arnav8656tiwari@gmail.com" userId="cb05b7863545bd65" providerId="LiveId" clId="{C38803D9-F29C-4654-BEB2-62D3FD17E684}" dt="2025-09-18T17:07:14.532" v="4709" actId="1076"/>
          <ac:spMkLst>
            <pc:docMk/>
            <pc:sldMk cId="0" sldId="268"/>
            <ac:spMk id="17" creationId="{8D86F265-5027-4BE2-9364-AB5ACF167282}"/>
          </ac:spMkLst>
        </pc:spChg>
        <pc:spChg chg="add mod">
          <ac:chgData name="arnav8656tiwari@gmail.com" userId="cb05b7863545bd65" providerId="LiveId" clId="{C38803D9-F29C-4654-BEB2-62D3FD17E684}" dt="2025-09-18T13:28:19.858" v="4225" actId="2711"/>
          <ac:spMkLst>
            <pc:docMk/>
            <pc:sldMk cId="0" sldId="268"/>
            <ac:spMk id="20" creationId="{82CE0FDF-0A78-45AB-82D6-50845E9230A0}"/>
          </ac:spMkLst>
        </pc:spChg>
        <pc:spChg chg="add mod ord">
          <ac:chgData name="arnav8656tiwari@gmail.com" userId="cb05b7863545bd65" providerId="LiveId" clId="{C38803D9-F29C-4654-BEB2-62D3FD17E684}" dt="2025-09-18T17:07:18.688" v="4710" actId="1076"/>
          <ac:spMkLst>
            <pc:docMk/>
            <pc:sldMk cId="0" sldId="268"/>
            <ac:spMk id="31" creationId="{4170C962-5D71-4E59-817F-2606DFF5B061}"/>
          </ac:spMkLst>
        </pc:spChg>
        <pc:spChg chg="add mod ord">
          <ac:chgData name="arnav8656tiwari@gmail.com" userId="cb05b7863545bd65" providerId="LiveId" clId="{C38803D9-F29C-4654-BEB2-62D3FD17E684}" dt="2025-09-18T13:28:19.858" v="4225" actId="2711"/>
          <ac:spMkLst>
            <pc:docMk/>
            <pc:sldMk cId="0" sldId="268"/>
            <ac:spMk id="32" creationId="{35BA856D-FBB0-4C77-9060-983FB0AC665F}"/>
          </ac:spMkLst>
        </pc:spChg>
        <pc:spChg chg="del">
          <ac:chgData name="arnav8656tiwari@gmail.com" userId="cb05b7863545bd65" providerId="LiveId" clId="{C38803D9-F29C-4654-BEB2-62D3FD17E684}" dt="2025-09-15T17:51:34.038" v="3045" actId="478"/>
          <ac:spMkLst>
            <pc:docMk/>
            <pc:sldMk cId="0" sldId="268"/>
            <ac:spMk id="47" creationId="{00000000-0000-0000-0000-000000000000}"/>
          </ac:spMkLst>
        </pc:spChg>
        <pc:grpChg chg="del">
          <ac:chgData name="arnav8656tiwari@gmail.com" userId="cb05b7863545bd65" providerId="LiveId" clId="{C38803D9-F29C-4654-BEB2-62D3FD17E684}" dt="2025-09-15T19:37:44.906" v="3812" actId="478"/>
          <ac:grpSpMkLst>
            <pc:docMk/>
            <pc:sldMk cId="0" sldId="268"/>
            <ac:grpSpMk id="3" creationId="{00000000-0000-0000-0000-000000000000}"/>
          </ac:grpSpMkLst>
        </pc:grpChg>
        <pc:grpChg chg="del">
          <ac:chgData name="arnav8656tiwari@gmail.com" userId="cb05b7863545bd65" providerId="LiveId" clId="{C38803D9-F29C-4654-BEB2-62D3FD17E684}" dt="2025-09-15T19:37:44.906" v="3812" actId="478"/>
          <ac:grpSpMkLst>
            <pc:docMk/>
            <pc:sldMk cId="0" sldId="268"/>
            <ac:grpSpMk id="7" creationId="{00000000-0000-0000-0000-000000000000}"/>
          </ac:grpSpMkLst>
        </pc:grpChg>
        <pc:grpChg chg="del">
          <ac:chgData name="arnav8656tiwari@gmail.com" userId="cb05b7863545bd65" providerId="LiveId" clId="{C38803D9-F29C-4654-BEB2-62D3FD17E684}" dt="2025-09-15T19:37:44.906" v="3812" actId="478"/>
          <ac:grpSpMkLst>
            <pc:docMk/>
            <pc:sldMk cId="0" sldId="268"/>
            <ac:grpSpMk id="11" creationId="{00000000-0000-0000-0000-000000000000}"/>
          </ac:grpSpMkLst>
        </pc:grpChg>
        <pc:graphicFrameChg chg="add mod">
          <ac:chgData name="arnav8656tiwari@gmail.com" userId="cb05b7863545bd65" providerId="LiveId" clId="{C38803D9-F29C-4654-BEB2-62D3FD17E684}" dt="2025-09-18T17:06:45.874" v="4702" actId="1076"/>
          <ac:graphicFrameMkLst>
            <pc:docMk/>
            <pc:sldMk cId="0" sldId="268"/>
            <ac:graphicFrameMk id="19" creationId="{8D724AB9-70F5-4FB3-8FB5-45F02C87934D}"/>
          </ac:graphicFrameMkLst>
        </pc:graphicFrameChg>
        <pc:graphicFrameChg chg="del">
          <ac:chgData name="arnav8656tiwari@gmail.com" userId="cb05b7863545bd65" providerId="LiveId" clId="{C38803D9-F29C-4654-BEB2-62D3FD17E684}" dt="2025-09-15T19:37:50.064" v="3813" actId="478"/>
          <ac:graphicFrameMkLst>
            <pc:docMk/>
            <pc:sldMk cId="0" sldId="268"/>
            <ac:graphicFrameMk id="48" creationId="{7187602A-BB7F-4EA7-8308-DD6C3A07AE21}"/>
          </ac:graphicFrameMkLst>
        </pc:graphicFrameChg>
        <pc:cxnChg chg="add del mod">
          <ac:chgData name="arnav8656tiwari@gmail.com" userId="cb05b7863545bd65" providerId="LiveId" clId="{C38803D9-F29C-4654-BEB2-62D3FD17E684}" dt="2025-09-15T19:41:25.073" v="3884" actId="478"/>
          <ac:cxnSpMkLst>
            <pc:docMk/>
            <pc:sldMk cId="0" sldId="268"/>
            <ac:cxnSpMk id="21" creationId="{2FD0C8CB-15F1-4539-9C49-40F9EBD0F1E5}"/>
          </ac:cxnSpMkLst>
        </pc:cxnChg>
        <pc:cxnChg chg="add mod">
          <ac:chgData name="arnav8656tiwari@gmail.com" userId="cb05b7863545bd65" providerId="LiveId" clId="{C38803D9-F29C-4654-BEB2-62D3FD17E684}" dt="2025-09-18T17:07:42.721" v="4716" actId="14100"/>
          <ac:cxnSpMkLst>
            <pc:docMk/>
            <pc:sldMk cId="0" sldId="268"/>
            <ac:cxnSpMk id="24" creationId="{ED89B39F-955F-4E5A-B613-CAE926E9BA0C}"/>
          </ac:cxnSpMkLst>
        </pc:cxnChg>
      </pc:sldChg>
      <pc:sldChg chg="setBg">
        <pc:chgData name="arnav8656tiwari@gmail.com" userId="cb05b7863545bd65" providerId="LiveId" clId="{C38803D9-F29C-4654-BEB2-62D3FD17E684}" dt="2025-09-15T15:53:35.479" v="2617"/>
        <pc:sldMkLst>
          <pc:docMk/>
          <pc:sldMk cId="0" sldId="269"/>
        </pc:sldMkLst>
      </pc:sldChg>
      <pc:sldChg chg="addSp delSp modSp mod">
        <pc:chgData name="arnav8656tiwari@gmail.com" userId="cb05b7863545bd65" providerId="LiveId" clId="{C38803D9-F29C-4654-BEB2-62D3FD17E684}" dt="2025-09-18T13:28:27.070" v="4226" actId="2711"/>
        <pc:sldMkLst>
          <pc:docMk/>
          <pc:sldMk cId="0" sldId="270"/>
        </pc:sldMkLst>
        <pc:spChg chg="mod">
          <ac:chgData name="arnav8656tiwari@gmail.com" userId="cb05b7863545bd65" providerId="LiveId" clId="{C38803D9-F29C-4654-BEB2-62D3FD17E684}" dt="2025-09-18T13:28:27.070" v="4226" actId="2711"/>
          <ac:spMkLst>
            <pc:docMk/>
            <pc:sldMk cId="0" sldId="270"/>
            <ac:spMk id="2" creationId="{00000000-0000-0000-0000-000000000000}"/>
          </ac:spMkLst>
        </pc:spChg>
        <pc:spChg chg="mod ord">
          <ac:chgData name="arnav8656tiwari@gmail.com" userId="cb05b7863545bd65" providerId="LiveId" clId="{C38803D9-F29C-4654-BEB2-62D3FD17E684}" dt="2025-09-18T13:28:27.070" v="4226" actId="2711"/>
          <ac:spMkLst>
            <pc:docMk/>
            <pc:sldMk cId="0" sldId="270"/>
            <ac:spMk id="3" creationId="{A6C689FE-7303-472B-B97A-B279E21C4C16}"/>
          </ac:spMkLst>
        </pc:spChg>
        <pc:spChg chg="mod">
          <ac:chgData name="arnav8656tiwari@gmail.com" userId="cb05b7863545bd65" providerId="LiveId" clId="{C38803D9-F29C-4654-BEB2-62D3FD17E684}" dt="2025-09-18T13:28:27.070" v="4226" actId="2711"/>
          <ac:spMkLst>
            <pc:docMk/>
            <pc:sldMk cId="0" sldId="270"/>
            <ac:spMk id="4" creationId="{4547D7BD-9B75-47CC-BEFA-D2742BE81E44}"/>
          </ac:spMkLst>
        </pc:spChg>
        <pc:spChg chg="add del mod">
          <ac:chgData name="arnav8656tiwari@gmail.com" userId="cb05b7863545bd65" providerId="LiveId" clId="{C38803D9-F29C-4654-BEB2-62D3FD17E684}" dt="2025-09-15T17:04:16.723" v="2640" actId="478"/>
          <ac:spMkLst>
            <pc:docMk/>
            <pc:sldMk cId="0" sldId="270"/>
            <ac:spMk id="5" creationId="{8C1A8FA5-E718-4693-B233-B9FD7712A2A4}"/>
          </ac:spMkLst>
        </pc:spChg>
        <pc:spChg chg="add del mod">
          <ac:chgData name="arnav8656tiwari@gmail.com" userId="cb05b7863545bd65" providerId="LiveId" clId="{C38803D9-F29C-4654-BEB2-62D3FD17E684}" dt="2025-09-15T17:05:59.258" v="2658" actId="478"/>
          <ac:spMkLst>
            <pc:docMk/>
            <pc:sldMk cId="0" sldId="270"/>
            <ac:spMk id="6" creationId="{2FE36FA6-953F-48E4-915E-2380629FDE81}"/>
          </ac:spMkLst>
        </pc:spChg>
        <pc:spChg chg="add del">
          <ac:chgData name="arnav8656tiwari@gmail.com" userId="cb05b7863545bd65" providerId="LiveId" clId="{C38803D9-F29C-4654-BEB2-62D3FD17E684}" dt="2025-09-15T17:17:07.643" v="2754"/>
          <ac:spMkLst>
            <pc:docMk/>
            <pc:sldMk cId="0" sldId="270"/>
            <ac:spMk id="7" creationId="{CBE4D818-1160-4DBF-8C4E-F45A249E72F8}"/>
          </ac:spMkLst>
        </pc:spChg>
        <pc:spChg chg="mod">
          <ac:chgData name="arnav8656tiwari@gmail.com" userId="cb05b7863545bd65" providerId="LiveId" clId="{C38803D9-F29C-4654-BEB2-62D3FD17E684}" dt="2025-09-18T13:28:27.070" v="4226" actId="2711"/>
          <ac:spMkLst>
            <pc:docMk/>
            <pc:sldMk cId="0" sldId="270"/>
            <ac:spMk id="9" creationId="{00000000-0000-0000-0000-000000000000}"/>
          </ac:spMkLst>
        </pc:spChg>
        <pc:spChg chg="del mod">
          <ac:chgData name="arnav8656tiwari@gmail.com" userId="cb05b7863545bd65" providerId="LiveId" clId="{C38803D9-F29C-4654-BEB2-62D3FD17E684}" dt="2025-09-15T17:11:12.455" v="2698" actId="478"/>
          <ac:spMkLst>
            <pc:docMk/>
            <pc:sldMk cId="0" sldId="270"/>
            <ac:spMk id="10" creationId="{00000000-0000-0000-0000-000000000000}"/>
          </ac:spMkLst>
        </pc:spChg>
        <pc:spChg chg="mod">
          <ac:chgData name="arnav8656tiwari@gmail.com" userId="cb05b7863545bd65" providerId="LiveId" clId="{C38803D9-F29C-4654-BEB2-62D3FD17E684}" dt="2025-09-18T13:28:27.070" v="4226" actId="2711"/>
          <ac:spMkLst>
            <pc:docMk/>
            <pc:sldMk cId="0" sldId="270"/>
            <ac:spMk id="11" creationId="{00000000-0000-0000-0000-000000000000}"/>
          </ac:spMkLst>
        </pc:spChg>
        <pc:spChg chg="mod">
          <ac:chgData name="arnav8656tiwari@gmail.com" userId="cb05b7863545bd65" providerId="LiveId" clId="{C38803D9-F29C-4654-BEB2-62D3FD17E684}" dt="2025-09-18T13:28:27.070" v="4226" actId="2711"/>
          <ac:spMkLst>
            <pc:docMk/>
            <pc:sldMk cId="0" sldId="270"/>
            <ac:spMk id="12" creationId="{00000000-0000-0000-0000-000000000000}"/>
          </ac:spMkLst>
        </pc:spChg>
        <pc:spChg chg="mod">
          <ac:chgData name="arnav8656tiwari@gmail.com" userId="cb05b7863545bd65" providerId="LiveId" clId="{C38803D9-F29C-4654-BEB2-62D3FD17E684}" dt="2025-09-18T13:28:27.070" v="4226" actId="2711"/>
          <ac:spMkLst>
            <pc:docMk/>
            <pc:sldMk cId="0" sldId="270"/>
            <ac:spMk id="13" creationId="{00000000-0000-0000-0000-000000000000}"/>
          </ac:spMkLst>
        </pc:spChg>
        <pc:spChg chg="add del mod">
          <ac:chgData name="arnav8656tiwari@gmail.com" userId="cb05b7863545bd65" providerId="LiveId" clId="{C38803D9-F29C-4654-BEB2-62D3FD17E684}" dt="2025-09-15T17:17:30.206" v="2759" actId="478"/>
          <ac:spMkLst>
            <pc:docMk/>
            <pc:sldMk cId="0" sldId="270"/>
            <ac:spMk id="14" creationId="{999AEB02-0033-4D29-9839-99EB7516A4B0}"/>
          </ac:spMkLst>
        </pc:spChg>
        <pc:spChg chg="del">
          <ac:chgData name="arnav8656tiwari@gmail.com" userId="cb05b7863545bd65" providerId="LiveId" clId="{C38803D9-F29C-4654-BEB2-62D3FD17E684}" dt="2025-09-14T18:11:20.710" v="10" actId="478"/>
          <ac:spMkLst>
            <pc:docMk/>
            <pc:sldMk cId="0" sldId="270"/>
            <ac:spMk id="21" creationId="{00000000-0000-0000-0000-000000000000}"/>
          </ac:spMkLst>
        </pc:spChg>
        <pc:spChg chg="mod">
          <ac:chgData name="arnav8656tiwari@gmail.com" userId="cb05b7863545bd65" providerId="LiveId" clId="{C38803D9-F29C-4654-BEB2-62D3FD17E684}" dt="2025-09-18T13:28:27.070" v="4226" actId="2711"/>
          <ac:spMkLst>
            <pc:docMk/>
            <pc:sldMk cId="0" sldId="270"/>
            <ac:spMk id="23" creationId="{374293D5-5F1F-400B-8830-63119E11531C}"/>
          </ac:spMkLst>
        </pc:spChg>
        <pc:spChg chg="mod">
          <ac:chgData name="arnav8656tiwari@gmail.com" userId="cb05b7863545bd65" providerId="LiveId" clId="{C38803D9-F29C-4654-BEB2-62D3FD17E684}" dt="2025-09-18T13:28:27.070" v="4226" actId="2711"/>
          <ac:spMkLst>
            <pc:docMk/>
            <pc:sldMk cId="0" sldId="270"/>
            <ac:spMk id="24" creationId="{00000000-0000-0000-0000-000000000000}"/>
          </ac:spMkLst>
        </pc:spChg>
        <pc:spChg chg="mod">
          <ac:chgData name="arnav8656tiwari@gmail.com" userId="cb05b7863545bd65" providerId="LiveId" clId="{C38803D9-F29C-4654-BEB2-62D3FD17E684}" dt="2025-09-18T13:28:27.070" v="4226" actId="2711"/>
          <ac:spMkLst>
            <pc:docMk/>
            <pc:sldMk cId="0" sldId="270"/>
            <ac:spMk id="25" creationId="{00000000-0000-0000-0000-000000000000}"/>
          </ac:spMkLst>
        </pc:spChg>
        <pc:spChg chg="mod">
          <ac:chgData name="arnav8656tiwari@gmail.com" userId="cb05b7863545bd65" providerId="LiveId" clId="{C38803D9-F29C-4654-BEB2-62D3FD17E684}" dt="2025-09-18T13:28:27.070" v="4226" actId="2711"/>
          <ac:spMkLst>
            <pc:docMk/>
            <pc:sldMk cId="0" sldId="270"/>
            <ac:spMk id="26" creationId="{00000000-0000-0000-0000-000000000000}"/>
          </ac:spMkLst>
        </pc:spChg>
        <pc:spChg chg="mod">
          <ac:chgData name="arnav8656tiwari@gmail.com" userId="cb05b7863545bd65" providerId="LiveId" clId="{C38803D9-F29C-4654-BEB2-62D3FD17E684}" dt="2025-09-18T13:28:27.070" v="4226" actId="2711"/>
          <ac:spMkLst>
            <pc:docMk/>
            <pc:sldMk cId="0" sldId="270"/>
            <ac:spMk id="27" creationId="{00000000-0000-0000-0000-000000000000}"/>
          </ac:spMkLst>
        </pc:spChg>
        <pc:spChg chg="mod">
          <ac:chgData name="arnav8656tiwari@gmail.com" userId="cb05b7863545bd65" providerId="LiveId" clId="{C38803D9-F29C-4654-BEB2-62D3FD17E684}" dt="2025-09-18T13:28:27.070" v="4226" actId="2711"/>
          <ac:spMkLst>
            <pc:docMk/>
            <pc:sldMk cId="0" sldId="270"/>
            <ac:spMk id="29" creationId="{00000000-0000-0000-0000-000000000000}"/>
          </ac:spMkLst>
        </pc:spChg>
        <pc:spChg chg="mod">
          <ac:chgData name="arnav8656tiwari@gmail.com" userId="cb05b7863545bd65" providerId="LiveId" clId="{C38803D9-F29C-4654-BEB2-62D3FD17E684}" dt="2025-09-18T13:28:27.070" v="4226" actId="2711"/>
          <ac:spMkLst>
            <pc:docMk/>
            <pc:sldMk cId="0" sldId="270"/>
            <ac:spMk id="30" creationId="{00000000-0000-0000-0000-000000000000}"/>
          </ac:spMkLst>
        </pc:spChg>
        <pc:spChg chg="mod">
          <ac:chgData name="arnav8656tiwari@gmail.com" userId="cb05b7863545bd65" providerId="LiveId" clId="{C38803D9-F29C-4654-BEB2-62D3FD17E684}" dt="2025-09-18T13:28:27.070" v="4226" actId="2711"/>
          <ac:spMkLst>
            <pc:docMk/>
            <pc:sldMk cId="0" sldId="270"/>
            <ac:spMk id="31" creationId="{00000000-0000-0000-0000-000000000000}"/>
          </ac:spMkLst>
        </pc:spChg>
        <pc:spChg chg="del mod">
          <ac:chgData name="arnav8656tiwari@gmail.com" userId="cb05b7863545bd65" providerId="LiveId" clId="{C38803D9-F29C-4654-BEB2-62D3FD17E684}" dt="2025-09-15T17:51:37.732" v="3046" actId="478"/>
          <ac:spMkLst>
            <pc:docMk/>
            <pc:sldMk cId="0" sldId="270"/>
            <ac:spMk id="32" creationId="{00000000-0000-0000-0000-000000000000}"/>
          </ac:spMkLst>
        </pc:spChg>
        <pc:spChg chg="del">
          <ac:chgData name="arnav8656tiwari@gmail.com" userId="cb05b7863545bd65" providerId="LiveId" clId="{C38803D9-F29C-4654-BEB2-62D3FD17E684}" dt="2025-09-14T18:11:25.053" v="12" actId="478"/>
          <ac:spMkLst>
            <pc:docMk/>
            <pc:sldMk cId="0" sldId="270"/>
            <ac:spMk id="33" creationId="{14753802-9A8A-4F41-91F6-49183BB4AD70}"/>
          </ac:spMkLst>
        </pc:spChg>
        <pc:spChg chg="add mod">
          <ac:chgData name="arnav8656tiwari@gmail.com" userId="cb05b7863545bd65" providerId="LiveId" clId="{C38803D9-F29C-4654-BEB2-62D3FD17E684}" dt="2025-09-18T13:28:27.070" v="4226" actId="2711"/>
          <ac:spMkLst>
            <pc:docMk/>
            <pc:sldMk cId="0" sldId="270"/>
            <ac:spMk id="33" creationId="{FB81CA5E-2184-485A-A946-AD5C2C2AC625}"/>
          </ac:spMkLst>
        </pc:spChg>
        <pc:spChg chg="mod">
          <ac:chgData name="arnav8656tiwari@gmail.com" userId="cb05b7863545bd65" providerId="LiveId" clId="{C38803D9-F29C-4654-BEB2-62D3FD17E684}" dt="2025-09-18T13:28:27.070" v="4226" actId="2711"/>
          <ac:spMkLst>
            <pc:docMk/>
            <pc:sldMk cId="0" sldId="270"/>
            <ac:spMk id="35" creationId="{954EC85C-CE8B-4BE1-8C09-A24762B208DD}"/>
          </ac:spMkLst>
        </pc:spChg>
        <pc:spChg chg="mod">
          <ac:chgData name="arnav8656tiwari@gmail.com" userId="cb05b7863545bd65" providerId="LiveId" clId="{C38803D9-F29C-4654-BEB2-62D3FD17E684}" dt="2025-09-18T13:28:27.070" v="4226" actId="2711"/>
          <ac:spMkLst>
            <pc:docMk/>
            <pc:sldMk cId="0" sldId="270"/>
            <ac:spMk id="36" creationId="{5D947208-9C30-45A5-90D5-3EFFBB152CB8}"/>
          </ac:spMkLst>
        </pc:spChg>
        <pc:spChg chg="mod">
          <ac:chgData name="arnav8656tiwari@gmail.com" userId="cb05b7863545bd65" providerId="LiveId" clId="{C38803D9-F29C-4654-BEB2-62D3FD17E684}" dt="2025-09-18T13:28:27.070" v="4226" actId="2711"/>
          <ac:spMkLst>
            <pc:docMk/>
            <pc:sldMk cId="0" sldId="270"/>
            <ac:spMk id="38" creationId="{9CB4A7A1-8E3A-4C1D-8610-A17688C86EC7}"/>
          </ac:spMkLst>
        </pc:spChg>
        <pc:spChg chg="mod">
          <ac:chgData name="arnav8656tiwari@gmail.com" userId="cb05b7863545bd65" providerId="LiveId" clId="{C38803D9-F29C-4654-BEB2-62D3FD17E684}" dt="2025-09-18T13:28:27.070" v="4226" actId="2711"/>
          <ac:spMkLst>
            <pc:docMk/>
            <pc:sldMk cId="0" sldId="270"/>
            <ac:spMk id="39" creationId="{63FF68A6-DBC9-4B46-B4CC-3EACB1814365}"/>
          </ac:spMkLst>
        </pc:spChg>
        <pc:spChg chg="add mod">
          <ac:chgData name="arnav8656tiwari@gmail.com" userId="cb05b7863545bd65" providerId="LiveId" clId="{C38803D9-F29C-4654-BEB2-62D3FD17E684}" dt="2025-09-18T13:28:27.070" v="4226" actId="2711"/>
          <ac:spMkLst>
            <pc:docMk/>
            <pc:sldMk cId="0" sldId="270"/>
            <ac:spMk id="40" creationId="{F8E91AFC-2F65-4561-921A-1F196ADBD67B}"/>
          </ac:spMkLst>
        </pc:spChg>
        <pc:spChg chg="add mod">
          <ac:chgData name="arnav8656tiwari@gmail.com" userId="cb05b7863545bd65" providerId="LiveId" clId="{C38803D9-F29C-4654-BEB2-62D3FD17E684}" dt="2025-09-18T13:28:27.070" v="4226" actId="2711"/>
          <ac:spMkLst>
            <pc:docMk/>
            <pc:sldMk cId="0" sldId="270"/>
            <ac:spMk id="41" creationId="{E3610D1D-DD30-4E67-A85A-1EA80F5106C9}"/>
          </ac:spMkLst>
        </pc:spChg>
        <pc:spChg chg="add mod">
          <ac:chgData name="arnav8656tiwari@gmail.com" userId="cb05b7863545bd65" providerId="LiveId" clId="{C38803D9-F29C-4654-BEB2-62D3FD17E684}" dt="2025-09-18T13:28:27.070" v="4226" actId="2711"/>
          <ac:spMkLst>
            <pc:docMk/>
            <pc:sldMk cId="0" sldId="270"/>
            <ac:spMk id="42" creationId="{6FAC021F-2036-4E03-BFFF-080C49108F77}"/>
          </ac:spMkLst>
        </pc:spChg>
        <pc:spChg chg="add mod ord">
          <ac:chgData name="arnav8656tiwari@gmail.com" userId="cb05b7863545bd65" providerId="LiveId" clId="{C38803D9-F29C-4654-BEB2-62D3FD17E684}" dt="2025-09-18T13:28:27.070" v="4226" actId="2711"/>
          <ac:spMkLst>
            <pc:docMk/>
            <pc:sldMk cId="0" sldId="270"/>
            <ac:spMk id="43" creationId="{83066C48-0BF2-4F32-A7B6-DB6B618CB1E1}"/>
          </ac:spMkLst>
        </pc:spChg>
        <pc:spChg chg="add mod ord">
          <ac:chgData name="arnav8656tiwari@gmail.com" userId="cb05b7863545bd65" providerId="LiveId" clId="{C38803D9-F29C-4654-BEB2-62D3FD17E684}" dt="2025-09-18T13:28:27.070" v="4226" actId="2711"/>
          <ac:spMkLst>
            <pc:docMk/>
            <pc:sldMk cId="0" sldId="270"/>
            <ac:spMk id="44" creationId="{01B24D24-F7F6-40FC-9531-6224C735441F}"/>
          </ac:spMkLst>
        </pc:spChg>
        <pc:grpChg chg="mod">
          <ac:chgData name="arnav8656tiwari@gmail.com" userId="cb05b7863545bd65" providerId="LiveId" clId="{C38803D9-F29C-4654-BEB2-62D3FD17E684}" dt="2025-09-15T17:12:19.500" v="2709" actId="1076"/>
          <ac:grpSpMkLst>
            <pc:docMk/>
            <pc:sldMk cId="0" sldId="270"/>
            <ac:grpSpMk id="8" creationId="{00000000-0000-0000-0000-000000000000}"/>
          </ac:grpSpMkLst>
        </pc:grpChg>
        <pc:grpChg chg="mod">
          <ac:chgData name="arnav8656tiwari@gmail.com" userId="cb05b7863545bd65" providerId="LiveId" clId="{C38803D9-F29C-4654-BEB2-62D3FD17E684}" dt="2025-09-15T17:13:09.652" v="2717" actId="1076"/>
          <ac:grpSpMkLst>
            <pc:docMk/>
            <pc:sldMk cId="0" sldId="270"/>
            <ac:grpSpMk id="22" creationId="{00000000-0000-0000-0000-000000000000}"/>
          </ac:grpSpMkLst>
        </pc:grpChg>
        <pc:grpChg chg="mod">
          <ac:chgData name="arnav8656tiwari@gmail.com" userId="cb05b7863545bd65" providerId="LiveId" clId="{C38803D9-F29C-4654-BEB2-62D3FD17E684}" dt="2025-09-15T17:14:32.003" v="2734" actId="207"/>
          <ac:grpSpMkLst>
            <pc:docMk/>
            <pc:sldMk cId="0" sldId="270"/>
            <ac:grpSpMk id="28" creationId="{00000000-0000-0000-0000-000000000000}"/>
          </ac:grpSpMkLst>
        </pc:grpChg>
        <pc:grpChg chg="add mod ord">
          <ac:chgData name="arnav8656tiwari@gmail.com" userId="cb05b7863545bd65" providerId="LiveId" clId="{C38803D9-F29C-4654-BEB2-62D3FD17E684}" dt="2025-09-15T17:16:04.474" v="2749" actId="14100"/>
          <ac:grpSpMkLst>
            <pc:docMk/>
            <pc:sldMk cId="0" sldId="270"/>
            <ac:grpSpMk id="34" creationId="{F65D8DC6-19D9-437F-A849-BE202BEB7A70}"/>
          </ac:grpSpMkLst>
        </pc:grpChg>
        <pc:grpChg chg="add mod ord">
          <ac:chgData name="arnav8656tiwari@gmail.com" userId="cb05b7863545bd65" providerId="LiveId" clId="{C38803D9-F29C-4654-BEB2-62D3FD17E684}" dt="2025-09-15T17:16:00.203" v="2748" actId="14100"/>
          <ac:grpSpMkLst>
            <pc:docMk/>
            <pc:sldMk cId="0" sldId="270"/>
            <ac:grpSpMk id="37" creationId="{AD487580-AD7A-4553-9138-FE7461AB6202}"/>
          </ac:grpSpMkLst>
        </pc:grpChg>
      </pc:sldChg>
      <pc:sldChg chg="addSp delSp modSp mod">
        <pc:chgData name="arnav8656tiwari@gmail.com" userId="cb05b7863545bd65" providerId="LiveId" clId="{C38803D9-F29C-4654-BEB2-62D3FD17E684}" dt="2025-09-18T13:28:31.573" v="4227" actId="2711"/>
        <pc:sldMkLst>
          <pc:docMk/>
          <pc:sldMk cId="0" sldId="271"/>
        </pc:sldMkLst>
        <pc:spChg chg="mod">
          <ac:chgData name="arnav8656tiwari@gmail.com" userId="cb05b7863545bd65" providerId="LiveId" clId="{C38803D9-F29C-4654-BEB2-62D3FD17E684}" dt="2025-09-18T13:28:31.573" v="4227" actId="2711"/>
          <ac:spMkLst>
            <pc:docMk/>
            <pc:sldMk cId="0" sldId="271"/>
            <ac:spMk id="2" creationId="{00000000-0000-0000-0000-000000000000}"/>
          </ac:spMkLst>
        </pc:spChg>
        <pc:spChg chg="mod">
          <ac:chgData name="arnav8656tiwari@gmail.com" userId="cb05b7863545bd65" providerId="LiveId" clId="{C38803D9-F29C-4654-BEB2-62D3FD17E684}" dt="2025-09-18T13:28:31.573" v="4227" actId="2711"/>
          <ac:spMkLst>
            <pc:docMk/>
            <pc:sldMk cId="0" sldId="271"/>
            <ac:spMk id="3" creationId="{00000000-0000-0000-0000-000000000000}"/>
          </ac:spMkLst>
        </pc:spChg>
        <pc:spChg chg="mod">
          <ac:chgData name="arnav8656tiwari@gmail.com" userId="cb05b7863545bd65" providerId="LiveId" clId="{C38803D9-F29C-4654-BEB2-62D3FD17E684}" dt="2025-09-15T17:21:21.690" v="2791" actId="207"/>
          <ac:spMkLst>
            <pc:docMk/>
            <pc:sldMk cId="0" sldId="271"/>
            <ac:spMk id="5" creationId="{00000000-0000-0000-0000-000000000000}"/>
          </ac:spMkLst>
        </pc:spChg>
        <pc:spChg chg="add del mod">
          <ac:chgData name="arnav8656tiwari@gmail.com" userId="cb05b7863545bd65" providerId="LiveId" clId="{C38803D9-F29C-4654-BEB2-62D3FD17E684}" dt="2025-09-15T17:36:14.736" v="2917" actId="478"/>
          <ac:spMkLst>
            <pc:docMk/>
            <pc:sldMk cId="0" sldId="271"/>
            <ac:spMk id="7" creationId="{DE3AD40B-C619-4CEE-AC1E-D5DC2AAD5B37}"/>
          </ac:spMkLst>
        </pc:spChg>
        <pc:spChg chg="mod">
          <ac:chgData name="arnav8656tiwari@gmail.com" userId="cb05b7863545bd65" providerId="LiveId" clId="{C38803D9-F29C-4654-BEB2-62D3FD17E684}" dt="2025-09-18T13:28:31.573" v="4227" actId="2711"/>
          <ac:spMkLst>
            <pc:docMk/>
            <pc:sldMk cId="0" sldId="271"/>
            <ac:spMk id="11" creationId="{00000000-0000-0000-0000-000000000000}"/>
          </ac:spMkLst>
        </pc:spChg>
        <pc:spChg chg="mod">
          <ac:chgData name="arnav8656tiwari@gmail.com" userId="cb05b7863545bd65" providerId="LiveId" clId="{C38803D9-F29C-4654-BEB2-62D3FD17E684}" dt="2025-09-18T13:28:31.573" v="4227" actId="2711"/>
          <ac:spMkLst>
            <pc:docMk/>
            <pc:sldMk cId="0" sldId="271"/>
            <ac:spMk id="12" creationId="{00000000-0000-0000-0000-000000000000}"/>
          </ac:spMkLst>
        </pc:spChg>
        <pc:spChg chg="mod">
          <ac:chgData name="arnav8656tiwari@gmail.com" userId="cb05b7863545bd65" providerId="LiveId" clId="{C38803D9-F29C-4654-BEB2-62D3FD17E684}" dt="2025-09-18T13:28:31.573" v="4227" actId="2711"/>
          <ac:spMkLst>
            <pc:docMk/>
            <pc:sldMk cId="0" sldId="271"/>
            <ac:spMk id="13" creationId="{00000000-0000-0000-0000-000000000000}"/>
          </ac:spMkLst>
        </pc:spChg>
        <pc:spChg chg="mod">
          <ac:chgData name="arnav8656tiwari@gmail.com" userId="cb05b7863545bd65" providerId="LiveId" clId="{C38803D9-F29C-4654-BEB2-62D3FD17E684}" dt="2025-09-18T13:28:31.573" v="4227" actId="2711"/>
          <ac:spMkLst>
            <pc:docMk/>
            <pc:sldMk cId="0" sldId="271"/>
            <ac:spMk id="14" creationId="{00000000-0000-0000-0000-000000000000}"/>
          </ac:spMkLst>
        </pc:spChg>
        <pc:spChg chg="mod">
          <ac:chgData name="arnav8656tiwari@gmail.com" userId="cb05b7863545bd65" providerId="LiveId" clId="{C38803D9-F29C-4654-BEB2-62D3FD17E684}" dt="2025-09-18T13:28:31.573" v="4227" actId="2711"/>
          <ac:spMkLst>
            <pc:docMk/>
            <pc:sldMk cId="0" sldId="271"/>
            <ac:spMk id="15" creationId="{00000000-0000-0000-0000-000000000000}"/>
          </ac:spMkLst>
        </pc:spChg>
        <pc:spChg chg="mod">
          <ac:chgData name="arnav8656tiwari@gmail.com" userId="cb05b7863545bd65" providerId="LiveId" clId="{C38803D9-F29C-4654-BEB2-62D3FD17E684}" dt="2025-09-18T13:28:31.573" v="4227" actId="2711"/>
          <ac:spMkLst>
            <pc:docMk/>
            <pc:sldMk cId="0" sldId="271"/>
            <ac:spMk id="17" creationId="{00000000-0000-0000-0000-000000000000}"/>
          </ac:spMkLst>
        </pc:spChg>
        <pc:spChg chg="mod">
          <ac:chgData name="arnav8656tiwari@gmail.com" userId="cb05b7863545bd65" providerId="LiveId" clId="{C38803D9-F29C-4654-BEB2-62D3FD17E684}" dt="2025-09-18T13:28:31.573" v="4227" actId="2711"/>
          <ac:spMkLst>
            <pc:docMk/>
            <pc:sldMk cId="0" sldId="271"/>
            <ac:spMk id="19" creationId="{00000000-0000-0000-0000-000000000000}"/>
          </ac:spMkLst>
        </pc:spChg>
        <pc:spChg chg="mod">
          <ac:chgData name="arnav8656tiwari@gmail.com" userId="cb05b7863545bd65" providerId="LiveId" clId="{C38803D9-F29C-4654-BEB2-62D3FD17E684}" dt="2025-09-18T13:28:31.573" v="4227" actId="2711"/>
          <ac:spMkLst>
            <pc:docMk/>
            <pc:sldMk cId="0" sldId="271"/>
            <ac:spMk id="20" creationId="{00000000-0000-0000-0000-000000000000}"/>
          </ac:spMkLst>
        </pc:spChg>
        <pc:spChg chg="del">
          <ac:chgData name="arnav8656tiwari@gmail.com" userId="cb05b7863545bd65" providerId="LiveId" clId="{C38803D9-F29C-4654-BEB2-62D3FD17E684}" dt="2025-09-14T18:11:21.899" v="11" actId="478"/>
          <ac:spMkLst>
            <pc:docMk/>
            <pc:sldMk cId="0" sldId="271"/>
            <ac:spMk id="21" creationId="{00000000-0000-0000-0000-000000000000}"/>
          </ac:spMkLst>
        </pc:spChg>
        <pc:spChg chg="mod">
          <ac:chgData name="arnav8656tiwari@gmail.com" userId="cb05b7863545bd65" providerId="LiveId" clId="{C38803D9-F29C-4654-BEB2-62D3FD17E684}" dt="2025-09-18T13:28:31.573" v="4227" actId="2711"/>
          <ac:spMkLst>
            <pc:docMk/>
            <pc:sldMk cId="0" sldId="271"/>
            <ac:spMk id="24" creationId="{F0C47F08-86AB-4F80-82A9-F346AA7F4FCB}"/>
          </ac:spMkLst>
        </pc:spChg>
        <pc:spChg chg="mod">
          <ac:chgData name="arnav8656tiwari@gmail.com" userId="cb05b7863545bd65" providerId="LiveId" clId="{C38803D9-F29C-4654-BEB2-62D3FD17E684}" dt="2025-09-18T13:28:31.573" v="4227" actId="2711"/>
          <ac:spMkLst>
            <pc:docMk/>
            <pc:sldMk cId="0" sldId="271"/>
            <ac:spMk id="25" creationId="{67049E67-EA49-4E42-B104-092B55832A66}"/>
          </ac:spMkLst>
        </pc:spChg>
        <pc:spChg chg="add mod">
          <ac:chgData name="arnav8656tiwari@gmail.com" userId="cb05b7863545bd65" providerId="LiveId" clId="{C38803D9-F29C-4654-BEB2-62D3FD17E684}" dt="2025-09-18T13:28:31.573" v="4227" actId="2711"/>
          <ac:spMkLst>
            <pc:docMk/>
            <pc:sldMk cId="0" sldId="271"/>
            <ac:spMk id="26" creationId="{664A5DA6-8C76-4661-8FC3-F7EE459BFD4C}"/>
          </ac:spMkLst>
        </pc:spChg>
        <pc:spChg chg="mod">
          <ac:chgData name="arnav8656tiwari@gmail.com" userId="cb05b7863545bd65" providerId="LiveId" clId="{C38803D9-F29C-4654-BEB2-62D3FD17E684}" dt="2025-09-18T13:28:31.573" v="4227" actId="2711"/>
          <ac:spMkLst>
            <pc:docMk/>
            <pc:sldMk cId="0" sldId="271"/>
            <ac:spMk id="29" creationId="{00000000-0000-0000-0000-000000000000}"/>
          </ac:spMkLst>
        </pc:spChg>
        <pc:spChg chg="mod">
          <ac:chgData name="arnav8656tiwari@gmail.com" userId="cb05b7863545bd65" providerId="LiveId" clId="{C38803D9-F29C-4654-BEB2-62D3FD17E684}" dt="2025-09-18T13:28:31.573" v="4227" actId="2711"/>
          <ac:spMkLst>
            <pc:docMk/>
            <pc:sldMk cId="0" sldId="271"/>
            <ac:spMk id="30" creationId="{00000000-0000-0000-0000-000000000000}"/>
          </ac:spMkLst>
        </pc:spChg>
        <pc:spChg chg="mod ord">
          <ac:chgData name="arnav8656tiwari@gmail.com" userId="cb05b7863545bd65" providerId="LiveId" clId="{C38803D9-F29C-4654-BEB2-62D3FD17E684}" dt="2025-09-18T13:28:31.573" v="4227" actId="2711"/>
          <ac:spMkLst>
            <pc:docMk/>
            <pc:sldMk cId="0" sldId="271"/>
            <ac:spMk id="31" creationId="{00000000-0000-0000-0000-000000000000}"/>
          </ac:spMkLst>
        </pc:spChg>
        <pc:spChg chg="del mod">
          <ac:chgData name="arnav8656tiwari@gmail.com" userId="cb05b7863545bd65" providerId="LiveId" clId="{C38803D9-F29C-4654-BEB2-62D3FD17E684}" dt="2025-09-15T17:48:30.867" v="3026" actId="478"/>
          <ac:spMkLst>
            <pc:docMk/>
            <pc:sldMk cId="0" sldId="271"/>
            <ac:spMk id="32" creationId="{00000000-0000-0000-0000-000000000000}"/>
          </ac:spMkLst>
        </pc:spChg>
        <pc:spChg chg="mod">
          <ac:chgData name="arnav8656tiwari@gmail.com" userId="cb05b7863545bd65" providerId="LiveId" clId="{C38803D9-F29C-4654-BEB2-62D3FD17E684}" dt="2025-09-18T13:28:31.573" v="4227" actId="2711"/>
          <ac:spMkLst>
            <pc:docMk/>
            <pc:sldMk cId="0" sldId="271"/>
            <ac:spMk id="33" creationId="{55E9585E-20DF-4A19-831A-650C35359CE7}"/>
          </ac:spMkLst>
        </pc:spChg>
        <pc:spChg chg="del mod">
          <ac:chgData name="arnav8656tiwari@gmail.com" userId="cb05b7863545bd65" providerId="LiveId" clId="{C38803D9-F29C-4654-BEB2-62D3FD17E684}" dt="2025-09-15T17:47:00.402" v="3015" actId="478"/>
          <ac:spMkLst>
            <pc:docMk/>
            <pc:sldMk cId="0" sldId="271"/>
            <ac:spMk id="34" creationId="{B9525F98-FF4F-4BC5-8F7A-DDCC6276CF82}"/>
          </ac:spMkLst>
        </pc:spChg>
        <pc:spChg chg="mod">
          <ac:chgData name="arnav8656tiwari@gmail.com" userId="cb05b7863545bd65" providerId="LiveId" clId="{C38803D9-F29C-4654-BEB2-62D3FD17E684}" dt="2025-09-18T13:28:31.573" v="4227" actId="2711"/>
          <ac:spMkLst>
            <pc:docMk/>
            <pc:sldMk cId="0" sldId="271"/>
            <ac:spMk id="35" creationId="{E7BDA401-CCB1-4F7E-ACFD-E1A74D3C3867}"/>
          </ac:spMkLst>
        </pc:spChg>
        <pc:spChg chg="add mod">
          <ac:chgData name="arnav8656tiwari@gmail.com" userId="cb05b7863545bd65" providerId="LiveId" clId="{C38803D9-F29C-4654-BEB2-62D3FD17E684}" dt="2025-09-18T13:28:31.573" v="4227" actId="2711"/>
          <ac:spMkLst>
            <pc:docMk/>
            <pc:sldMk cId="0" sldId="271"/>
            <ac:spMk id="36" creationId="{27770C54-9B96-47AE-BF74-2EA3CF2FCCD7}"/>
          </ac:spMkLst>
        </pc:spChg>
        <pc:spChg chg="add mod">
          <ac:chgData name="arnav8656tiwari@gmail.com" userId="cb05b7863545bd65" providerId="LiveId" clId="{C38803D9-F29C-4654-BEB2-62D3FD17E684}" dt="2025-09-18T13:28:31.573" v="4227" actId="2711"/>
          <ac:spMkLst>
            <pc:docMk/>
            <pc:sldMk cId="0" sldId="271"/>
            <ac:spMk id="37" creationId="{A46A03D4-4993-4B2C-B2F2-765EDBF57D05}"/>
          </ac:spMkLst>
        </pc:spChg>
        <pc:spChg chg="add mod">
          <ac:chgData name="arnav8656tiwari@gmail.com" userId="cb05b7863545bd65" providerId="LiveId" clId="{C38803D9-F29C-4654-BEB2-62D3FD17E684}" dt="2025-09-18T13:28:31.573" v="4227" actId="2711"/>
          <ac:spMkLst>
            <pc:docMk/>
            <pc:sldMk cId="0" sldId="271"/>
            <ac:spMk id="38" creationId="{D36708D3-21BF-4CEA-97B9-3785BF3A1BE1}"/>
          </ac:spMkLst>
        </pc:spChg>
        <pc:spChg chg="mod">
          <ac:chgData name="arnav8656tiwari@gmail.com" userId="cb05b7863545bd65" providerId="LiveId" clId="{C38803D9-F29C-4654-BEB2-62D3FD17E684}" dt="2025-09-18T13:28:31.573" v="4227" actId="2711"/>
          <ac:spMkLst>
            <pc:docMk/>
            <pc:sldMk cId="0" sldId="271"/>
            <ac:spMk id="40" creationId="{9DAEFA76-960A-4665-AD98-C41919721F36}"/>
          </ac:spMkLst>
        </pc:spChg>
        <pc:spChg chg="mod">
          <ac:chgData name="arnav8656tiwari@gmail.com" userId="cb05b7863545bd65" providerId="LiveId" clId="{C38803D9-F29C-4654-BEB2-62D3FD17E684}" dt="2025-09-18T13:28:31.573" v="4227" actId="2711"/>
          <ac:spMkLst>
            <pc:docMk/>
            <pc:sldMk cId="0" sldId="271"/>
            <ac:spMk id="41" creationId="{F822F11D-08BB-4A37-8FBD-A06A5D154E72}"/>
          </ac:spMkLst>
        </pc:spChg>
        <pc:spChg chg="add mod">
          <ac:chgData name="arnav8656tiwari@gmail.com" userId="cb05b7863545bd65" providerId="LiveId" clId="{C38803D9-F29C-4654-BEB2-62D3FD17E684}" dt="2025-09-18T13:28:31.573" v="4227" actId="2711"/>
          <ac:spMkLst>
            <pc:docMk/>
            <pc:sldMk cId="0" sldId="271"/>
            <ac:spMk id="42" creationId="{F0106F4D-A0C7-48F1-B470-DBEADFF6C5F5}"/>
          </ac:spMkLst>
        </pc:spChg>
        <pc:spChg chg="add mod ord">
          <ac:chgData name="arnav8656tiwari@gmail.com" userId="cb05b7863545bd65" providerId="LiveId" clId="{C38803D9-F29C-4654-BEB2-62D3FD17E684}" dt="2025-09-18T13:28:31.573" v="4227" actId="2711"/>
          <ac:spMkLst>
            <pc:docMk/>
            <pc:sldMk cId="0" sldId="271"/>
            <ac:spMk id="43" creationId="{104D5AF5-871D-472A-93ED-4D035431F911}"/>
          </ac:spMkLst>
        </pc:spChg>
        <pc:spChg chg="add mod ord">
          <ac:chgData name="arnav8656tiwari@gmail.com" userId="cb05b7863545bd65" providerId="LiveId" clId="{C38803D9-F29C-4654-BEB2-62D3FD17E684}" dt="2025-09-18T13:28:31.573" v="4227" actId="2711"/>
          <ac:spMkLst>
            <pc:docMk/>
            <pc:sldMk cId="0" sldId="271"/>
            <ac:spMk id="44" creationId="{E6D5E6E7-C48B-4F57-9243-7F3F32848BE0}"/>
          </ac:spMkLst>
        </pc:spChg>
        <pc:grpChg chg="del mod">
          <ac:chgData name="arnav8656tiwari@gmail.com" userId="cb05b7863545bd65" providerId="LiveId" clId="{C38803D9-F29C-4654-BEB2-62D3FD17E684}" dt="2025-09-15T17:22:18.079" v="2802" actId="478"/>
          <ac:grpSpMkLst>
            <pc:docMk/>
            <pc:sldMk cId="0" sldId="271"/>
            <ac:grpSpMk id="4" creationId="{00000000-0000-0000-0000-000000000000}"/>
          </ac:grpSpMkLst>
        </pc:grpChg>
        <pc:grpChg chg="mod">
          <ac:chgData name="arnav8656tiwari@gmail.com" userId="cb05b7863545bd65" providerId="LiveId" clId="{C38803D9-F29C-4654-BEB2-62D3FD17E684}" dt="2025-09-15T17:49:10.578" v="3030" actId="1076"/>
          <ac:grpSpMkLst>
            <pc:docMk/>
            <pc:sldMk cId="0" sldId="271"/>
            <ac:grpSpMk id="10" creationId="{00000000-0000-0000-0000-000000000000}"/>
          </ac:grpSpMkLst>
        </pc:grpChg>
        <pc:grpChg chg="mod">
          <ac:chgData name="arnav8656tiwari@gmail.com" userId="cb05b7863545bd65" providerId="LiveId" clId="{C38803D9-F29C-4654-BEB2-62D3FD17E684}" dt="2025-09-15T17:48:59.770" v="3029" actId="1076"/>
          <ac:grpSpMkLst>
            <pc:docMk/>
            <pc:sldMk cId="0" sldId="271"/>
            <ac:grpSpMk id="28" creationId="{00000000-0000-0000-0000-000000000000}"/>
          </ac:grpSpMkLst>
        </pc:grpChg>
        <pc:grpChg chg="add mod ord">
          <ac:chgData name="arnav8656tiwari@gmail.com" userId="cb05b7863545bd65" providerId="LiveId" clId="{C38803D9-F29C-4654-BEB2-62D3FD17E684}" dt="2025-09-15T17:49:10.578" v="3030" actId="1076"/>
          <ac:grpSpMkLst>
            <pc:docMk/>
            <pc:sldMk cId="0" sldId="271"/>
            <ac:grpSpMk id="39" creationId="{F18A55FD-634D-48B8-BF69-D02111428867}"/>
          </ac:grpSpMkLst>
        </pc:grpChg>
      </pc:sldChg>
      <pc:sldChg chg="addSp delSp modSp new mod setBg">
        <pc:chgData name="arnav8656tiwari@gmail.com" userId="cb05b7863545bd65" providerId="LiveId" clId="{C38803D9-F29C-4654-BEB2-62D3FD17E684}" dt="2025-09-18T13:29:20.187" v="4232" actId="14100"/>
        <pc:sldMkLst>
          <pc:docMk/>
          <pc:sldMk cId="189380358" sldId="272"/>
        </pc:sldMkLst>
        <pc:spChg chg="add del mod">
          <ac:chgData name="arnav8656tiwari@gmail.com" userId="cb05b7863545bd65" providerId="LiveId" clId="{C38803D9-F29C-4654-BEB2-62D3FD17E684}" dt="2025-09-14T18:15:03.834" v="67" actId="478"/>
          <ac:spMkLst>
            <pc:docMk/>
            <pc:sldMk cId="189380358" sldId="272"/>
            <ac:spMk id="2" creationId="{0ECF1026-6EED-4784-AB97-3A32C425F262}"/>
          </ac:spMkLst>
        </pc:spChg>
        <pc:spChg chg="add del mod ord">
          <ac:chgData name="arnav8656tiwari@gmail.com" userId="cb05b7863545bd65" providerId="LiveId" clId="{C38803D9-F29C-4654-BEB2-62D3FD17E684}" dt="2025-09-15T14:36:40.198" v="2362" actId="478"/>
          <ac:spMkLst>
            <pc:docMk/>
            <pc:sldMk cId="189380358" sldId="272"/>
            <ac:spMk id="2" creationId="{2EFB9179-5460-47D8-A958-11C72D174EBB}"/>
          </ac:spMkLst>
        </pc:spChg>
        <pc:spChg chg="add mod">
          <ac:chgData name="arnav8656tiwari@gmail.com" userId="cb05b7863545bd65" providerId="LiveId" clId="{C38803D9-F29C-4654-BEB2-62D3FD17E684}" dt="2025-09-18T13:29:20.187" v="4232" actId="14100"/>
          <ac:spMkLst>
            <pc:docMk/>
            <pc:sldMk cId="189380358" sldId="272"/>
            <ac:spMk id="3" creationId="{12540373-2D8F-4C29-A2E9-3E6A1F1CA9FD}"/>
          </ac:spMkLst>
        </pc:spChg>
        <pc:spChg chg="add mod">
          <ac:chgData name="arnav8656tiwari@gmail.com" userId="cb05b7863545bd65" providerId="LiveId" clId="{C38803D9-F29C-4654-BEB2-62D3FD17E684}" dt="2025-09-18T13:29:13.231" v="4231" actId="1076"/>
          <ac:spMkLst>
            <pc:docMk/>
            <pc:sldMk cId="189380358" sldId="272"/>
            <ac:spMk id="4" creationId="{626F9DA0-94B5-4BB0-BC21-4AFADD9C952F}"/>
          </ac:spMkLst>
        </pc:spChg>
        <pc:spChg chg="add del mod">
          <ac:chgData name="arnav8656tiwari@gmail.com" userId="cb05b7863545bd65" providerId="LiveId" clId="{C38803D9-F29C-4654-BEB2-62D3FD17E684}" dt="2025-09-15T19:53:49.091" v="4016" actId="478"/>
          <ac:spMkLst>
            <pc:docMk/>
            <pc:sldMk cId="189380358" sldId="272"/>
            <ac:spMk id="5" creationId="{0C4DC82B-8A9F-44DB-A910-2C6C74EA33AC}"/>
          </ac:spMkLst>
        </pc:spChg>
        <pc:spChg chg="add del mod">
          <ac:chgData name="arnav8656tiwari@gmail.com" userId="cb05b7863545bd65" providerId="LiveId" clId="{C38803D9-F29C-4654-BEB2-62D3FD17E684}" dt="2025-09-15T19:53:49.091" v="4016" actId="478"/>
          <ac:spMkLst>
            <pc:docMk/>
            <pc:sldMk cId="189380358" sldId="272"/>
            <ac:spMk id="6" creationId="{329EB4A9-B2AE-4A0C-857A-702196D3DDA1}"/>
          </ac:spMkLst>
        </pc:spChg>
        <pc:spChg chg="add del mod">
          <ac:chgData name="arnav8656tiwari@gmail.com" userId="cb05b7863545bd65" providerId="LiveId" clId="{C38803D9-F29C-4654-BEB2-62D3FD17E684}" dt="2025-09-15T19:53:49.091" v="4016" actId="478"/>
          <ac:spMkLst>
            <pc:docMk/>
            <pc:sldMk cId="189380358" sldId="272"/>
            <ac:spMk id="7" creationId="{FAA4E22D-7B09-4E48-9774-4D7A254D6148}"/>
          </ac:spMkLst>
        </pc:spChg>
        <pc:spChg chg="add mod">
          <ac:chgData name="arnav8656tiwari@gmail.com" userId="cb05b7863545bd65" providerId="LiveId" clId="{C38803D9-F29C-4654-BEB2-62D3FD17E684}" dt="2025-09-18T13:29:13.231" v="4231" actId="1076"/>
          <ac:spMkLst>
            <pc:docMk/>
            <pc:sldMk cId="189380358" sldId="272"/>
            <ac:spMk id="8" creationId="{5863DEA8-5151-482E-AD9E-905A1CE1C139}"/>
          </ac:spMkLst>
        </pc:spChg>
        <pc:spChg chg="add mod">
          <ac:chgData name="arnav8656tiwari@gmail.com" userId="cb05b7863545bd65" providerId="LiveId" clId="{C38803D9-F29C-4654-BEB2-62D3FD17E684}" dt="2025-09-18T13:29:13.231" v="4231" actId="1076"/>
          <ac:spMkLst>
            <pc:docMk/>
            <pc:sldMk cId="189380358" sldId="272"/>
            <ac:spMk id="9" creationId="{9391F920-7CEA-4781-B793-FA442421DB5F}"/>
          </ac:spMkLst>
        </pc:spChg>
        <pc:spChg chg="add del mod ord">
          <ac:chgData name="arnav8656tiwari@gmail.com" userId="cb05b7863545bd65" providerId="LiveId" clId="{C38803D9-F29C-4654-BEB2-62D3FD17E684}" dt="2025-09-15T09:44:43.413" v="173" actId="478"/>
          <ac:spMkLst>
            <pc:docMk/>
            <pc:sldMk cId="189380358" sldId="272"/>
            <ac:spMk id="10" creationId="{74F7A414-17CF-43CD-A452-4CF1662454F4}"/>
          </ac:spMkLst>
        </pc:spChg>
        <pc:spChg chg="add mod">
          <ac:chgData name="arnav8656tiwari@gmail.com" userId="cb05b7863545bd65" providerId="LiveId" clId="{C38803D9-F29C-4654-BEB2-62D3FD17E684}" dt="2025-09-18T13:29:13.231" v="4231" actId="1076"/>
          <ac:spMkLst>
            <pc:docMk/>
            <pc:sldMk cId="189380358" sldId="272"/>
            <ac:spMk id="11" creationId="{7AD1DCB1-708D-4F67-B23B-EEB7F3C16055}"/>
          </ac:spMkLst>
        </pc:spChg>
        <pc:spChg chg="add del mod ord">
          <ac:chgData name="arnav8656tiwari@gmail.com" userId="cb05b7863545bd65" providerId="LiveId" clId="{C38803D9-F29C-4654-BEB2-62D3FD17E684}" dt="2025-09-15T14:36:40.198" v="2362" actId="478"/>
          <ac:spMkLst>
            <pc:docMk/>
            <pc:sldMk cId="189380358" sldId="272"/>
            <ac:spMk id="12" creationId="{3E6589AC-0978-4DBD-B559-BAAA65ECBD56}"/>
          </ac:spMkLst>
        </pc:spChg>
        <pc:spChg chg="add del">
          <ac:chgData name="arnav8656tiwari@gmail.com" userId="cb05b7863545bd65" providerId="LiveId" clId="{C38803D9-F29C-4654-BEB2-62D3FD17E684}" dt="2025-09-15T10:04:40.002" v="769" actId="478"/>
          <ac:spMkLst>
            <pc:docMk/>
            <pc:sldMk cId="189380358" sldId="272"/>
            <ac:spMk id="13" creationId="{65656AFC-7EC2-418C-8100-A7E2DD2204D0}"/>
          </ac:spMkLst>
        </pc:spChg>
        <pc:spChg chg="add del mod ord">
          <ac:chgData name="arnav8656tiwari@gmail.com" userId="cb05b7863545bd65" providerId="LiveId" clId="{C38803D9-F29C-4654-BEB2-62D3FD17E684}" dt="2025-09-15T10:05:25.521" v="780" actId="478"/>
          <ac:spMkLst>
            <pc:docMk/>
            <pc:sldMk cId="189380358" sldId="272"/>
            <ac:spMk id="14" creationId="{79441576-12C0-49AB-A199-D663168406F7}"/>
          </ac:spMkLst>
        </pc:spChg>
        <pc:spChg chg="add del mod">
          <ac:chgData name="arnav8656tiwari@gmail.com" userId="cb05b7863545bd65" providerId="LiveId" clId="{C38803D9-F29C-4654-BEB2-62D3FD17E684}" dt="2025-09-15T19:55:57.432" v="4036" actId="478"/>
          <ac:spMkLst>
            <pc:docMk/>
            <pc:sldMk cId="189380358" sldId="272"/>
            <ac:spMk id="16" creationId="{0FAB7DFF-D83E-4E9A-899C-762A435C224B}"/>
          </ac:spMkLst>
        </pc:spChg>
        <pc:spChg chg="add del mod">
          <ac:chgData name="arnav8656tiwari@gmail.com" userId="cb05b7863545bd65" providerId="LiveId" clId="{C38803D9-F29C-4654-BEB2-62D3FD17E684}" dt="2025-09-15T19:55:45.276" v="4032" actId="478"/>
          <ac:spMkLst>
            <pc:docMk/>
            <pc:sldMk cId="189380358" sldId="272"/>
            <ac:spMk id="17" creationId="{E4DF2254-1475-4270-96B0-9DDFEF6EFE6C}"/>
          </ac:spMkLst>
        </pc:spChg>
        <pc:graphicFrameChg chg="add del mod modGraphic">
          <ac:chgData name="arnav8656tiwari@gmail.com" userId="cb05b7863545bd65" providerId="LiveId" clId="{C38803D9-F29C-4654-BEB2-62D3FD17E684}" dt="2025-09-15T10:44:54.349" v="790" actId="478"/>
          <ac:graphicFrameMkLst>
            <pc:docMk/>
            <pc:sldMk cId="189380358" sldId="272"/>
            <ac:graphicFrameMk id="15" creationId="{59DB795D-2944-48D4-B84F-0297DCDA4828}"/>
          </ac:graphicFrameMkLst>
        </pc:graphicFrameChg>
        <pc:picChg chg="add mod">
          <ac:chgData name="arnav8656tiwari@gmail.com" userId="cb05b7863545bd65" providerId="LiveId" clId="{C38803D9-F29C-4654-BEB2-62D3FD17E684}" dt="2025-09-15T19:56:27.425" v="4039" actId="29295"/>
          <ac:picMkLst>
            <pc:docMk/>
            <pc:sldMk cId="189380358" sldId="272"/>
            <ac:picMk id="18" creationId="{D60AC1D1-25BA-46E1-A8AD-C0C212AEE4BD}"/>
          </ac:picMkLst>
        </pc:picChg>
        <pc:picChg chg="add mod">
          <ac:chgData name="arnav8656tiwari@gmail.com" userId="cb05b7863545bd65" providerId="LiveId" clId="{C38803D9-F29C-4654-BEB2-62D3FD17E684}" dt="2025-09-15T19:56:30.569" v="4040" actId="29295"/>
          <ac:picMkLst>
            <pc:docMk/>
            <pc:sldMk cId="189380358" sldId="272"/>
            <ac:picMk id="19" creationId="{772FA850-7425-4751-A3EE-59776E9D90B5}"/>
          </ac:picMkLst>
        </pc:picChg>
        <pc:picChg chg="add mod">
          <ac:chgData name="arnav8656tiwari@gmail.com" userId="cb05b7863545bd65" providerId="LiveId" clId="{C38803D9-F29C-4654-BEB2-62D3FD17E684}" dt="2025-09-18T13:29:13.231" v="4231" actId="1076"/>
          <ac:picMkLst>
            <pc:docMk/>
            <pc:sldMk cId="189380358" sldId="272"/>
            <ac:picMk id="20" creationId="{B52FE2FD-8CA0-45CE-B149-E91CB41FE1AD}"/>
          </ac:picMkLst>
        </pc:picChg>
        <pc:picChg chg="add mod">
          <ac:chgData name="arnav8656tiwari@gmail.com" userId="cb05b7863545bd65" providerId="LiveId" clId="{C38803D9-F29C-4654-BEB2-62D3FD17E684}" dt="2025-09-18T13:29:13.231" v="4231" actId="1076"/>
          <ac:picMkLst>
            <pc:docMk/>
            <pc:sldMk cId="189380358" sldId="272"/>
            <ac:picMk id="21" creationId="{71FE9AED-539D-4CE0-A208-A15160DF46D8}"/>
          </ac:picMkLst>
        </pc:picChg>
        <pc:picChg chg="add mod">
          <ac:chgData name="arnav8656tiwari@gmail.com" userId="cb05b7863545bd65" providerId="LiveId" clId="{C38803D9-F29C-4654-BEB2-62D3FD17E684}" dt="2025-09-18T13:29:13.231" v="4231" actId="1076"/>
          <ac:picMkLst>
            <pc:docMk/>
            <pc:sldMk cId="189380358" sldId="272"/>
            <ac:picMk id="22" creationId="{730063DA-0134-4799-BEEC-DD710DE51561}"/>
          </ac:picMkLst>
        </pc:picChg>
      </pc:sldChg>
      <pc:sldChg chg="new setBg">
        <pc:chgData name="arnav8656tiwari@gmail.com" userId="cb05b7863545bd65" providerId="LiveId" clId="{C38803D9-F29C-4654-BEB2-62D3FD17E684}" dt="2025-09-18T16:20:22.850" v="4448"/>
        <pc:sldMkLst>
          <pc:docMk/>
          <pc:sldMk cId="1295959992" sldId="273"/>
        </pc:sldMkLst>
      </pc:sldChg>
      <pc:sldChg chg="new setBg">
        <pc:chgData name="arnav8656tiwari@gmail.com" userId="cb05b7863545bd65" providerId="LiveId" clId="{C38803D9-F29C-4654-BEB2-62D3FD17E684}" dt="2025-09-15T15:54:03.757" v="2627"/>
        <pc:sldMkLst>
          <pc:docMk/>
          <pc:sldMk cId="4134682396" sldId="274"/>
        </pc:sldMkLst>
      </pc:sldChg>
      <pc:sldChg chg="new setBg">
        <pc:chgData name="arnav8656tiwari@gmail.com" userId="cb05b7863545bd65" providerId="LiveId" clId="{C38803D9-F29C-4654-BEB2-62D3FD17E684}" dt="2025-09-15T15:54:17.854" v="2632"/>
        <pc:sldMkLst>
          <pc:docMk/>
          <pc:sldMk cId="2238736410" sldId="275"/>
        </pc:sldMkLst>
      </pc:sldChg>
      <pc:sldChg chg="addSp modSp new mod">
        <pc:chgData name="arnav8656tiwari@gmail.com" userId="cb05b7863545bd65" providerId="LiveId" clId="{C38803D9-F29C-4654-BEB2-62D3FD17E684}" dt="2025-09-18T13:27:11.618" v="4215" actId="2711"/>
        <pc:sldMkLst>
          <pc:docMk/>
          <pc:sldMk cId="700093331" sldId="276"/>
        </pc:sldMkLst>
        <pc:spChg chg="add mod ord">
          <ac:chgData name="arnav8656tiwari@gmail.com" userId="cb05b7863545bd65" providerId="LiveId" clId="{C38803D9-F29C-4654-BEB2-62D3FD17E684}" dt="2025-09-18T13:27:11.618" v="4215" actId="2711"/>
          <ac:spMkLst>
            <pc:docMk/>
            <pc:sldMk cId="700093331" sldId="276"/>
            <ac:spMk id="2" creationId="{547F6F4A-0B52-4278-8A50-B083D3FAA376}"/>
          </ac:spMkLst>
        </pc:spChg>
        <pc:spChg chg="add mod ord">
          <ac:chgData name="arnav8656tiwari@gmail.com" userId="cb05b7863545bd65" providerId="LiveId" clId="{C38803D9-F29C-4654-BEB2-62D3FD17E684}" dt="2025-09-18T13:27:11.618" v="4215" actId="2711"/>
          <ac:spMkLst>
            <pc:docMk/>
            <pc:sldMk cId="700093331" sldId="276"/>
            <ac:spMk id="3" creationId="{BA7DED77-C93C-4141-81FA-966EBDDDC029}"/>
          </ac:spMkLst>
        </pc:spChg>
        <pc:spChg chg="add mod">
          <ac:chgData name="arnav8656tiwari@gmail.com" userId="cb05b7863545bd65" providerId="LiveId" clId="{C38803D9-F29C-4654-BEB2-62D3FD17E684}" dt="2025-09-18T13:27:11.618" v="4215" actId="2711"/>
          <ac:spMkLst>
            <pc:docMk/>
            <pc:sldMk cId="700093331" sldId="276"/>
            <ac:spMk id="4" creationId="{E81AAE6B-AA20-4C22-92F2-DDECBC0EEA30}"/>
          </ac:spMkLst>
        </pc:spChg>
        <pc:spChg chg="add mod">
          <ac:chgData name="arnav8656tiwari@gmail.com" userId="cb05b7863545bd65" providerId="LiveId" clId="{C38803D9-F29C-4654-BEB2-62D3FD17E684}" dt="2025-09-18T13:27:11.618" v="4215" actId="2711"/>
          <ac:spMkLst>
            <pc:docMk/>
            <pc:sldMk cId="700093331" sldId="276"/>
            <ac:spMk id="5" creationId="{29217676-C017-46AF-8F37-3AE2C53B417C}"/>
          </ac:spMkLst>
        </pc:spChg>
        <pc:picChg chg="add mod">
          <ac:chgData name="arnav8656tiwari@gmail.com" userId="cb05b7863545bd65" providerId="LiveId" clId="{C38803D9-F29C-4654-BEB2-62D3FD17E684}" dt="2025-09-15T20:06:16.527" v="4138" actId="14100"/>
          <ac:picMkLst>
            <pc:docMk/>
            <pc:sldMk cId="700093331" sldId="276"/>
            <ac:picMk id="7" creationId="{BF984066-A840-40EA-8A20-EFACB0256A5D}"/>
          </ac:picMkLst>
        </pc:picChg>
      </pc:sldChg>
      <pc:sldChg chg="addSp delSp modSp new mod ord">
        <pc:chgData name="arnav8656tiwari@gmail.com" userId="cb05b7863545bd65" providerId="LiveId" clId="{C38803D9-F29C-4654-BEB2-62D3FD17E684}" dt="2025-09-18T13:27:06.569" v="4214" actId="2711"/>
        <pc:sldMkLst>
          <pc:docMk/>
          <pc:sldMk cId="1803714466" sldId="277"/>
        </pc:sldMkLst>
        <pc:spChg chg="add mod">
          <ac:chgData name="arnav8656tiwari@gmail.com" userId="cb05b7863545bd65" providerId="LiveId" clId="{C38803D9-F29C-4654-BEB2-62D3FD17E684}" dt="2025-09-18T13:27:06.569" v="4214" actId="2711"/>
          <ac:spMkLst>
            <pc:docMk/>
            <pc:sldMk cId="1803714466" sldId="277"/>
            <ac:spMk id="2" creationId="{A07573DC-D656-4995-BB60-BF2200CFEF9E}"/>
          </ac:spMkLst>
        </pc:spChg>
        <pc:spChg chg="add mod">
          <ac:chgData name="arnav8656tiwari@gmail.com" userId="cb05b7863545bd65" providerId="LiveId" clId="{C38803D9-F29C-4654-BEB2-62D3FD17E684}" dt="2025-09-18T13:27:06.569" v="4214" actId="2711"/>
          <ac:spMkLst>
            <pc:docMk/>
            <pc:sldMk cId="1803714466" sldId="277"/>
            <ac:spMk id="3" creationId="{1552A4F5-CDC9-4E37-9B7F-FF3EC450F235}"/>
          </ac:spMkLst>
        </pc:spChg>
        <pc:spChg chg="add mod ord">
          <ac:chgData name="arnav8656tiwari@gmail.com" userId="cb05b7863545bd65" providerId="LiveId" clId="{C38803D9-F29C-4654-BEB2-62D3FD17E684}" dt="2025-09-18T13:27:06.569" v="4214" actId="2711"/>
          <ac:spMkLst>
            <pc:docMk/>
            <pc:sldMk cId="1803714466" sldId="277"/>
            <ac:spMk id="4" creationId="{E792D723-2254-40A1-8B5B-9555106FAC04}"/>
          </ac:spMkLst>
        </pc:spChg>
        <pc:spChg chg="add mod ord">
          <ac:chgData name="arnav8656tiwari@gmail.com" userId="cb05b7863545bd65" providerId="LiveId" clId="{C38803D9-F29C-4654-BEB2-62D3FD17E684}" dt="2025-09-18T13:27:06.569" v="4214" actId="2711"/>
          <ac:spMkLst>
            <pc:docMk/>
            <pc:sldMk cId="1803714466" sldId="277"/>
            <ac:spMk id="5" creationId="{EF7EC901-2CC5-4959-999E-954F5DCB8F42}"/>
          </ac:spMkLst>
        </pc:spChg>
        <pc:graphicFrameChg chg="add del mod modGraphic">
          <ac:chgData name="arnav8656tiwari@gmail.com" userId="cb05b7863545bd65" providerId="LiveId" clId="{C38803D9-F29C-4654-BEB2-62D3FD17E684}" dt="2025-09-15T20:03:20.906" v="4126" actId="478"/>
          <ac:graphicFrameMkLst>
            <pc:docMk/>
            <pc:sldMk cId="1803714466" sldId="277"/>
            <ac:graphicFrameMk id="6" creationId="{28CCAB4E-E969-45AC-9473-351473636FFC}"/>
          </ac:graphicFrameMkLst>
        </pc:graphicFrameChg>
        <pc:picChg chg="add mod">
          <ac:chgData name="arnav8656tiwari@gmail.com" userId="cb05b7863545bd65" providerId="LiveId" clId="{C38803D9-F29C-4654-BEB2-62D3FD17E684}" dt="2025-09-15T20:04:50.712" v="4134" actId="14100"/>
          <ac:picMkLst>
            <pc:docMk/>
            <pc:sldMk cId="1803714466" sldId="277"/>
            <ac:picMk id="8" creationId="{DB2179DC-3278-41E3-ADC0-56765D1DCE82}"/>
          </ac:picMkLst>
        </pc:picChg>
      </pc:sldChg>
      <pc:sldChg chg="addSp delSp modSp new mod">
        <pc:chgData name="arnav8656tiwari@gmail.com" userId="cb05b7863545bd65" providerId="LiveId" clId="{C38803D9-F29C-4654-BEB2-62D3FD17E684}" dt="2025-09-18T17:13:35.311" v="4753" actId="1076"/>
        <pc:sldMkLst>
          <pc:docMk/>
          <pc:sldMk cId="1810615196" sldId="278"/>
        </pc:sldMkLst>
        <pc:spChg chg="add mod">
          <ac:chgData name="arnav8656tiwari@gmail.com" userId="cb05b7863545bd65" providerId="LiveId" clId="{C38803D9-F29C-4654-BEB2-62D3FD17E684}" dt="2025-09-18T16:37:47.611" v="4459"/>
          <ac:spMkLst>
            <pc:docMk/>
            <pc:sldMk cId="1810615196" sldId="278"/>
            <ac:spMk id="2" creationId="{276035A7-2784-4483-8CC4-365A949DE36D}"/>
          </ac:spMkLst>
        </pc:spChg>
        <pc:spChg chg="add mod">
          <ac:chgData name="arnav8656tiwari@gmail.com" userId="cb05b7863545bd65" providerId="LiveId" clId="{C38803D9-F29C-4654-BEB2-62D3FD17E684}" dt="2025-09-18T16:37:47.611" v="4459"/>
          <ac:spMkLst>
            <pc:docMk/>
            <pc:sldMk cId="1810615196" sldId="278"/>
            <ac:spMk id="3" creationId="{5BC9CBD3-6002-4299-B18E-6570A920302E}"/>
          </ac:spMkLst>
        </pc:spChg>
        <pc:spChg chg="add del mod">
          <ac:chgData name="arnav8656tiwari@gmail.com" userId="cb05b7863545bd65" providerId="LiveId" clId="{C38803D9-F29C-4654-BEB2-62D3FD17E684}" dt="2025-09-18T17:01:05.705" v="4639" actId="20577"/>
          <ac:spMkLst>
            <pc:docMk/>
            <pc:sldMk cId="1810615196" sldId="278"/>
            <ac:spMk id="4" creationId="{A751B038-455A-4328-9050-69CE14E53B30}"/>
          </ac:spMkLst>
        </pc:spChg>
        <pc:spChg chg="add mod">
          <ac:chgData name="arnav8656tiwari@gmail.com" userId="cb05b7863545bd65" providerId="LiveId" clId="{C38803D9-F29C-4654-BEB2-62D3FD17E684}" dt="2025-09-18T16:37:47.611" v="4459"/>
          <ac:spMkLst>
            <pc:docMk/>
            <pc:sldMk cId="1810615196" sldId="278"/>
            <ac:spMk id="5" creationId="{07B7D8B2-6572-450B-BF2A-2574E9D2FF9D}"/>
          </ac:spMkLst>
        </pc:spChg>
        <pc:spChg chg="add mod">
          <ac:chgData name="arnav8656tiwari@gmail.com" userId="cb05b7863545bd65" providerId="LiveId" clId="{C38803D9-F29C-4654-BEB2-62D3FD17E684}" dt="2025-09-18T17:13:35.311" v="4753" actId="1076"/>
          <ac:spMkLst>
            <pc:docMk/>
            <pc:sldMk cId="1810615196" sldId="278"/>
            <ac:spMk id="7" creationId="{4A1FA146-60B1-4839-B08F-FA9CDAEC5D6D}"/>
          </ac:spMkLst>
        </pc:spChg>
        <pc:spChg chg="add del mod">
          <ac:chgData name="arnav8656tiwari@gmail.com" userId="cb05b7863545bd65" providerId="LiveId" clId="{C38803D9-F29C-4654-BEB2-62D3FD17E684}" dt="2025-09-18T17:12:10.008" v="4721" actId="478"/>
          <ac:spMkLst>
            <pc:docMk/>
            <pc:sldMk cId="1810615196" sldId="278"/>
            <ac:spMk id="8" creationId="{1EE1F614-6CD9-418C-8088-73E0CAFE577B}"/>
          </ac:spMkLst>
        </pc:spChg>
        <pc:graphicFrameChg chg="add mod modGraphic">
          <ac:chgData name="arnav8656tiwari@gmail.com" userId="cb05b7863545bd65" providerId="LiveId" clId="{C38803D9-F29C-4654-BEB2-62D3FD17E684}" dt="2025-09-18T17:13:35.311" v="4753" actId="1076"/>
          <ac:graphicFrameMkLst>
            <pc:docMk/>
            <pc:sldMk cId="1810615196" sldId="278"/>
            <ac:graphicFrameMk id="6" creationId="{2CC26C2A-53F7-4AE6-BF44-D17B37453307}"/>
          </ac:graphicFrameMkLst>
        </pc:graphicFrameChg>
      </pc:sldChg>
      <pc:sldChg chg="addSp delSp modSp new mod ord">
        <pc:chgData name="arnav8656tiwari@gmail.com" userId="cb05b7863545bd65" providerId="LiveId" clId="{C38803D9-F29C-4654-BEB2-62D3FD17E684}" dt="2025-09-18T17:00:37.635" v="4612"/>
        <pc:sldMkLst>
          <pc:docMk/>
          <pc:sldMk cId="3671333856" sldId="279"/>
        </pc:sldMkLst>
        <pc:spChg chg="add mod">
          <ac:chgData name="arnav8656tiwari@gmail.com" userId="cb05b7863545bd65" providerId="LiveId" clId="{C38803D9-F29C-4654-BEB2-62D3FD17E684}" dt="2025-09-18T16:37:55.173" v="4460"/>
          <ac:spMkLst>
            <pc:docMk/>
            <pc:sldMk cId="3671333856" sldId="279"/>
            <ac:spMk id="2" creationId="{70730473-424A-40C1-A1B1-4B4FDEFE3C30}"/>
          </ac:spMkLst>
        </pc:spChg>
        <pc:spChg chg="add mod">
          <ac:chgData name="arnav8656tiwari@gmail.com" userId="cb05b7863545bd65" providerId="LiveId" clId="{C38803D9-F29C-4654-BEB2-62D3FD17E684}" dt="2025-09-18T16:37:55.173" v="4460"/>
          <ac:spMkLst>
            <pc:docMk/>
            <pc:sldMk cId="3671333856" sldId="279"/>
            <ac:spMk id="3" creationId="{8B654372-24D7-4AB4-A872-DE0B2896557B}"/>
          </ac:spMkLst>
        </pc:spChg>
        <pc:spChg chg="add mod">
          <ac:chgData name="arnav8656tiwari@gmail.com" userId="cb05b7863545bd65" providerId="LiveId" clId="{C38803D9-F29C-4654-BEB2-62D3FD17E684}" dt="2025-09-18T17:00:28.544" v="4571" actId="14100"/>
          <ac:spMkLst>
            <pc:docMk/>
            <pc:sldMk cId="3671333856" sldId="279"/>
            <ac:spMk id="4" creationId="{D5ADB0D5-95FB-41DF-AA3C-61BF05B5AD1A}"/>
          </ac:spMkLst>
        </pc:spChg>
        <pc:spChg chg="add mod">
          <ac:chgData name="arnav8656tiwari@gmail.com" userId="cb05b7863545bd65" providerId="LiveId" clId="{C38803D9-F29C-4654-BEB2-62D3FD17E684}" dt="2025-09-18T17:00:35.267" v="4610" actId="14100"/>
          <ac:spMkLst>
            <pc:docMk/>
            <pc:sldMk cId="3671333856" sldId="279"/>
            <ac:spMk id="5" creationId="{23CF1D4F-2AE5-4E0C-8E7F-701BF0EA48AA}"/>
          </ac:spMkLst>
        </pc:spChg>
        <pc:spChg chg="add del">
          <ac:chgData name="arnav8656tiwari@gmail.com" userId="cb05b7863545bd65" providerId="LiveId" clId="{C38803D9-F29C-4654-BEB2-62D3FD17E684}" dt="2025-09-18T16:54:56.151" v="4464" actId="478"/>
          <ac:spMkLst>
            <pc:docMk/>
            <pc:sldMk cId="3671333856" sldId="279"/>
            <ac:spMk id="7" creationId="{691EA608-9515-4BBA-85CD-C1C2221CAC0D}"/>
          </ac:spMkLst>
        </pc:spChg>
        <pc:spChg chg="add mod">
          <ac:chgData name="arnav8656tiwari@gmail.com" userId="cb05b7863545bd65" providerId="LiveId" clId="{C38803D9-F29C-4654-BEB2-62D3FD17E684}" dt="2025-09-18T16:58:56.412" v="4520" actId="1076"/>
          <ac:spMkLst>
            <pc:docMk/>
            <pc:sldMk cId="3671333856" sldId="279"/>
            <ac:spMk id="9" creationId="{BFA5BEBE-0F33-44F0-ABB8-AC925A45B628}"/>
          </ac:spMkLst>
        </pc:spChg>
        <pc:spChg chg="add del mod">
          <ac:chgData name="arnav8656tiwari@gmail.com" userId="cb05b7863545bd65" providerId="LiveId" clId="{C38803D9-F29C-4654-BEB2-62D3FD17E684}" dt="2025-09-18T16:57:48.108" v="4492"/>
          <ac:spMkLst>
            <pc:docMk/>
            <pc:sldMk cId="3671333856" sldId="279"/>
            <ac:spMk id="10" creationId="{B7AD14A1-28A6-4348-952A-D978FC2B3E35}"/>
          </ac:spMkLst>
        </pc:spChg>
        <pc:graphicFrameChg chg="add mod">
          <ac:chgData name="arnav8656tiwari@gmail.com" userId="cb05b7863545bd65" providerId="LiveId" clId="{C38803D9-F29C-4654-BEB2-62D3FD17E684}" dt="2025-09-18T16:59:32.456" v="4525"/>
          <ac:graphicFrameMkLst>
            <pc:docMk/>
            <pc:sldMk cId="3671333856" sldId="279"/>
            <ac:graphicFrameMk id="8" creationId="{27866FAE-0B47-4C99-969C-53688DEC86B8}"/>
          </ac:graphicFrameMkLst>
        </pc:graphicFrameChg>
        <pc:cxnChg chg="add mod">
          <ac:chgData name="arnav8656tiwari@gmail.com" userId="cb05b7863545bd65" providerId="LiveId" clId="{C38803D9-F29C-4654-BEB2-62D3FD17E684}" dt="2025-09-18T16:59:24.425" v="4524" actId="13822"/>
          <ac:cxnSpMkLst>
            <pc:docMk/>
            <pc:sldMk cId="3671333856" sldId="279"/>
            <ac:cxnSpMk id="12" creationId="{3DEE2CA5-7DED-41DA-BB4B-0ED4E3569D81}"/>
          </ac:cxnSpMkLst>
        </pc:cxnChg>
      </pc:sldChg>
      <pc:sldChg chg="addSp modSp new">
        <pc:chgData name="arnav8656tiwari@gmail.com" userId="cb05b7863545bd65" providerId="LiveId" clId="{C38803D9-F29C-4654-BEB2-62D3FD17E684}" dt="2025-09-18T17:26:25.317" v="4761"/>
        <pc:sldMkLst>
          <pc:docMk/>
          <pc:sldMk cId="1732080741" sldId="280"/>
        </pc:sldMkLst>
        <pc:spChg chg="add mod">
          <ac:chgData name="arnav8656tiwari@gmail.com" userId="cb05b7863545bd65" providerId="LiveId" clId="{C38803D9-F29C-4654-BEB2-62D3FD17E684}" dt="2025-09-18T17:26:25.317" v="4761"/>
          <ac:spMkLst>
            <pc:docMk/>
            <pc:sldMk cId="1732080741" sldId="280"/>
            <ac:spMk id="2" creationId="{9A568C64-5AEC-4625-A3D3-94C51373F45A}"/>
          </ac:spMkLst>
        </pc:spChg>
        <pc:spChg chg="add mod">
          <ac:chgData name="arnav8656tiwari@gmail.com" userId="cb05b7863545bd65" providerId="LiveId" clId="{C38803D9-F29C-4654-BEB2-62D3FD17E684}" dt="2025-09-18T17:26:25.317" v="4761"/>
          <ac:spMkLst>
            <pc:docMk/>
            <pc:sldMk cId="1732080741" sldId="280"/>
            <ac:spMk id="3" creationId="{045344D2-CD05-479E-9BAC-9522B3256A44}"/>
          </ac:spMkLst>
        </pc:spChg>
      </pc:sldChg>
      <pc:sldChg chg="addSp modSp new">
        <pc:chgData name="arnav8656tiwari@gmail.com" userId="cb05b7863545bd65" providerId="LiveId" clId="{C38803D9-F29C-4654-BEB2-62D3FD17E684}" dt="2025-09-18T17:26:27.547" v="4762"/>
        <pc:sldMkLst>
          <pc:docMk/>
          <pc:sldMk cId="2316276907" sldId="281"/>
        </pc:sldMkLst>
        <pc:spChg chg="add mod">
          <ac:chgData name="arnav8656tiwari@gmail.com" userId="cb05b7863545bd65" providerId="LiveId" clId="{C38803D9-F29C-4654-BEB2-62D3FD17E684}" dt="2025-09-18T17:26:27.547" v="4762"/>
          <ac:spMkLst>
            <pc:docMk/>
            <pc:sldMk cId="2316276907" sldId="281"/>
            <ac:spMk id="2" creationId="{8EC0C6B8-A800-4259-B049-F5AD8FC799F5}"/>
          </ac:spMkLst>
        </pc:spChg>
        <pc:spChg chg="add mod">
          <ac:chgData name="arnav8656tiwari@gmail.com" userId="cb05b7863545bd65" providerId="LiveId" clId="{C38803D9-F29C-4654-BEB2-62D3FD17E684}" dt="2025-09-18T17:26:27.547" v="4762"/>
          <ac:spMkLst>
            <pc:docMk/>
            <pc:sldMk cId="2316276907" sldId="281"/>
            <ac:spMk id="3" creationId="{433A591B-B8B4-435E-9847-BCA28624AF50}"/>
          </ac:spMkLst>
        </pc:spChg>
      </pc:sldChg>
      <pc:sldChg chg="addSp delSp modSp new mod">
        <pc:chgData name="arnav8656tiwari@gmail.com" userId="cb05b7863545bd65" providerId="LiveId" clId="{C38803D9-F29C-4654-BEB2-62D3FD17E684}" dt="2025-09-18T17:26:29.212" v="4763"/>
        <pc:sldMkLst>
          <pc:docMk/>
          <pc:sldMk cId="2106753217" sldId="282"/>
        </pc:sldMkLst>
        <pc:spChg chg="del">
          <ac:chgData name="arnav8656tiwari@gmail.com" userId="cb05b7863545bd65" providerId="LiveId" clId="{C38803D9-F29C-4654-BEB2-62D3FD17E684}" dt="2025-09-18T17:14:15.369" v="4759" actId="478"/>
          <ac:spMkLst>
            <pc:docMk/>
            <pc:sldMk cId="2106753217" sldId="282"/>
            <ac:spMk id="2" creationId="{78971545-41F9-4AA8-B189-CAE023E63857}"/>
          </ac:spMkLst>
        </pc:spChg>
        <pc:spChg chg="del">
          <ac:chgData name="arnav8656tiwari@gmail.com" userId="cb05b7863545bd65" providerId="LiveId" clId="{C38803D9-F29C-4654-BEB2-62D3FD17E684}" dt="2025-09-18T17:14:15.369" v="4759" actId="478"/>
          <ac:spMkLst>
            <pc:docMk/>
            <pc:sldMk cId="2106753217" sldId="282"/>
            <ac:spMk id="3" creationId="{B3F75280-A74A-4D0A-944C-4E329610DDA1}"/>
          </ac:spMkLst>
        </pc:spChg>
        <pc:spChg chg="del">
          <ac:chgData name="arnav8656tiwari@gmail.com" userId="cb05b7863545bd65" providerId="LiveId" clId="{C38803D9-F29C-4654-BEB2-62D3FD17E684}" dt="2025-09-18T17:14:15.369" v="4759" actId="478"/>
          <ac:spMkLst>
            <pc:docMk/>
            <pc:sldMk cId="2106753217" sldId="282"/>
            <ac:spMk id="4" creationId="{C348A0FC-55F1-4B55-8B0E-1EAC4DBF99E3}"/>
          </ac:spMkLst>
        </pc:spChg>
        <pc:spChg chg="add mod">
          <ac:chgData name="arnav8656tiwari@gmail.com" userId="cb05b7863545bd65" providerId="LiveId" clId="{C38803D9-F29C-4654-BEB2-62D3FD17E684}" dt="2025-09-18T17:26:29.212" v="4763"/>
          <ac:spMkLst>
            <pc:docMk/>
            <pc:sldMk cId="2106753217" sldId="282"/>
            <ac:spMk id="5" creationId="{2D4A05D7-31E8-4DD8-9BAC-FB8237307D26}"/>
          </ac:spMkLst>
        </pc:spChg>
        <pc:spChg chg="add mod">
          <ac:chgData name="arnav8656tiwari@gmail.com" userId="cb05b7863545bd65" providerId="LiveId" clId="{C38803D9-F29C-4654-BEB2-62D3FD17E684}" dt="2025-09-18T17:26:29.212" v="4763"/>
          <ac:spMkLst>
            <pc:docMk/>
            <pc:sldMk cId="2106753217" sldId="282"/>
            <ac:spMk id="6" creationId="{3116ABE7-E1A5-476B-BD08-BFCC4E4AE513}"/>
          </ac:spMkLst>
        </pc:spChg>
      </pc:sldChg>
      <pc:sldChg chg="addSp modSp new">
        <pc:chgData name="arnav8656tiwari@gmail.com" userId="cb05b7863545bd65" providerId="LiveId" clId="{C38803D9-F29C-4654-BEB2-62D3FD17E684}" dt="2025-09-18T17:26:30.893" v="4764"/>
        <pc:sldMkLst>
          <pc:docMk/>
          <pc:sldMk cId="11560265" sldId="283"/>
        </pc:sldMkLst>
        <pc:spChg chg="add mod">
          <ac:chgData name="arnav8656tiwari@gmail.com" userId="cb05b7863545bd65" providerId="LiveId" clId="{C38803D9-F29C-4654-BEB2-62D3FD17E684}" dt="2025-09-18T17:26:30.893" v="4764"/>
          <ac:spMkLst>
            <pc:docMk/>
            <pc:sldMk cId="11560265" sldId="283"/>
            <ac:spMk id="2" creationId="{1E02DF9B-6F1A-4989-A0EB-4E43E36AEC35}"/>
          </ac:spMkLst>
        </pc:spChg>
        <pc:spChg chg="add mod">
          <ac:chgData name="arnav8656tiwari@gmail.com" userId="cb05b7863545bd65" providerId="LiveId" clId="{C38803D9-F29C-4654-BEB2-62D3FD17E684}" dt="2025-09-18T17:26:30.893" v="4764"/>
          <ac:spMkLst>
            <pc:docMk/>
            <pc:sldMk cId="11560265" sldId="283"/>
            <ac:spMk id="3" creationId="{948BF807-B3F3-48D7-8D38-6057CCEA6ED0}"/>
          </ac:spMkLst>
        </pc:spChg>
      </pc:sldChg>
      <pc:sldMasterChg chg="setBg modSldLayout">
        <pc:chgData name="arnav8656tiwari@gmail.com" userId="cb05b7863545bd65" providerId="LiveId" clId="{C38803D9-F29C-4654-BEB2-62D3FD17E684}" dt="2025-09-15T11:24:11.199" v="1403"/>
        <pc:sldMasterMkLst>
          <pc:docMk/>
          <pc:sldMasterMk cId="0" sldId="2147483648"/>
        </pc:sldMasterMkLst>
        <pc:sldLayoutChg chg="setBg">
          <pc:chgData name="arnav8656tiwari@gmail.com" userId="cb05b7863545bd65" providerId="LiveId" clId="{C38803D9-F29C-4654-BEB2-62D3FD17E684}" dt="2025-09-15T11:24:11.199" v="1403"/>
          <pc:sldLayoutMkLst>
            <pc:docMk/>
            <pc:sldMasterMk cId="0" sldId="2147483648"/>
            <pc:sldLayoutMk cId="0" sldId="2147483661"/>
          </pc:sldLayoutMkLst>
        </pc:sldLayoutChg>
        <pc:sldLayoutChg chg="setBg">
          <pc:chgData name="arnav8656tiwari@gmail.com" userId="cb05b7863545bd65" providerId="LiveId" clId="{C38803D9-F29C-4654-BEB2-62D3FD17E684}" dt="2025-09-15T11:24:11.199" v="1403"/>
          <pc:sldLayoutMkLst>
            <pc:docMk/>
            <pc:sldMasterMk cId="0" sldId="2147483648"/>
            <pc:sldLayoutMk cId="0" sldId="2147483662"/>
          </pc:sldLayoutMkLst>
        </pc:sldLayoutChg>
        <pc:sldLayoutChg chg="setBg">
          <pc:chgData name="arnav8656tiwari@gmail.com" userId="cb05b7863545bd65" providerId="LiveId" clId="{C38803D9-F29C-4654-BEB2-62D3FD17E684}" dt="2025-09-15T11:24:11.199" v="1403"/>
          <pc:sldLayoutMkLst>
            <pc:docMk/>
            <pc:sldMasterMk cId="0" sldId="2147483648"/>
            <pc:sldLayoutMk cId="0" sldId="2147483663"/>
          </pc:sldLayoutMkLst>
        </pc:sldLayoutChg>
        <pc:sldLayoutChg chg="setBg">
          <pc:chgData name="arnav8656tiwari@gmail.com" userId="cb05b7863545bd65" providerId="LiveId" clId="{C38803D9-F29C-4654-BEB2-62D3FD17E684}" dt="2025-09-15T11:24:11.199" v="1403"/>
          <pc:sldLayoutMkLst>
            <pc:docMk/>
            <pc:sldMasterMk cId="0" sldId="2147483648"/>
            <pc:sldLayoutMk cId="0" sldId="2147483664"/>
          </pc:sldLayoutMkLst>
        </pc:sldLayoutChg>
        <pc:sldLayoutChg chg="setBg">
          <pc:chgData name="arnav8656tiwari@gmail.com" userId="cb05b7863545bd65" providerId="LiveId" clId="{C38803D9-F29C-4654-BEB2-62D3FD17E684}" dt="2025-09-15T11:24:11.199" v="1403"/>
          <pc:sldLayoutMkLst>
            <pc:docMk/>
            <pc:sldMasterMk cId="0" sldId="2147483648"/>
            <pc:sldLayoutMk cId="0" sldId="2147483665"/>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cb05b7863545bd65/Desktop/V%20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cb05b7863545bd65/Desktop/V%20Fina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cb05b7863545bd65/Desktop/SEND/IT%20Ticket%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cb05b7863545bd65/Desktop/FINAL%20PROJECT/DOC%20for%20Ans/IT%20Tickets%20Analysis%20Dashboard.xlsx" TargetMode="External"/><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cb05b7863545bd65/Desktop/SEND/IT%20Ticket%20Analysis.xlsx" TargetMode="External"/><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cb05b7863545bd65/Desktop/SEND/IT%20Ticket%20Analysis.xlsx" TargetMode="External"/><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cb05b7863545bd65/Desktop/SEND/IT%20Ticket%20Analysis.xlsx" TargetMode="External"/><Relationship Id="rId2" Type="http://schemas.microsoft.com/office/2011/relationships/chartColorStyle" Target="colors8.xml"/><Relationship Id="rId1" Type="http://schemas.microsoft.com/office/2011/relationships/chartStyle" Target="style8.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cb05b7863545bd65/Desktop/SEND/IT%20Ticket%20Analysis.xlsx" TargetMode="External"/><Relationship Id="rId2" Type="http://schemas.microsoft.com/office/2011/relationships/chartColorStyle" Target="colors9.xml"/><Relationship Id="rId1" Type="http://schemas.microsoft.com/office/2011/relationships/chartStyle" Target="style9.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cb05b7863545bd65/Desktop/V%20Final.xlsx" TargetMode="External"/><Relationship Id="rId2" Type="http://schemas.microsoft.com/office/2011/relationships/chartColorStyle" Target="colors10.xml"/><Relationship Id="rId1" Type="http://schemas.microsoft.com/office/2011/relationships/chartStyle" Target="style10.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cb05b7863545bd65/Desktop/V%20Final.xlsx" TargetMode="External"/><Relationship Id="rId2" Type="http://schemas.microsoft.com/office/2011/relationships/chartColorStyle" Target="colors11.xml"/><Relationship Id="rId1" Type="http://schemas.microsoft.com/office/2011/relationships/chartStyle" Target="style11.xml"/></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cb05b7863545bd65/Desktop/V%20Final.xlsx" TargetMode="External"/><Relationship Id="rId2" Type="http://schemas.microsoft.com/office/2011/relationships/chartColorStyle" Target="colors12.xml"/><Relationship Id="rId1" Type="http://schemas.microsoft.com/office/2011/relationships/chartStyle" Target="style12.xml"/></Relationships>
</file>

<file path=ppt/charts/_rels/chart12.xml.rels><?xml version="1.0" encoding="UTF-8" standalone="yes"?>
<Relationships xmlns="http://schemas.openxmlformats.org/package/2006/relationships"><Relationship Id="rId3" Type="http://schemas.openxmlformats.org/officeDocument/2006/relationships/oleObject" Target="https://d.docs.live.net/cb05b7863545bd65/Desktop/SEND/IT%20Ticket%20Analysis.xlsx" TargetMode="External"/><Relationship Id="rId2" Type="http://schemas.microsoft.com/office/2011/relationships/chartColorStyle" Target="colors13.xml"/><Relationship Id="rId1" Type="http://schemas.microsoft.com/office/2011/relationships/chartStyle" Target="style13.xml"/></Relationships>
</file>

<file path=ppt/charts/_rels/chart13.xml.rels><?xml version="1.0" encoding="UTF-8" standalone="yes"?>
<Relationships xmlns="http://schemas.openxmlformats.org/package/2006/relationships"><Relationship Id="rId3" Type="http://schemas.openxmlformats.org/officeDocument/2006/relationships/oleObject" Target="https://d.docs.live.net/cb05b7863545bd65/Desktop/SEND/IT%20Ticket%20Analysis.xlsx" TargetMode="External"/><Relationship Id="rId2" Type="http://schemas.microsoft.com/office/2011/relationships/chartColorStyle" Target="colors14.xml"/><Relationship Id="rId1" Type="http://schemas.microsoft.com/office/2011/relationships/chartStyle" Target="style14.xml"/></Relationships>
</file>

<file path=ppt/charts/_rels/chart14.xml.rels><?xml version="1.0" encoding="UTF-8" standalone="yes"?>
<Relationships xmlns="http://schemas.openxmlformats.org/package/2006/relationships"><Relationship Id="rId3" Type="http://schemas.openxmlformats.org/officeDocument/2006/relationships/oleObject" Target="https://d.docs.live.net/cb05b7863545bd65/Desktop/SEND/IT%20Ticket%20Analysis.xlsx" TargetMode="External"/><Relationship Id="rId2" Type="http://schemas.microsoft.com/office/2011/relationships/chartColorStyle" Target="colors15.xml"/><Relationship Id="rId1" Type="http://schemas.microsoft.com/office/2011/relationships/chartStyle" Target="style15.xml"/></Relationships>
</file>

<file path=ppt/charts/_rels/chartEx1.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https://d.docs.live.net/cb05b7863545bd65/Desktop/SEND/IT%20Ticket%20Analysi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[V Final.xlsx]KPI!CategoryResolution</c:name>
    <c:fmtId val="-1"/>
  </c:pivotSource>
  <c:chart>
    <c:autoTitleDeleted val="1"/>
    <c:pivotFmts>
      <c:pivotFmt>
        <c:idx val="0"/>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
        <c:dLbl>
          <c:idx val="0"/>
          <c:layout>
            <c:manualLayout>
              <c:x val="-1.0269147005242713E-3"/>
              <c:y val="-1.260579536025155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3"/>
        <c:dLbl>
          <c:idx val="0"/>
          <c:layout>
            <c:manualLayout>
              <c:x val="-1.8420771314625881E-3"/>
              <c:y val="-4.718957552337686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4"/>
        <c:dLbl>
          <c:idx val="0"/>
          <c:layout>
            <c:manualLayout>
              <c:x val="1.3383041418147754E-3"/>
              <c:y val="-0.16413485939299455"/>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5"/>
        <c:dLbl>
          <c:idx val="0"/>
          <c:layout>
            <c:manualLayout>
              <c:x val="5.2314171087639364E-4"/>
              <c:y val="-3.4914341581098463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6"/>
        <c:dLbl>
          <c:idx val="0"/>
          <c:layout>
            <c:manualLayout>
              <c:x val="-8.5147878324203424E-2"/>
              <c:y val="5.2926072645221095E-3"/>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7"/>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
        <c:dLbl>
          <c:idx val="0"/>
          <c:layout>
            <c:manualLayout>
              <c:x val="1.3383041418147754E-3"/>
              <c:y val="-0.16413485939299455"/>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9"/>
        <c:dLbl>
          <c:idx val="0"/>
          <c:layout>
            <c:manualLayout>
              <c:x val="-1.8420771314625881E-3"/>
              <c:y val="-4.718957552337686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10"/>
        <c:dLbl>
          <c:idx val="0"/>
          <c:layout>
            <c:manualLayout>
              <c:x val="-1.0269147005242713E-3"/>
              <c:y val="-1.260579536025155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11"/>
        <c:dLbl>
          <c:idx val="0"/>
          <c:layout>
            <c:manualLayout>
              <c:x val="5.2314171087639364E-4"/>
              <c:y val="-3.4914341581098463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12"/>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13"/>
        <c:dLbl>
          <c:idx val="0"/>
          <c:layout>
            <c:manualLayout>
              <c:x val="-8.5147878324203424E-2"/>
              <c:y val="5.2926072645221095E-3"/>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14"/>
        <c:dLbl>
          <c:idx val="0"/>
          <c:dLblPos val="inBase"/>
          <c:showLegendKey val="0"/>
          <c:showVal val="1"/>
          <c:showCatName val="0"/>
          <c:showSerName val="0"/>
          <c:showPercent val="0"/>
          <c:showBubbleSize val="0"/>
          <c:extLst>
            <c:ext xmlns:c15="http://schemas.microsoft.com/office/drawing/2012/chart" uri="{CE6537A1-D6FC-4f65-9D91-7224C49458BB}"/>
          </c:extLst>
        </c:dLbl>
      </c:pivotFmt>
      <c:pivotFmt>
        <c:idx val="15"/>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6"/>
        <c:dLbl>
          <c:idx val="0"/>
          <c:showLegendKey val="1"/>
          <c:showVal val="1"/>
          <c:showCatName val="1"/>
          <c:showSerName val="1"/>
          <c:showPercent val="1"/>
          <c:showBubbleSize val="1"/>
          <c:extLst>
            <c:ext xmlns:c15="http://schemas.microsoft.com/office/drawing/2012/chart" uri="{CE6537A1-D6FC-4f65-9D91-7224C49458BB}"/>
          </c:extLst>
        </c:dLbl>
      </c:pivotFmt>
      <c:pivotFmt>
        <c:idx val="17"/>
        <c:dLbl>
          <c:idx val="0"/>
          <c:showLegendKey val="1"/>
          <c:showVal val="1"/>
          <c:showCatName val="1"/>
          <c:showSerName val="1"/>
          <c:showPercent val="1"/>
          <c:showBubbleSize val="1"/>
          <c:extLst>
            <c:ext xmlns:c15="http://schemas.microsoft.com/office/drawing/2012/chart" uri="{CE6537A1-D6FC-4f65-9D91-7224C49458BB}"/>
          </c:extLst>
        </c:dLbl>
      </c:pivotFmt>
      <c:pivotFmt>
        <c:idx val="18"/>
        <c:dLbl>
          <c:idx val="0"/>
          <c:showLegendKey val="1"/>
          <c:showVal val="1"/>
          <c:showCatName val="1"/>
          <c:showSerName val="1"/>
          <c:showPercent val="1"/>
          <c:showBubbleSize val="1"/>
          <c:extLst>
            <c:ext xmlns:c15="http://schemas.microsoft.com/office/drawing/2012/chart" uri="{CE6537A1-D6FC-4f65-9D91-7224C49458BB}"/>
          </c:extLst>
        </c:dLbl>
      </c:pivotFmt>
      <c:pivotFmt>
        <c:idx val="19"/>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0"/>
        <c:dLbl>
          <c:idx val="0"/>
          <c:layout>
            <c:manualLayout>
              <c:x val="0"/>
              <c:y val="-1.6103365857060438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21"/>
        <c:dLbl>
          <c:idx val="0"/>
          <c:layout>
            <c:manualLayout>
              <c:x val="0"/>
              <c:y val="4.8310097571181314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22"/>
        <c:dLbl>
          <c:idx val="0"/>
          <c:layout>
            <c:manualLayout>
              <c:x val="-4.6196556280529689E-17"/>
              <c:y val="4.0258414642651057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23"/>
        <c:dLbl>
          <c:idx val="0"/>
          <c:layout>
            <c:manualLayout>
              <c:x val="5.0536692301565321E-3"/>
              <c:y val="2.4166500893905856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24"/>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5"/>
        <c:dLbl>
          <c:idx val="0"/>
          <c:layout>
            <c:manualLayout>
              <c:x val="5.0536692301565321E-3"/>
              <c:y val="2.4166500893905856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26"/>
        <c:dLbl>
          <c:idx val="0"/>
          <c:layout>
            <c:manualLayout>
              <c:x val="-4.6196556280529689E-17"/>
              <c:y val="4.0258414642651057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27"/>
        <c:dLbl>
          <c:idx val="0"/>
          <c:layout>
            <c:manualLayout>
              <c:x val="0"/>
              <c:y val="4.8310097571181314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28"/>
        <c:dLbl>
          <c:idx val="0"/>
          <c:layout>
            <c:manualLayout>
              <c:x val="0"/>
              <c:y val="-1.6103365857060438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29"/>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0"/>
        <c:dLbl>
          <c:idx val="0"/>
          <c:layout>
            <c:manualLayout>
              <c:x val="5.0536692301565321E-3"/>
              <c:y val="2.4166500893905856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31"/>
        <c:dLbl>
          <c:idx val="0"/>
          <c:layout>
            <c:manualLayout>
              <c:x val="-4.6196556280529689E-17"/>
              <c:y val="4.0258414642651057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32"/>
        <c:dLbl>
          <c:idx val="0"/>
          <c:layout>
            <c:manualLayout>
              <c:x val="0"/>
              <c:y val="4.8310097571181314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33"/>
        <c:dLbl>
          <c:idx val="0"/>
          <c:layout>
            <c:manualLayout>
              <c:x val="0"/>
              <c:y val="-1.6103365857060438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34"/>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5"/>
        <c:dLbl>
          <c:idx val="0"/>
          <c:layout>
            <c:manualLayout>
              <c:x val="5.0536692301565321E-3"/>
              <c:y val="2.4166500893905856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36"/>
        <c:dLbl>
          <c:idx val="0"/>
          <c:layout>
            <c:manualLayout>
              <c:x val="-4.6196556280529689E-17"/>
              <c:y val="4.0258414642651057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37"/>
        <c:dLbl>
          <c:idx val="0"/>
          <c:layout>
            <c:manualLayout>
              <c:x val="0"/>
              <c:y val="4.8310097571181314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38"/>
        <c:dLbl>
          <c:idx val="0"/>
          <c:layout>
            <c:manualLayout>
              <c:x val="0"/>
              <c:y val="-1.6103365857060438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39"/>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0"/>
        <c:dLbl>
          <c:idx val="0"/>
          <c:layout>
            <c:manualLayout>
              <c:x val="5.0536692301565321E-3"/>
              <c:y val="2.4166500893905856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41"/>
        <c:dLbl>
          <c:idx val="0"/>
          <c:layout>
            <c:manualLayout>
              <c:x val="-4.6196556280529689E-17"/>
              <c:y val="4.0258414642651057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42"/>
        <c:dLbl>
          <c:idx val="0"/>
          <c:layout>
            <c:manualLayout>
              <c:x val="0"/>
              <c:y val="4.8310097571181314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43"/>
        <c:dLbl>
          <c:idx val="0"/>
          <c:layout>
            <c:manualLayout>
              <c:x val="0"/>
              <c:y val="-1.6103365857060438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44"/>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5"/>
        <c:dLbl>
          <c:idx val="0"/>
          <c:layout>
            <c:manualLayout>
              <c:x val="5.0536692301565321E-3"/>
              <c:y val="2.4166500893905856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46"/>
        <c:dLbl>
          <c:idx val="0"/>
          <c:layout>
            <c:manualLayout>
              <c:x val="-4.6196556280529689E-17"/>
              <c:y val="4.0258414642651057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47"/>
        <c:dLbl>
          <c:idx val="0"/>
          <c:layout>
            <c:manualLayout>
              <c:x val="0"/>
              <c:y val="4.8310097571181314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48"/>
        <c:dLbl>
          <c:idx val="0"/>
          <c:layout>
            <c:manualLayout>
              <c:x val="0"/>
              <c:y val="-1.6103365857060438E-2"/>
            </c:manualLayout>
          </c:layout>
          <c:dLblPos val="outEnd"/>
          <c:showLegendKey val="0"/>
          <c:showVal val="1"/>
          <c:showCatName val="0"/>
          <c:showSerName val="0"/>
          <c:showPercent val="0"/>
          <c:showBubbleSize val="0"/>
          <c:extLst>
            <c:ext xmlns:c15="http://schemas.microsoft.com/office/drawing/2012/chart" uri="{CE6537A1-D6FC-4f65-9D91-7224C49458BB}"/>
          </c:extLst>
        </c:dLbl>
      </c:pivotFmt>
      <c:pivotFmt>
        <c:idx val="4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1.352279231672211E-3"/>
              <c:y val="5.9606340119109464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3.7012815177236012E-3"/>
              <c:y val="3.8467449032135578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3.7012815177236012E-3"/>
              <c:y val="9.748030611109106E-4"/>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0"/>
              <c:y val="-1.610336585706043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5"/>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1.352279231672211E-3"/>
              <c:y val="5.9606340119109464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3.7012815177236012E-3"/>
              <c:y val="3.8467449032135578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7"/>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3.7012815177236012E-3"/>
              <c:y val="9.748030611109106E-4"/>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0"/>
              <c:y val="-1.610336585706043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1.352279231672211E-3"/>
              <c:y val="5.9606340119109464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3.7012815177236012E-3"/>
              <c:y val="3.8467449032135578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3.7012815177236012E-3"/>
              <c:y val="9.748030611109106E-4"/>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layout>
            <c:manualLayout>
              <c:x val="0"/>
              <c:y val="-1.6103365857060438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2.8235119076107044E-2"/>
          <c:y val="2.3413376483279395E-2"/>
          <c:w val="0.9717648809238929"/>
          <c:h val="0.90130010787486514"/>
        </c:manualLayout>
      </c:layout>
      <c:barChart>
        <c:barDir val="col"/>
        <c:grouping val="clustered"/>
        <c:varyColors val="1"/>
        <c:ser>
          <c:idx val="0"/>
          <c:order val="0"/>
          <c:tx>
            <c:strRef>
              <c:f>KPI!$AU$6</c:f>
              <c:strCache>
                <c:ptCount val="1"/>
                <c:pt idx="0">
                  <c:v>Total</c:v>
                </c:pt>
              </c:strCache>
            </c:strRef>
          </c:tx>
          <c:invertIfNegative val="0"/>
          <c:dPt>
            <c:idx val="0"/>
            <c:invertIfNegative val="0"/>
            <c:bubble3D val="0"/>
            <c:spPr>
              <a:gradFill rotWithShape="1">
                <a:gsLst>
                  <a:gs pos="0">
                    <a:schemeClr val="accent4">
                      <a:shade val="58000"/>
                      <a:shade val="51000"/>
                      <a:satMod val="130000"/>
                    </a:schemeClr>
                  </a:gs>
                  <a:gs pos="80000">
                    <a:schemeClr val="accent4">
                      <a:shade val="58000"/>
                      <a:shade val="93000"/>
                      <a:satMod val="130000"/>
                    </a:schemeClr>
                  </a:gs>
                  <a:gs pos="100000">
                    <a:schemeClr val="accent4">
                      <a:shade val="58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8604-4D8B-A46D-32D630D60F7B}"/>
              </c:ext>
            </c:extLst>
          </c:dPt>
          <c:dPt>
            <c:idx val="1"/>
            <c:invertIfNegative val="0"/>
            <c:bubble3D val="0"/>
            <c:spPr>
              <a:gradFill rotWithShape="1">
                <a:gsLst>
                  <a:gs pos="0">
                    <a:schemeClr val="accent4">
                      <a:shade val="86000"/>
                      <a:shade val="51000"/>
                      <a:satMod val="130000"/>
                    </a:schemeClr>
                  </a:gs>
                  <a:gs pos="80000">
                    <a:schemeClr val="accent4">
                      <a:shade val="86000"/>
                      <a:shade val="93000"/>
                      <a:satMod val="130000"/>
                    </a:schemeClr>
                  </a:gs>
                  <a:gs pos="100000">
                    <a:schemeClr val="accent4">
                      <a:shade val="86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8604-4D8B-A46D-32D630D60F7B}"/>
              </c:ext>
            </c:extLst>
          </c:dPt>
          <c:dPt>
            <c:idx val="2"/>
            <c:invertIfNegative val="0"/>
            <c:bubble3D val="0"/>
            <c:spPr>
              <a:gradFill rotWithShape="1">
                <a:gsLst>
                  <a:gs pos="0">
                    <a:schemeClr val="accent4">
                      <a:tint val="86000"/>
                      <a:shade val="51000"/>
                      <a:satMod val="130000"/>
                    </a:schemeClr>
                  </a:gs>
                  <a:gs pos="80000">
                    <a:schemeClr val="accent4">
                      <a:tint val="86000"/>
                      <a:shade val="93000"/>
                      <a:satMod val="130000"/>
                    </a:schemeClr>
                  </a:gs>
                  <a:gs pos="100000">
                    <a:schemeClr val="accent4">
                      <a:tint val="86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8604-4D8B-A46D-32D630D60F7B}"/>
              </c:ext>
            </c:extLst>
          </c:dPt>
          <c:dPt>
            <c:idx val="3"/>
            <c:invertIfNegative val="0"/>
            <c:bubble3D val="0"/>
            <c:spPr>
              <a:gradFill rotWithShape="1">
                <a:gsLst>
                  <a:gs pos="0">
                    <a:schemeClr val="accent4">
                      <a:tint val="58000"/>
                      <a:shade val="51000"/>
                      <a:satMod val="130000"/>
                    </a:schemeClr>
                  </a:gs>
                  <a:gs pos="80000">
                    <a:schemeClr val="accent4">
                      <a:tint val="58000"/>
                      <a:shade val="93000"/>
                      <a:satMod val="130000"/>
                    </a:schemeClr>
                  </a:gs>
                  <a:gs pos="100000">
                    <a:schemeClr val="accent4">
                      <a:tint val="58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7-8604-4D8B-A46D-32D630D60F7B}"/>
              </c:ext>
            </c:extLst>
          </c:dPt>
          <c:dLbls>
            <c:dLbl>
              <c:idx val="0"/>
              <c:layout>
                <c:manualLayout>
                  <c:x val="1.352279231672211E-3"/>
                  <c:y val="5.960634011910946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604-4D8B-A46D-32D630D60F7B}"/>
                </c:ext>
              </c:extLst>
            </c:dLbl>
            <c:dLbl>
              <c:idx val="1"/>
              <c:layout>
                <c:manualLayout>
                  <c:x val="3.7012815177236012E-3"/>
                  <c:y val="3.846744903213557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604-4D8B-A46D-32D630D60F7B}"/>
                </c:ext>
              </c:extLst>
            </c:dLbl>
            <c:dLbl>
              <c:idx val="2"/>
              <c:layout>
                <c:manualLayout>
                  <c:x val="-3.7012815177236012E-3"/>
                  <c:y val="9.748030611109106E-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604-4D8B-A46D-32D630D60F7B}"/>
                </c:ext>
              </c:extLst>
            </c:dLbl>
            <c:dLbl>
              <c:idx val="3"/>
              <c:layout>
                <c:manualLayout>
                  <c:x val="0"/>
                  <c:y val="-1.61033658570604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604-4D8B-A46D-32D630D60F7B}"/>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KPI!$AT$7:$AT$11</c:f>
              <c:strCache>
                <c:ptCount val="4"/>
                <c:pt idx="0">
                  <c:v>Hardware</c:v>
                </c:pt>
                <c:pt idx="1">
                  <c:v>System</c:v>
                </c:pt>
                <c:pt idx="2">
                  <c:v>Software</c:v>
                </c:pt>
                <c:pt idx="3">
                  <c:v>Login Access</c:v>
                </c:pt>
              </c:strCache>
            </c:strRef>
          </c:cat>
          <c:val>
            <c:numRef>
              <c:f>KPI!$AU$7:$AU$11</c:f>
              <c:numCache>
                <c:formatCode>0.0</c:formatCode>
                <c:ptCount val="4"/>
                <c:pt idx="0">
                  <c:v>7.6253981300729476</c:v>
                </c:pt>
                <c:pt idx="1">
                  <c:v>6.6156094559253376</c:v>
                </c:pt>
                <c:pt idx="2">
                  <c:v>5.2387327542156363</c:v>
                </c:pt>
                <c:pt idx="3">
                  <c:v>0.31380810468262937</c:v>
                </c:pt>
              </c:numCache>
            </c:numRef>
          </c:val>
          <c:extLst>
            <c:ext xmlns:c16="http://schemas.microsoft.com/office/drawing/2014/chart" uri="{C3380CC4-5D6E-409C-BE32-E72D297353CC}">
              <c16:uniqueId val="{00000008-8604-4D8B-A46D-32D630D60F7B}"/>
            </c:ext>
          </c:extLst>
        </c:ser>
        <c:dLbls>
          <c:showLegendKey val="0"/>
          <c:showVal val="0"/>
          <c:showCatName val="0"/>
          <c:showSerName val="0"/>
          <c:showPercent val="0"/>
          <c:showBubbleSize val="0"/>
        </c:dLbls>
        <c:gapWidth val="100"/>
        <c:overlap val="-24"/>
        <c:axId val="1665826784"/>
        <c:axId val="1665824704"/>
      </c:barChart>
      <c:catAx>
        <c:axId val="166582678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accent4">
                    <a:lumMod val="50000"/>
                  </a:schemeClr>
                </a:solidFill>
                <a:latin typeface="+mn-lt"/>
                <a:ea typeface="+mn-ea"/>
                <a:cs typeface="+mn-cs"/>
              </a:defRPr>
            </a:pPr>
            <a:endParaRPr lang="en-US"/>
          </a:p>
        </c:txPr>
        <c:crossAx val="1665824704"/>
        <c:crosses val="autoZero"/>
        <c:auto val="1"/>
        <c:lblAlgn val="ctr"/>
        <c:lblOffset val="100"/>
        <c:noMultiLvlLbl val="0"/>
      </c:catAx>
      <c:valAx>
        <c:axId val="1665824704"/>
        <c:scaling>
          <c:orientation val="minMax"/>
        </c:scaling>
        <c:delete val="0"/>
        <c:axPos val="l"/>
        <c:majorGridlines>
          <c:spPr>
            <a:ln w="9525" cap="flat" cmpd="sng" algn="ctr">
              <a:solidFill>
                <a:schemeClr val="accent5">
                  <a:lumMod val="75000"/>
                  <a:alpha val="1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6658267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270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[V Final.xlsx]KPI!CategoryTicket</c:name>
    <c:fmtId val="-1"/>
  </c:pivotSource>
  <c:chart>
    <c:autoTitleDeleted val="1"/>
    <c:pivotFmts>
      <c:pivotFmt>
        <c:idx val="0"/>
        <c:dLbl>
          <c:idx val="0"/>
          <c:showLegendKey val="0"/>
          <c:showVal val="1"/>
          <c:showCatName val="0"/>
          <c:showSerName val="0"/>
          <c:showPercent val="0"/>
          <c:showBubbleSize val="0"/>
          <c:extLst>
            <c:ext xmlns:c15="http://schemas.microsoft.com/office/drawing/2012/chart" uri="{CE6537A1-D6FC-4f65-9D91-7224C49458BB}"/>
          </c:extLst>
        </c:dLbl>
      </c:pivotFmt>
      <c:pivotFmt>
        <c:idx val="1"/>
      </c:pivotFmt>
      <c:pivotFmt>
        <c:idx val="2"/>
      </c:pivotFmt>
      <c:pivotFmt>
        <c:idx val="3"/>
      </c:pivotFmt>
      <c:pivotFmt>
        <c:idx val="4"/>
      </c:pivotFmt>
      <c:pivotFmt>
        <c:idx val="5"/>
        <c:dLbl>
          <c:idx val="0"/>
          <c:showLegendKey val="0"/>
          <c:showVal val="1"/>
          <c:showCatName val="0"/>
          <c:showSerName val="0"/>
          <c:showPercent val="0"/>
          <c:showBubbleSize val="0"/>
          <c:extLst>
            <c:ext xmlns:c15="http://schemas.microsoft.com/office/drawing/2012/chart" uri="{CE6537A1-D6FC-4f65-9D91-7224C49458BB}"/>
          </c:extLst>
        </c:dLbl>
      </c:pivotFmt>
      <c:pivotFmt>
        <c:idx val="6"/>
      </c:pivotFmt>
      <c:pivotFmt>
        <c:idx val="7"/>
      </c:pivotFmt>
      <c:pivotFmt>
        <c:idx val="8"/>
      </c:pivotFmt>
      <c:pivotFmt>
        <c:idx val="9"/>
      </c:pivotFmt>
      <c:pivotFmt>
        <c:idx val="1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5"/>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7"/>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2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2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2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2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s>
    <c:plotArea>
      <c:layout>
        <c:manualLayout>
          <c:layoutTarget val="inner"/>
          <c:xMode val="edge"/>
          <c:yMode val="edge"/>
          <c:x val="4.9485224258241027E-2"/>
          <c:y val="0"/>
          <c:w val="0.72655024812931435"/>
          <c:h val="1"/>
        </c:manualLayout>
      </c:layout>
      <c:pieChart>
        <c:varyColors val="1"/>
        <c:ser>
          <c:idx val="0"/>
          <c:order val="0"/>
          <c:tx>
            <c:strRef>
              <c:f>KPI!$AY$6</c:f>
              <c:strCache>
                <c:ptCount val="1"/>
                <c:pt idx="0">
                  <c:v>Total</c:v>
                </c:pt>
              </c:strCache>
            </c:strRef>
          </c:tx>
          <c:dPt>
            <c:idx val="0"/>
            <c:bubble3D val="0"/>
            <c:spPr>
              <a:gradFill rotWithShape="1">
                <a:gsLst>
                  <a:gs pos="0">
                    <a:schemeClr val="accent4">
                      <a:shade val="58000"/>
                      <a:shade val="51000"/>
                      <a:satMod val="130000"/>
                    </a:schemeClr>
                  </a:gs>
                  <a:gs pos="80000">
                    <a:schemeClr val="accent4">
                      <a:shade val="58000"/>
                      <a:shade val="93000"/>
                      <a:satMod val="130000"/>
                    </a:schemeClr>
                  </a:gs>
                  <a:gs pos="100000">
                    <a:schemeClr val="accent4">
                      <a:shade val="58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BB86-4C86-BD50-2E009032323C}"/>
              </c:ext>
            </c:extLst>
          </c:dPt>
          <c:dPt>
            <c:idx val="1"/>
            <c:bubble3D val="0"/>
            <c:spPr>
              <a:gradFill rotWithShape="1">
                <a:gsLst>
                  <a:gs pos="0">
                    <a:schemeClr val="accent4">
                      <a:shade val="86000"/>
                      <a:shade val="51000"/>
                      <a:satMod val="130000"/>
                    </a:schemeClr>
                  </a:gs>
                  <a:gs pos="80000">
                    <a:schemeClr val="accent4">
                      <a:shade val="86000"/>
                      <a:shade val="93000"/>
                      <a:satMod val="130000"/>
                    </a:schemeClr>
                  </a:gs>
                  <a:gs pos="100000">
                    <a:schemeClr val="accent4">
                      <a:shade val="86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BB86-4C86-BD50-2E009032323C}"/>
              </c:ext>
            </c:extLst>
          </c:dPt>
          <c:dPt>
            <c:idx val="2"/>
            <c:bubble3D val="0"/>
            <c:spPr>
              <a:gradFill rotWithShape="1">
                <a:gsLst>
                  <a:gs pos="0">
                    <a:schemeClr val="accent4">
                      <a:tint val="86000"/>
                      <a:shade val="51000"/>
                      <a:satMod val="130000"/>
                    </a:schemeClr>
                  </a:gs>
                  <a:gs pos="80000">
                    <a:schemeClr val="accent4">
                      <a:tint val="86000"/>
                      <a:shade val="93000"/>
                      <a:satMod val="130000"/>
                    </a:schemeClr>
                  </a:gs>
                  <a:gs pos="100000">
                    <a:schemeClr val="accent4">
                      <a:tint val="86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BB86-4C86-BD50-2E009032323C}"/>
              </c:ext>
            </c:extLst>
          </c:dPt>
          <c:dPt>
            <c:idx val="3"/>
            <c:bubble3D val="0"/>
            <c:spPr>
              <a:gradFill rotWithShape="1">
                <a:gsLst>
                  <a:gs pos="0">
                    <a:schemeClr val="accent4">
                      <a:tint val="58000"/>
                      <a:shade val="51000"/>
                      <a:satMod val="130000"/>
                    </a:schemeClr>
                  </a:gs>
                  <a:gs pos="80000">
                    <a:schemeClr val="accent4">
                      <a:tint val="58000"/>
                      <a:shade val="93000"/>
                      <a:satMod val="130000"/>
                    </a:schemeClr>
                  </a:gs>
                  <a:gs pos="100000">
                    <a:schemeClr val="accent4">
                      <a:tint val="58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7-BB86-4C86-BD50-2E009032323C}"/>
              </c:ext>
            </c:extLst>
          </c:dPt>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KPI!$AX$7:$AX$11</c:f>
              <c:strCache>
                <c:ptCount val="4"/>
                <c:pt idx="0">
                  <c:v>Hardware</c:v>
                </c:pt>
                <c:pt idx="1">
                  <c:v>Login Access</c:v>
                </c:pt>
                <c:pt idx="2">
                  <c:v>Software</c:v>
                </c:pt>
                <c:pt idx="3">
                  <c:v>System</c:v>
                </c:pt>
              </c:strCache>
            </c:strRef>
          </c:cat>
          <c:val>
            <c:numRef>
              <c:f>KPI!$AY$7:$AY$11</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8-BB86-4C86-BD50-2E009032323C}"/>
            </c:ext>
          </c:extLst>
        </c:ser>
        <c:dLbls>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6851789027444648"/>
          <c:y val="5.4516117187723111E-2"/>
          <c:w val="0.31115972222222221"/>
          <c:h val="0.88996969696969697"/>
        </c:manualLayout>
      </c:layout>
      <c:overlay val="0"/>
      <c:spPr>
        <a:noFill/>
        <a:ln>
          <a:noFill/>
        </a:ln>
        <a:effectLst/>
      </c:spPr>
      <c:txPr>
        <a:bodyPr rot="0" spcFirstLastPara="1" vertOverflow="ellipsis" vert="horz" wrap="square" anchor="ctr" anchorCtr="1"/>
        <a:lstStyle/>
        <a:p>
          <a:pPr>
            <a:defRPr sz="1500" b="1" i="0" u="none" strike="noStrike" kern="1200" baseline="0">
              <a:solidFill>
                <a:schemeClr val="accent4">
                  <a:lumMod val="5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270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[IT Ticket Analysis.xlsx]KPI!PivotTable1</c:name>
    <c:fmtId val="-1"/>
  </c:pivotSource>
  <c:chart>
    <c:autoTitleDeleted val="1"/>
    <c:pivotFmts>
      <c:pivotFmt>
        <c:idx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scene3d>
            <a:camera prst="orthographicFront">
              <a:rot lat="0" lon="0" rev="0"/>
            </a:camera>
            <a:lightRig rig="threePt" dir="t">
              <a:rot lat="0" lon="0" rev="1200000"/>
            </a:lightRig>
          </a:scene3d>
          <a:sp3d>
            <a:bevelT w="63500" h="25400"/>
          </a:sp3d>
        </c:spPr>
        <c:dLbl>
          <c:idx val="0"/>
          <c:layout>
            <c:manualLayout>
              <c:x val="6.2007114449824066E-4"/>
              <c:y val="0"/>
            </c:manualLayout>
          </c:layout>
          <c:spPr>
            <a:noFill/>
            <a:ln>
              <a:noFill/>
            </a:ln>
            <a:effectLst/>
          </c:spPr>
          <c:txPr>
            <a:bodyPr rot="-5400000" spcFirstLastPara="1" vertOverflow="clip" horzOverflow="clip" vert="horz" wrap="square" lIns="38100" tIns="19050" rIns="38100" bIns="19050" anchor="ctr" anchorCtr="1">
              <a:spAutoFit/>
            </a:bodyPr>
            <a:lstStyle/>
            <a:p>
              <a:pPr>
                <a:defRPr sz="8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scene3d>
            <a:camera prst="orthographicFront">
              <a:rot lat="0" lon="0" rev="0"/>
            </a:camera>
            <a:lightRig rig="threePt" dir="t">
              <a:rot lat="0" lon="0" rev="1200000"/>
            </a:lightRig>
          </a:scene3d>
          <a:sp3d>
            <a:bevelT w="63500" h="25400"/>
          </a:sp3d>
        </c:spPr>
        <c:dLbl>
          <c:idx val="0"/>
          <c:layout>
            <c:manualLayout>
              <c:x val="6.2007114449824066E-4"/>
              <c:y val="0"/>
            </c:manualLayout>
          </c:layout>
          <c:spPr>
            <a:noFill/>
            <a:ln>
              <a:noFill/>
            </a:ln>
            <a:effectLst/>
          </c:spPr>
          <c:txPr>
            <a:bodyPr rot="-5400000" spcFirstLastPara="1" vertOverflow="clip" horzOverflow="clip" vert="horz" wrap="square" lIns="38100" tIns="19050" rIns="38100" bIns="19050" anchor="ctr" anchorCtr="1">
              <a:spAutoFit/>
            </a:bodyPr>
            <a:lstStyle/>
            <a:p>
              <a:pPr>
                <a:defRPr sz="8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scene3d>
            <a:camera prst="orthographicFront">
              <a:rot lat="0" lon="0" rev="0"/>
            </a:camera>
            <a:lightRig rig="threePt" dir="t">
              <a:rot lat="0" lon="0" rev="1200000"/>
            </a:lightRig>
          </a:scene3d>
          <a:sp3d>
            <a:bevelT w="63500" h="25400"/>
          </a:sp3d>
        </c:spPr>
        <c:dLbl>
          <c:idx val="0"/>
          <c:layout>
            <c:manualLayout>
              <c:x val="6.2007114449824066E-4"/>
              <c:y val="0"/>
            </c:manualLayout>
          </c:layout>
          <c:spPr>
            <a:noFill/>
            <a:ln>
              <a:noFill/>
            </a:ln>
            <a:effectLst/>
          </c:spPr>
          <c:txPr>
            <a:bodyPr rot="-5400000" spcFirstLastPara="1" vertOverflow="clip" horzOverflow="clip" vert="horz" wrap="square" lIns="38100" tIns="19050" rIns="38100" bIns="19050" anchor="ctr" anchorCtr="1">
              <a:spAutoFit/>
            </a:bodyPr>
            <a:lstStyle/>
            <a:p>
              <a:pPr>
                <a:defRPr sz="8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2682315278771972"/>
          <c:y val="5.4164480895291953E-2"/>
          <c:w val="0.87317684721228028"/>
          <c:h val="0.87116477090983535"/>
        </c:manualLayout>
      </c:layout>
      <c:barChart>
        <c:barDir val="col"/>
        <c:grouping val="clustered"/>
        <c:varyColors val="0"/>
        <c:ser>
          <c:idx val="0"/>
          <c:order val="0"/>
          <c:tx>
            <c:strRef>
              <c:f>KPI!$BR$6</c:f>
              <c:strCache>
                <c:ptCount val="1"/>
                <c:pt idx="0">
                  <c:v>Total</c:v>
                </c:pt>
              </c:strCache>
            </c:strRef>
          </c:tx>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Pt>
            <c:idx val="0"/>
            <c:invertIfNegative val="0"/>
            <c:bubble3D val="0"/>
            <c:extLst>
              <c:ext xmlns:c16="http://schemas.microsoft.com/office/drawing/2014/chart" uri="{C3380CC4-5D6E-409C-BE32-E72D297353CC}">
                <c16:uniqueId val="{00000000-94D1-4E20-9268-C9677B6ABCA1}"/>
              </c:ext>
            </c:extLst>
          </c:dPt>
          <c:dLbls>
            <c:dLbl>
              <c:idx val="0"/>
              <c:layout>
                <c:manualLayout>
                  <c:x val="6.2007114449824066E-4"/>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4D1-4E20-9268-C9677B6ABCA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KPI!$BQ$7:$BQ$12</c:f>
              <c:strCache>
                <c:ptCount val="5"/>
                <c:pt idx="0">
                  <c:v>Normal</c:v>
                </c:pt>
                <c:pt idx="1">
                  <c:v>Major</c:v>
                </c:pt>
                <c:pt idx="2">
                  <c:v>Minor</c:v>
                </c:pt>
                <c:pt idx="3">
                  <c:v>Urgent</c:v>
                </c:pt>
                <c:pt idx="4">
                  <c:v>Unclassified</c:v>
                </c:pt>
              </c:strCache>
            </c:strRef>
          </c:cat>
          <c:val>
            <c:numRef>
              <c:f>KPI!$BR$7:$BR$12</c:f>
              <c:numCache>
                <c:formatCode>0.00%</c:formatCode>
                <c:ptCount val="5"/>
                <c:pt idx="0">
                  <c:v>0.90931096022482516</c:v>
                </c:pt>
                <c:pt idx="1">
                  <c:v>4.9601017456768343E-2</c:v>
                </c:pt>
                <c:pt idx="2">
                  <c:v>2.315944942460358E-2</c:v>
                </c:pt>
                <c:pt idx="3">
                  <c:v>1.4277215942891136E-2</c:v>
                </c:pt>
                <c:pt idx="4">
                  <c:v>3.6513569509118134E-3</c:v>
                </c:pt>
              </c:numCache>
            </c:numRef>
          </c:val>
          <c:extLst>
            <c:ext xmlns:c16="http://schemas.microsoft.com/office/drawing/2014/chart" uri="{C3380CC4-5D6E-409C-BE32-E72D297353CC}">
              <c16:uniqueId val="{00000001-94D1-4E20-9268-C9677B6ABCA1}"/>
            </c:ext>
          </c:extLst>
        </c:ser>
        <c:dLbls>
          <c:dLblPos val="outEnd"/>
          <c:showLegendKey val="0"/>
          <c:showVal val="1"/>
          <c:showCatName val="0"/>
          <c:showSerName val="0"/>
          <c:showPercent val="0"/>
          <c:showBubbleSize val="0"/>
        </c:dLbls>
        <c:gapWidth val="100"/>
        <c:overlap val="-24"/>
        <c:axId val="367877920"/>
        <c:axId val="367881248"/>
      </c:barChart>
      <c:catAx>
        <c:axId val="36787792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7881248"/>
        <c:crosses val="autoZero"/>
        <c:auto val="1"/>
        <c:lblAlgn val="ctr"/>
        <c:lblOffset val="100"/>
        <c:noMultiLvlLbl val="0"/>
      </c:catAx>
      <c:valAx>
        <c:axId val="36788124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3678779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9050">
      <a:solidFill>
        <a:schemeClr val="accent4">
          <a:lumMod val="50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 Dashboard.xlsx]KPI!TicketVolume</c:name>
    <c:fmtId val="-1"/>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47625" cap="rnd" cmpd="sng" algn="ctr">
            <a:solidFill>
              <a:schemeClr val="accent3">
                <a:lumMod val="75000"/>
              </a:schemeClr>
            </a:solidFill>
            <a:round/>
          </a:ln>
          <a:effectLst>
            <a:glow rad="165100">
              <a:schemeClr val="accent3">
                <a:lumMod val="60000"/>
                <a:lumOff val="40000"/>
                <a:alpha val="25000"/>
              </a:schemeClr>
            </a:glow>
            <a:outerShdw dist="12700" sx="1000" sy="1000" kx="-800400" algn="bl" rotWithShape="0">
              <a:prstClr val="black"/>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47625" cap="rnd" cmpd="sng" algn="ctr">
            <a:solidFill>
              <a:schemeClr val="accent3">
                <a:lumMod val="75000"/>
              </a:schemeClr>
            </a:solidFill>
            <a:round/>
          </a:ln>
          <a:effectLst>
            <a:glow rad="165100">
              <a:schemeClr val="accent3">
                <a:lumMod val="60000"/>
                <a:lumOff val="40000"/>
                <a:alpha val="25000"/>
              </a:schemeClr>
            </a:glow>
            <a:outerShdw dist="12700" sx="1000" sy="1000" kx="-800400" algn="bl" rotWithShape="0">
              <a:prstClr val="black"/>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47625" cap="rnd" cmpd="sng" algn="ctr">
            <a:solidFill>
              <a:schemeClr val="accent3">
                <a:lumMod val="20000"/>
                <a:lumOff val="80000"/>
              </a:schemeClr>
            </a:solidFill>
            <a:round/>
          </a:ln>
          <a:effectLst>
            <a:glow rad="635000">
              <a:schemeClr val="accent3">
                <a:lumMod val="40000"/>
                <a:lumOff val="60000"/>
                <a:alpha val="30000"/>
              </a:schemeClr>
            </a:glow>
            <a:outerShdw dist="12700" sx="1000" sy="1000" kx="-800400" algn="bl" rotWithShape="0">
              <a:prstClr val="black"/>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47625" cap="rnd" cmpd="sng" algn="ctr">
            <a:solidFill>
              <a:schemeClr val="accent3">
                <a:lumMod val="20000"/>
                <a:lumOff val="80000"/>
              </a:schemeClr>
            </a:solidFill>
            <a:round/>
          </a:ln>
          <a:effectLst>
            <a:glow rad="635000">
              <a:schemeClr val="accent3">
                <a:lumMod val="40000"/>
                <a:lumOff val="60000"/>
                <a:alpha val="30000"/>
              </a:schemeClr>
            </a:glow>
            <a:outerShdw dist="12700" sx="1000" sy="1000" kx="-800400" algn="bl" rotWithShape="0">
              <a:prstClr val="black"/>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47625" cap="rnd" cmpd="sng" algn="ctr">
            <a:solidFill>
              <a:schemeClr val="accent3">
                <a:lumMod val="20000"/>
                <a:lumOff val="80000"/>
              </a:schemeClr>
            </a:solidFill>
            <a:round/>
          </a:ln>
          <a:effectLst>
            <a:glow rad="635000">
              <a:schemeClr val="accent3">
                <a:lumMod val="40000"/>
                <a:lumOff val="60000"/>
                <a:alpha val="30000"/>
              </a:schemeClr>
            </a:glow>
            <a:outerShdw dist="12700" sx="1000" sy="1000" kx="-800400" algn="bl" rotWithShape="0">
              <a:prstClr val="black"/>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47625" cap="rnd" cmpd="sng" algn="ctr">
            <a:solidFill>
              <a:schemeClr val="accent3">
                <a:lumMod val="20000"/>
                <a:lumOff val="80000"/>
              </a:schemeClr>
            </a:solidFill>
            <a:round/>
          </a:ln>
          <a:effectLst>
            <a:glow rad="635000">
              <a:schemeClr val="accent3">
                <a:lumMod val="40000"/>
                <a:lumOff val="60000"/>
                <a:alpha val="30000"/>
              </a:schemeClr>
            </a:glow>
            <a:outerShdw dist="12700" sx="1000" sy="1000" kx="-800400" algn="bl" rotWithShape="0">
              <a:prstClr val="black"/>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noFill/>
          <a:ln w="47625" cap="rnd" cmpd="sng" algn="ctr">
            <a:solidFill>
              <a:schemeClr val="accent3">
                <a:lumMod val="20000"/>
                <a:lumOff val="80000"/>
              </a:schemeClr>
            </a:solidFill>
            <a:round/>
          </a:ln>
          <a:effectLst>
            <a:glow rad="635000">
              <a:schemeClr val="accent3">
                <a:lumMod val="40000"/>
                <a:lumOff val="60000"/>
                <a:alpha val="30000"/>
              </a:schemeClr>
            </a:glow>
            <a:outerShdw dist="12700" sx="1000" sy="1000" kx="-800400" algn="bl" rotWithShape="0">
              <a:prstClr val="black"/>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2654938136383265E-3"/>
          <c:y val="2.9915684559037963E-2"/>
          <c:w val="0.91166624906633675"/>
          <c:h val="0.74295198394318362"/>
        </c:manualLayout>
      </c:layout>
      <c:lineChart>
        <c:grouping val="standard"/>
        <c:varyColors val="0"/>
        <c:ser>
          <c:idx val="0"/>
          <c:order val="0"/>
          <c:tx>
            <c:strRef>
              <c:f>KPI!$G$5</c:f>
              <c:strCache>
                <c:ptCount val="1"/>
                <c:pt idx="0">
                  <c:v>Total</c:v>
                </c:pt>
              </c:strCache>
            </c:strRef>
          </c:tx>
          <c:spPr>
            <a:ln w="38100" cap="rnd">
              <a:solidFill>
                <a:schemeClr val="accent4">
                  <a:lumMod val="75000"/>
                </a:schemeClr>
              </a:solidFill>
            </a:ln>
            <a:effectLst>
              <a:glow rad="304800">
                <a:schemeClr val="accent4">
                  <a:lumMod val="75000"/>
                  <a:alpha val="24000"/>
                </a:schemeClr>
              </a:glow>
            </a:effectLst>
          </c:spPr>
          <c:marker>
            <c:symbol val="none"/>
          </c:marker>
          <c:cat>
            <c:multiLvlStrRef>
              <c:f>KPI!$E$6:$F$66</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2016</c:v>
                  </c:pt>
                  <c:pt idx="12">
                    <c:v>2017</c:v>
                  </c:pt>
                  <c:pt idx="24">
                    <c:v>2018</c:v>
                  </c:pt>
                  <c:pt idx="36">
                    <c:v>2019</c:v>
                  </c:pt>
                  <c:pt idx="48">
                    <c:v>2020</c:v>
                  </c:pt>
                </c:lvl>
              </c:multiLvlStrCache>
            </c:multiLvlStrRef>
          </c:cat>
          <c:val>
            <c:numRef>
              <c:f>KPI!$G$6:$G$66</c:f>
              <c:numCache>
                <c:formatCode>General</c:formatCode>
                <c:ptCount val="60"/>
                <c:pt idx="0">
                  <c:v>1115</c:v>
                </c:pt>
                <c:pt idx="1">
                  <c:v>1056</c:v>
                </c:pt>
                <c:pt idx="2">
                  <c:v>1105</c:v>
                </c:pt>
                <c:pt idx="3">
                  <c:v>1054</c:v>
                </c:pt>
                <c:pt idx="4">
                  <c:v>1160</c:v>
                </c:pt>
                <c:pt idx="5">
                  <c:v>1051</c:v>
                </c:pt>
                <c:pt idx="6">
                  <c:v>1101</c:v>
                </c:pt>
                <c:pt idx="7">
                  <c:v>1090</c:v>
                </c:pt>
                <c:pt idx="8">
                  <c:v>1061</c:v>
                </c:pt>
                <c:pt idx="9">
                  <c:v>1088</c:v>
                </c:pt>
                <c:pt idx="10">
                  <c:v>1046</c:v>
                </c:pt>
                <c:pt idx="11">
                  <c:v>1124</c:v>
                </c:pt>
                <c:pt idx="12">
                  <c:v>1125</c:v>
                </c:pt>
                <c:pt idx="13">
                  <c:v>1151</c:v>
                </c:pt>
                <c:pt idx="14">
                  <c:v>1283</c:v>
                </c:pt>
                <c:pt idx="15">
                  <c:v>1245</c:v>
                </c:pt>
                <c:pt idx="16">
                  <c:v>1345</c:v>
                </c:pt>
                <c:pt idx="17">
                  <c:v>1244</c:v>
                </c:pt>
                <c:pt idx="18">
                  <c:v>1233</c:v>
                </c:pt>
                <c:pt idx="19">
                  <c:v>1259</c:v>
                </c:pt>
                <c:pt idx="20">
                  <c:v>1225</c:v>
                </c:pt>
                <c:pt idx="21">
                  <c:v>1305</c:v>
                </c:pt>
                <c:pt idx="22">
                  <c:v>1243</c:v>
                </c:pt>
                <c:pt idx="23">
                  <c:v>1257</c:v>
                </c:pt>
                <c:pt idx="24">
                  <c:v>1289</c:v>
                </c:pt>
                <c:pt idx="25">
                  <c:v>1507</c:v>
                </c:pt>
                <c:pt idx="26">
                  <c:v>1470</c:v>
                </c:pt>
                <c:pt idx="27">
                  <c:v>1627</c:v>
                </c:pt>
                <c:pt idx="28">
                  <c:v>1653</c:v>
                </c:pt>
                <c:pt idx="29">
                  <c:v>1656</c:v>
                </c:pt>
                <c:pt idx="30">
                  <c:v>1620</c:v>
                </c:pt>
                <c:pt idx="31">
                  <c:v>1669</c:v>
                </c:pt>
                <c:pt idx="32">
                  <c:v>1638</c:v>
                </c:pt>
                <c:pt idx="33">
                  <c:v>1660</c:v>
                </c:pt>
                <c:pt idx="34">
                  <c:v>1626</c:v>
                </c:pt>
                <c:pt idx="35">
                  <c:v>1539</c:v>
                </c:pt>
                <c:pt idx="36">
                  <c:v>1522</c:v>
                </c:pt>
                <c:pt idx="37">
                  <c:v>1746</c:v>
                </c:pt>
                <c:pt idx="38">
                  <c:v>1846</c:v>
                </c:pt>
                <c:pt idx="39">
                  <c:v>1598</c:v>
                </c:pt>
                <c:pt idx="40">
                  <c:v>1734</c:v>
                </c:pt>
                <c:pt idx="41">
                  <c:v>1820</c:v>
                </c:pt>
                <c:pt idx="42">
                  <c:v>1885</c:v>
                </c:pt>
                <c:pt idx="43">
                  <c:v>1905</c:v>
                </c:pt>
                <c:pt idx="44">
                  <c:v>1856</c:v>
                </c:pt>
                <c:pt idx="45">
                  <c:v>1875</c:v>
                </c:pt>
                <c:pt idx="46">
                  <c:v>1831</c:v>
                </c:pt>
                <c:pt idx="47">
                  <c:v>1872</c:v>
                </c:pt>
                <c:pt idx="48">
                  <c:v>2191</c:v>
                </c:pt>
                <c:pt idx="49">
                  <c:v>2441</c:v>
                </c:pt>
                <c:pt idx="50">
                  <c:v>2524</c:v>
                </c:pt>
                <c:pt idx="51">
                  <c:v>2413</c:v>
                </c:pt>
                <c:pt idx="52">
                  <c:v>2229</c:v>
                </c:pt>
                <c:pt idx="53">
                  <c:v>2370</c:v>
                </c:pt>
                <c:pt idx="54">
                  <c:v>2231</c:v>
                </c:pt>
                <c:pt idx="55">
                  <c:v>2566</c:v>
                </c:pt>
                <c:pt idx="56">
                  <c:v>2439</c:v>
                </c:pt>
                <c:pt idx="57">
                  <c:v>2567</c:v>
                </c:pt>
                <c:pt idx="58">
                  <c:v>2508</c:v>
                </c:pt>
                <c:pt idx="59">
                  <c:v>2609</c:v>
                </c:pt>
              </c:numCache>
            </c:numRef>
          </c:val>
          <c:smooth val="0"/>
          <c:extLst>
            <c:ext xmlns:c16="http://schemas.microsoft.com/office/drawing/2014/chart" uri="{C3380CC4-5D6E-409C-BE32-E72D297353CC}">
              <c16:uniqueId val="{00000000-A7C7-4979-B10D-18F0C75AA1B8}"/>
            </c:ext>
          </c:extLst>
        </c:ser>
        <c:dLbls>
          <c:showLegendKey val="0"/>
          <c:showVal val="0"/>
          <c:showCatName val="0"/>
          <c:showSerName val="0"/>
          <c:showPercent val="0"/>
          <c:showBubbleSize val="0"/>
        </c:dLbls>
        <c:smooth val="0"/>
        <c:axId val="807036287"/>
        <c:axId val="807045023"/>
      </c:lineChart>
      <c:catAx>
        <c:axId val="807036287"/>
        <c:scaling>
          <c:orientation val="minMax"/>
        </c:scaling>
        <c:delete val="0"/>
        <c:axPos val="b"/>
        <c:numFmt formatCode="General" sourceLinked="1"/>
        <c:majorTickMark val="none"/>
        <c:minorTickMark val="none"/>
        <c:tickLblPos val="nextTo"/>
        <c:spPr>
          <a:noFill/>
          <a:ln>
            <a:solidFill>
              <a:schemeClr val="tx2">
                <a:lumMod val="75000"/>
              </a:schemeClr>
            </a:solid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807045023"/>
        <c:crosses val="autoZero"/>
        <c:auto val="0"/>
        <c:lblAlgn val="ctr"/>
        <c:lblOffset val="100"/>
        <c:noMultiLvlLbl val="0"/>
      </c:catAx>
      <c:valAx>
        <c:axId val="807045023"/>
        <c:scaling>
          <c:orientation val="minMax"/>
        </c:scaling>
        <c:delete val="0"/>
        <c:axPos val="r"/>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1197" b="1" i="0" u="none" strike="noStrike" kern="1200" baseline="0">
                    <a:solidFill>
                      <a:schemeClr val="tx1"/>
                    </a:solidFill>
                    <a:latin typeface="+mn-lt"/>
                    <a:ea typeface="+mn-ea"/>
                    <a:cs typeface="+mn-cs"/>
                  </a:defRPr>
                </a:pPr>
                <a:r>
                  <a:rPr lang="en-IN" dirty="0">
                    <a:solidFill>
                      <a:schemeClr val="tx1"/>
                    </a:solidFill>
                  </a:rPr>
                  <a:t>Ticket</a:t>
                </a:r>
                <a:r>
                  <a:rPr lang="en-IN" baseline="0" dirty="0">
                    <a:solidFill>
                      <a:schemeClr val="tx1"/>
                    </a:solidFill>
                  </a:rPr>
                  <a:t> Volume</a:t>
                </a:r>
                <a:endParaRPr lang="en-IN" dirty="0">
                  <a:solidFill>
                    <a:schemeClr val="tx1"/>
                  </a:solidFill>
                </a:endParaRPr>
              </a:p>
            </c:rich>
          </c:tx>
          <c:layout>
            <c:manualLayout>
              <c:xMode val="edge"/>
              <c:yMode val="edge"/>
              <c:x val="0.97278817035969944"/>
              <c:y val="0.24142789673059706"/>
            </c:manualLayout>
          </c:layout>
          <c:overlay val="0"/>
          <c:spPr>
            <a:noFill/>
            <a:ln>
              <a:noFill/>
            </a:ln>
            <a:effectLst/>
          </c:spPr>
          <c:txPr>
            <a:bodyPr rot="-54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807036287"/>
        <c:crosses val="max"/>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28575" cap="flat" cmpd="sng" algn="ctr">
      <a:solidFill>
        <a:schemeClr val="accent4">
          <a:lumMod val="50000"/>
        </a:schemeClr>
      </a:solidFill>
      <a:round/>
    </a:ln>
    <a:effectLst/>
    <a:scene3d>
      <a:camera prst="orthographicFront"/>
      <a:lightRig rig="threePt" dir="t"/>
    </a:scene3d>
    <a:sp3d>
      <a:bevelT w="0" h="0"/>
      <a:bevelB w="0" h="0"/>
    </a:sp3d>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[IT Ticket Analysis.xlsx]KPI!PivotTable7</c:name>
    <c:fmtId val="-1"/>
  </c:pivotSource>
  <c:chart>
    <c:title>
      <c:tx>
        <c:rich>
          <a:bodyPr rot="0" spcFirstLastPara="1" vertOverflow="ellipsis" vert="horz" wrap="square" anchor="ctr" anchorCtr="1"/>
          <a:lstStyle/>
          <a:p>
            <a:pPr>
              <a:defRPr sz="1400" b="0" i="0" u="none" strike="noStrike" kern="1200" spc="0" baseline="0">
                <a:solidFill>
                  <a:schemeClr val="accent4">
                    <a:lumMod val="50000"/>
                  </a:schemeClr>
                </a:solidFill>
                <a:latin typeface="+mn-lt"/>
                <a:ea typeface="+mn-ea"/>
                <a:cs typeface="+mn-cs"/>
              </a:defRPr>
            </a:pPr>
            <a:r>
              <a:rPr lang="en-US">
                <a:solidFill>
                  <a:schemeClr val="accent4">
                    <a:lumMod val="50000"/>
                  </a:schemeClr>
                </a:solidFill>
              </a:rPr>
              <a:t>Avg.</a:t>
            </a:r>
            <a:r>
              <a:rPr lang="en-US" baseline="0">
                <a:solidFill>
                  <a:schemeClr val="accent4">
                    <a:lumMod val="50000"/>
                  </a:schemeClr>
                </a:solidFill>
              </a:rPr>
              <a:t> Resolution Time(Day)</a:t>
            </a:r>
            <a:endParaRPr lang="en-US">
              <a:solidFill>
                <a:schemeClr val="accent4">
                  <a:lumMod val="50000"/>
                </a:schemeClr>
              </a:solidFill>
            </a:endParaRPr>
          </a:p>
        </c:rich>
      </c:tx>
      <c:layout>
        <c:manualLayout>
          <c:xMode val="edge"/>
          <c:yMode val="edge"/>
          <c:x val="0.30079549114331722"/>
          <c:y val="0"/>
        </c:manualLayout>
      </c:layout>
      <c:overlay val="0"/>
      <c:spPr>
        <a:solidFill>
          <a:schemeClr val="bg1"/>
        </a:solidFill>
        <a:ln>
          <a:noFill/>
        </a:ln>
        <a:effectLst/>
      </c:spPr>
      <c:txPr>
        <a:bodyPr rot="0" spcFirstLastPara="1" vertOverflow="ellipsis" vert="horz" wrap="square" anchor="ctr" anchorCtr="1"/>
        <a:lstStyle/>
        <a:p>
          <a:pPr>
            <a:defRPr sz="1400" b="0" i="0" u="none" strike="noStrike" kern="1200" spc="0" baseline="0">
              <a:solidFill>
                <a:schemeClr val="accent4">
                  <a:lumMod val="50000"/>
                </a:schemeClr>
              </a:solidFill>
              <a:latin typeface="+mn-lt"/>
              <a:ea typeface="+mn-ea"/>
              <a:cs typeface="+mn-cs"/>
            </a:defRPr>
          </a:pPr>
          <a:endParaRPr lang="en-US"/>
        </a:p>
      </c:txPr>
    </c:title>
    <c:autoTitleDeleted val="0"/>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a:glow rad="139700">
              <a:schemeClr val="accent5">
                <a:lumMod val="60000"/>
                <a:lumOff val="40000"/>
                <a:alpha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4"/>
          </a:solidFill>
          <a:ln>
            <a:noFill/>
          </a:ln>
          <a:effectLst>
            <a:glow rad="139700">
              <a:schemeClr val="accent5">
                <a:lumMod val="60000"/>
                <a:lumOff val="40000"/>
                <a:alpha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4"/>
          </a:solidFill>
          <a:ln>
            <a:noFill/>
          </a:ln>
          <a:effectLst>
            <a:glow rad="139700">
              <a:schemeClr val="accent5">
                <a:lumMod val="60000"/>
                <a:lumOff val="40000"/>
                <a:alpha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8733695652173918E-2"/>
          <c:y val="2.0417691136869219E-2"/>
          <c:w val="0.89314633655394526"/>
          <c:h val="0.79828679311556028"/>
        </c:manualLayout>
      </c:layout>
      <c:lineChart>
        <c:grouping val="standard"/>
        <c:varyColors val="0"/>
        <c:ser>
          <c:idx val="0"/>
          <c:order val="0"/>
          <c:tx>
            <c:strRef>
              <c:f>KPI!$O$7</c:f>
              <c:strCache>
                <c:ptCount val="1"/>
                <c:pt idx="0">
                  <c:v>Total</c:v>
                </c:pt>
              </c:strCache>
            </c:strRef>
          </c:tx>
          <c:spPr>
            <a:ln w="28575" cap="rnd">
              <a:solidFill>
                <a:schemeClr val="accent4"/>
              </a:solidFill>
              <a:round/>
            </a:ln>
            <a:effectLst>
              <a:glow rad="139700">
                <a:schemeClr val="accent4">
                  <a:lumMod val="60000"/>
                  <a:lumOff val="40000"/>
                  <a:alpha val="40000"/>
                </a:schemeClr>
              </a:glow>
            </a:effectLst>
          </c:spPr>
          <c:marker>
            <c:symbol val="none"/>
          </c:marker>
          <c:cat>
            <c:multiLvlStrRef>
              <c:f>KPI!$M$8:$N$28</c:f>
              <c:multiLvlStrCache>
                <c:ptCount val="20"/>
                <c:lvl>
                  <c:pt idx="0">
                    <c:v>Qtr1</c:v>
                  </c:pt>
                  <c:pt idx="1">
                    <c:v>Qtr2</c:v>
                  </c:pt>
                  <c:pt idx="2">
                    <c:v>Qtr3</c:v>
                  </c:pt>
                  <c:pt idx="3">
                    <c:v>Qtr4</c:v>
                  </c:pt>
                  <c:pt idx="4">
                    <c:v>Qtr1</c:v>
                  </c:pt>
                  <c:pt idx="5">
                    <c:v>Qtr2</c:v>
                  </c:pt>
                  <c:pt idx="6">
                    <c:v>Qtr3</c:v>
                  </c:pt>
                  <c:pt idx="7">
                    <c:v>Qtr4</c:v>
                  </c:pt>
                  <c:pt idx="8">
                    <c:v>Qtr1</c:v>
                  </c:pt>
                  <c:pt idx="9">
                    <c:v>Qtr2</c:v>
                  </c:pt>
                  <c:pt idx="10">
                    <c:v>Qtr3</c:v>
                  </c:pt>
                  <c:pt idx="11">
                    <c:v>Qtr4</c:v>
                  </c:pt>
                  <c:pt idx="12">
                    <c:v>Qtr1</c:v>
                  </c:pt>
                  <c:pt idx="13">
                    <c:v>Qtr2</c:v>
                  </c:pt>
                  <c:pt idx="14">
                    <c:v>Qtr3</c:v>
                  </c:pt>
                  <c:pt idx="15">
                    <c:v>Qtr4</c:v>
                  </c:pt>
                  <c:pt idx="16">
                    <c:v>Qtr1</c:v>
                  </c:pt>
                  <c:pt idx="17">
                    <c:v>Qtr2</c:v>
                  </c:pt>
                  <c:pt idx="18">
                    <c:v>Qtr3</c:v>
                  </c:pt>
                  <c:pt idx="19">
                    <c:v>Qtr4</c:v>
                  </c:pt>
                </c:lvl>
                <c:lvl>
                  <c:pt idx="0">
                    <c:v>2016</c:v>
                  </c:pt>
                  <c:pt idx="4">
                    <c:v>2017</c:v>
                  </c:pt>
                  <c:pt idx="8">
                    <c:v>2018</c:v>
                  </c:pt>
                  <c:pt idx="12">
                    <c:v>2019</c:v>
                  </c:pt>
                  <c:pt idx="16">
                    <c:v>2020</c:v>
                  </c:pt>
                </c:lvl>
              </c:multiLvlStrCache>
            </c:multiLvlStrRef>
          </c:cat>
          <c:val>
            <c:numRef>
              <c:f>KPI!$O$8:$O$28</c:f>
              <c:numCache>
                <c:formatCode>0.00</c:formatCode>
                <c:ptCount val="20"/>
                <c:pt idx="0">
                  <c:v>4.5473137973137971</c:v>
                </c:pt>
                <c:pt idx="1">
                  <c:v>4.6217457886676874</c:v>
                </c:pt>
                <c:pt idx="2">
                  <c:v>4.5418204182041819</c:v>
                </c:pt>
                <c:pt idx="3">
                  <c:v>4.4960098219766724</c:v>
                </c:pt>
                <c:pt idx="4">
                  <c:v>4.5611126720989041</c:v>
                </c:pt>
                <c:pt idx="5">
                  <c:v>4.502347417840376</c:v>
                </c:pt>
                <c:pt idx="6">
                  <c:v>4.5297282754909878</c:v>
                </c:pt>
                <c:pt idx="7">
                  <c:v>4.529303547963206</c:v>
                </c:pt>
                <c:pt idx="8">
                  <c:v>4.5508673230192214</c:v>
                </c:pt>
                <c:pt idx="9">
                  <c:v>4.6509319286871964</c:v>
                </c:pt>
                <c:pt idx="10">
                  <c:v>4.4990866653135786</c:v>
                </c:pt>
                <c:pt idx="11">
                  <c:v>4.5320207253886009</c:v>
                </c:pt>
                <c:pt idx="12">
                  <c:v>4.5543605788032853</c:v>
                </c:pt>
                <c:pt idx="13">
                  <c:v>4.5017468944099379</c:v>
                </c:pt>
                <c:pt idx="14">
                  <c:v>4.4961034360609284</c:v>
                </c:pt>
                <c:pt idx="15">
                  <c:v>4.5326281821441379</c:v>
                </c:pt>
                <c:pt idx="16">
                  <c:v>4.6165455561766349</c:v>
                </c:pt>
                <c:pt idx="17">
                  <c:v>4.6150884198516824</c:v>
                </c:pt>
                <c:pt idx="18">
                  <c:v>4.536207849640685</c:v>
                </c:pt>
                <c:pt idx="19">
                  <c:v>4.5775637688703803</c:v>
                </c:pt>
              </c:numCache>
            </c:numRef>
          </c:val>
          <c:smooth val="0"/>
          <c:extLst>
            <c:ext xmlns:c16="http://schemas.microsoft.com/office/drawing/2014/chart" uri="{C3380CC4-5D6E-409C-BE32-E72D297353CC}">
              <c16:uniqueId val="{00000000-D2B1-498A-955D-D91BEE336C33}"/>
            </c:ext>
          </c:extLst>
        </c:ser>
        <c:dLbls>
          <c:showLegendKey val="0"/>
          <c:showVal val="0"/>
          <c:showCatName val="0"/>
          <c:showSerName val="0"/>
          <c:showPercent val="0"/>
          <c:showBubbleSize val="0"/>
        </c:dLbls>
        <c:smooth val="0"/>
        <c:axId val="1260315408"/>
        <c:axId val="1260310832"/>
      </c:lineChart>
      <c:catAx>
        <c:axId val="1260315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1260310832"/>
        <c:crosses val="autoZero"/>
        <c:auto val="1"/>
        <c:lblAlgn val="ctr"/>
        <c:lblOffset val="100"/>
        <c:noMultiLvlLbl val="0"/>
      </c:catAx>
      <c:valAx>
        <c:axId val="126031083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260315408"/>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905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[IT Ticket Analysis.xlsx]KPI!PivotTable8</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solidFill>
                  <a:schemeClr val="tx1"/>
                </a:solidFill>
              </a:rPr>
              <a:t>Avg. Satisfaction Rate</a:t>
            </a:r>
          </a:p>
        </c:rich>
      </c:tx>
      <c:layout>
        <c:manualLayout>
          <c:xMode val="edge"/>
          <c:yMode val="edge"/>
          <c:x val="0.29766203703703703"/>
          <c:y val="0"/>
        </c:manualLayout>
      </c:layout>
      <c:overlay val="0"/>
      <c:spPr>
        <a:solidFill>
          <a:schemeClr val="bg1"/>
        </a:solid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a:glow rad="139700">
              <a:schemeClr val="accent5">
                <a:lumMod val="60000"/>
                <a:lumOff val="40000"/>
                <a:alpha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4"/>
          </a:solidFill>
          <a:ln>
            <a:noFill/>
          </a:ln>
          <a:effectLst>
            <a:glow rad="139700">
              <a:schemeClr val="accent5">
                <a:lumMod val="60000"/>
                <a:lumOff val="40000"/>
                <a:alpha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4"/>
          </a:solidFill>
          <a:ln>
            <a:noFill/>
          </a:ln>
          <a:effectLst>
            <a:glow rad="139700">
              <a:schemeClr val="accent5">
                <a:lumMod val="60000"/>
                <a:lumOff val="40000"/>
                <a:alpha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4"/>
          </a:solidFill>
          <a:ln>
            <a:noFill/>
          </a:ln>
          <a:effectLst>
            <a:glow rad="139700">
              <a:schemeClr val="accent5">
                <a:lumMod val="60000"/>
                <a:lumOff val="40000"/>
                <a:alpha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4"/>
          </a:solidFill>
          <a:ln>
            <a:noFill/>
          </a:ln>
          <a:effectLst>
            <a:glow rad="139700">
              <a:schemeClr val="accent5">
                <a:lumMod val="60000"/>
                <a:lumOff val="40000"/>
                <a:alpha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4"/>
          </a:solidFill>
          <a:ln>
            <a:noFill/>
          </a:ln>
          <a:effectLst>
            <a:glow rad="139700">
              <a:schemeClr val="accent5">
                <a:lumMod val="60000"/>
                <a:lumOff val="40000"/>
                <a:alpha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4"/>
          </a:solidFill>
          <a:ln>
            <a:noFill/>
          </a:ln>
          <a:effectLst>
            <a:glow rad="139700">
              <a:schemeClr val="accent5">
                <a:lumMod val="60000"/>
                <a:lumOff val="40000"/>
                <a:alpha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8733695652173918E-2"/>
          <c:y val="0.10201312462402122"/>
          <c:w val="0.89314633655394526"/>
          <c:h val="0.74438383766428706"/>
        </c:manualLayout>
      </c:layout>
      <c:lineChart>
        <c:grouping val="standard"/>
        <c:varyColors val="0"/>
        <c:ser>
          <c:idx val="0"/>
          <c:order val="0"/>
          <c:tx>
            <c:strRef>
              <c:f>KPI!$X$7</c:f>
              <c:strCache>
                <c:ptCount val="1"/>
                <c:pt idx="0">
                  <c:v>Total</c:v>
                </c:pt>
              </c:strCache>
            </c:strRef>
          </c:tx>
          <c:spPr>
            <a:ln w="63500" cap="sq">
              <a:solidFill>
                <a:schemeClr val="accent4"/>
              </a:solidFill>
              <a:round/>
            </a:ln>
            <a:effectLst>
              <a:glow rad="139700">
                <a:schemeClr val="accent4">
                  <a:lumMod val="60000"/>
                  <a:lumOff val="40000"/>
                  <a:alpha val="40000"/>
                </a:schemeClr>
              </a:glow>
            </a:effectLst>
          </c:spPr>
          <c:marker>
            <c:symbol val="none"/>
          </c:marker>
          <c:cat>
            <c:multiLvlStrRef>
              <c:f>KPI!$V$8:$W$28</c:f>
              <c:multiLvlStrCache>
                <c:ptCount val="20"/>
                <c:lvl>
                  <c:pt idx="0">
                    <c:v>Qtr1</c:v>
                  </c:pt>
                  <c:pt idx="1">
                    <c:v>Qtr2</c:v>
                  </c:pt>
                  <c:pt idx="2">
                    <c:v>Qtr3</c:v>
                  </c:pt>
                  <c:pt idx="3">
                    <c:v>Qtr4</c:v>
                  </c:pt>
                  <c:pt idx="4">
                    <c:v>Qtr1</c:v>
                  </c:pt>
                  <c:pt idx="5">
                    <c:v>Qtr2</c:v>
                  </c:pt>
                  <c:pt idx="6">
                    <c:v>Qtr3</c:v>
                  </c:pt>
                  <c:pt idx="7">
                    <c:v>Qtr4</c:v>
                  </c:pt>
                  <c:pt idx="8">
                    <c:v>Qtr1</c:v>
                  </c:pt>
                  <c:pt idx="9">
                    <c:v>Qtr2</c:v>
                  </c:pt>
                  <c:pt idx="10">
                    <c:v>Qtr3</c:v>
                  </c:pt>
                  <c:pt idx="11">
                    <c:v>Qtr4</c:v>
                  </c:pt>
                  <c:pt idx="12">
                    <c:v>Qtr1</c:v>
                  </c:pt>
                  <c:pt idx="13">
                    <c:v>Qtr2</c:v>
                  </c:pt>
                  <c:pt idx="14">
                    <c:v>Qtr3</c:v>
                  </c:pt>
                  <c:pt idx="15">
                    <c:v>Qtr4</c:v>
                  </c:pt>
                  <c:pt idx="16">
                    <c:v>Qtr1</c:v>
                  </c:pt>
                  <c:pt idx="17">
                    <c:v>Qtr2</c:v>
                  </c:pt>
                  <c:pt idx="18">
                    <c:v>Qtr3</c:v>
                  </c:pt>
                  <c:pt idx="19">
                    <c:v>Qtr4</c:v>
                  </c:pt>
                </c:lvl>
                <c:lvl>
                  <c:pt idx="0">
                    <c:v>2016</c:v>
                  </c:pt>
                  <c:pt idx="4">
                    <c:v>2017</c:v>
                  </c:pt>
                  <c:pt idx="8">
                    <c:v>2018</c:v>
                  </c:pt>
                  <c:pt idx="12">
                    <c:v>2019</c:v>
                  </c:pt>
                  <c:pt idx="16">
                    <c:v>2020</c:v>
                  </c:pt>
                </c:lvl>
              </c:multiLvlStrCache>
            </c:multiLvlStrRef>
          </c:cat>
          <c:val>
            <c:numRef>
              <c:f>KPI!$X$8:$X$28</c:f>
              <c:numCache>
                <c:formatCode>0.00</c:formatCode>
                <c:ptCount val="20"/>
                <c:pt idx="0">
                  <c:v>3.9484126984126986</c:v>
                </c:pt>
                <c:pt idx="1">
                  <c:v>3.9660030627871361</c:v>
                </c:pt>
                <c:pt idx="2">
                  <c:v>3.9846248462484626</c:v>
                </c:pt>
                <c:pt idx="3">
                  <c:v>4.0199508901166361</c:v>
                </c:pt>
                <c:pt idx="4">
                  <c:v>4.0651868502388311</c:v>
                </c:pt>
                <c:pt idx="5">
                  <c:v>4.0605112154407932</c:v>
                </c:pt>
                <c:pt idx="6">
                  <c:v>4.0661824051654563</c:v>
                </c:pt>
                <c:pt idx="7">
                  <c:v>4.0804204993429698</c:v>
                </c:pt>
                <c:pt idx="8">
                  <c:v>4.1282231598687291</c:v>
                </c:pt>
                <c:pt idx="9">
                  <c:v>4.0725283630470015</c:v>
                </c:pt>
                <c:pt idx="10">
                  <c:v>4.0876801298964889</c:v>
                </c:pt>
                <c:pt idx="11">
                  <c:v>4.0837305699481865</c:v>
                </c:pt>
                <c:pt idx="12">
                  <c:v>4.1317950723504104</c:v>
                </c:pt>
                <c:pt idx="13">
                  <c:v>4.141692546583851</c:v>
                </c:pt>
                <c:pt idx="14">
                  <c:v>4.1266383280198369</c:v>
                </c:pt>
                <c:pt idx="15">
                  <c:v>4.0916098960200786</c:v>
                </c:pt>
                <c:pt idx="16">
                  <c:v>4.1379262157629961</c:v>
                </c:pt>
                <c:pt idx="17">
                  <c:v>4.1919566457501425</c:v>
                </c:pt>
                <c:pt idx="18">
                  <c:v>4.1846323935876173</c:v>
                </c:pt>
                <c:pt idx="19">
                  <c:v>4.1330036439354503</c:v>
                </c:pt>
              </c:numCache>
            </c:numRef>
          </c:val>
          <c:smooth val="0"/>
          <c:extLst>
            <c:ext xmlns:c16="http://schemas.microsoft.com/office/drawing/2014/chart" uri="{C3380CC4-5D6E-409C-BE32-E72D297353CC}">
              <c16:uniqueId val="{00000000-8DA4-4545-A10A-8F35F12AFFB8}"/>
            </c:ext>
          </c:extLst>
        </c:ser>
        <c:dLbls>
          <c:showLegendKey val="0"/>
          <c:showVal val="0"/>
          <c:showCatName val="0"/>
          <c:showSerName val="0"/>
          <c:showPercent val="0"/>
          <c:showBubbleSize val="0"/>
        </c:dLbls>
        <c:smooth val="0"/>
        <c:axId val="1823839088"/>
        <c:axId val="1823847824"/>
      </c:lineChart>
      <c:catAx>
        <c:axId val="1823839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1823847824"/>
        <c:crosses val="autoZero"/>
        <c:auto val="1"/>
        <c:lblAlgn val="ctr"/>
        <c:lblOffset val="100"/>
        <c:noMultiLvlLbl val="0"/>
      </c:catAx>
      <c:valAx>
        <c:axId val="182384782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238390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905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[IT Ticket Analysis.xlsx]KPI!PivotTable2</c:name>
    <c:fmtId val="-1"/>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100" b="1" i="0" u="none" strike="noStrike" kern="1200" baseline="0">
                <a:solidFill>
                  <a:sysClr val="windowText" lastClr="000000">
                    <a:lumMod val="65000"/>
                    <a:lumOff val="35000"/>
                  </a:sysClr>
                </a:solidFill>
                <a:latin typeface="+mn-lt"/>
                <a:ea typeface="+mn-ea"/>
                <a:cs typeface="+mn-cs"/>
              </a:defRPr>
            </a:pPr>
            <a:r>
              <a:rPr lang="en-IN" sz="1100" b="0" i="0" baseline="0">
                <a:effectLst/>
              </a:rPr>
              <a:t>Distribution of Tickets based on Resolution Time</a:t>
            </a:r>
            <a:endParaRPr lang="en-IN" sz="1100" b="0">
              <a:effectLst/>
            </a:endParaRPr>
          </a:p>
        </c:rich>
      </c:tx>
      <c:layout>
        <c:manualLayout>
          <c:xMode val="edge"/>
          <c:yMode val="edge"/>
          <c:x val="0.29251819199552198"/>
          <c:y val="0"/>
        </c:manualLayout>
      </c:layout>
      <c:overlay val="0"/>
      <c:spPr>
        <a:solidFill>
          <a:schemeClr val="bg1"/>
        </a:solid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100" b="1" i="0" u="none" strike="noStrike" kern="1200" baseline="0">
              <a:solidFill>
                <a:sysClr val="windowText" lastClr="000000">
                  <a:lumMod val="65000"/>
                  <a:lumOff val="35000"/>
                </a:sys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1"/>
          <c:showCatName val="0"/>
          <c:showSerName val="0"/>
          <c:showPercent val="0"/>
          <c:showBubbleSize val="0"/>
          <c:extLst>
            <c:ext xmlns:c15="http://schemas.microsoft.com/office/drawing/2012/chart" uri="{CE6537A1-D6FC-4f65-9D91-7224C49458BB}"/>
          </c:extLst>
        </c:dLbl>
      </c:pivotFmt>
      <c:pivotFmt>
        <c:idx val="3"/>
        <c:dLbl>
          <c:idx val="0"/>
          <c:layout>
            <c:manualLayout>
              <c:x val="0"/>
              <c:y val="-3.6324776393471696E-2"/>
            </c:manualLayout>
          </c:layout>
          <c:showLegendKey val="0"/>
          <c:showVal val="1"/>
          <c:showCatName val="0"/>
          <c:showSerName val="0"/>
          <c:showPercent val="0"/>
          <c:showBubbleSize val="0"/>
          <c:extLst>
            <c:ext xmlns:c15="http://schemas.microsoft.com/office/drawing/2012/chart" uri="{CE6537A1-D6FC-4f65-9D91-7224C49458BB}"/>
          </c:extLst>
        </c:dLbl>
      </c:pivotFmt>
      <c:pivotFmt>
        <c:idx val="4"/>
        <c:dLbl>
          <c:idx val="0"/>
          <c:layout>
            <c:manualLayout>
              <c:x val="-2.7873457138306626E-3"/>
              <c:y val="-4.0865373442655825E-2"/>
            </c:manualLayout>
          </c:layout>
          <c:showLegendKey val="0"/>
          <c:showVal val="1"/>
          <c:showCatName val="0"/>
          <c:showSerName val="0"/>
          <c:showPercent val="0"/>
          <c:showBubbleSize val="0"/>
          <c:extLst>
            <c:ext xmlns:c15="http://schemas.microsoft.com/office/drawing/2012/chart" uri="{CE6537A1-D6FC-4f65-9D91-7224C49458BB}"/>
          </c:extLst>
        </c:dLbl>
      </c:pivotFmt>
      <c:pivotFmt>
        <c:idx val="5"/>
        <c:dLbl>
          <c:idx val="0"/>
          <c:layout>
            <c:manualLayout>
              <c:x val="0"/>
              <c:y val="-0.40865373442655656"/>
            </c:manualLayout>
          </c:layout>
          <c:showLegendKey val="0"/>
          <c:showVal val="1"/>
          <c:showCatName val="0"/>
          <c:showSerName val="0"/>
          <c:showPercent val="0"/>
          <c:showBubbleSize val="0"/>
          <c:extLst>
            <c:ext xmlns:c15="http://schemas.microsoft.com/office/drawing/2012/chart" uri="{CE6537A1-D6FC-4f65-9D91-7224C49458BB}"/>
          </c:extLst>
        </c:dLbl>
      </c:pivotFmt>
      <c:pivotFmt>
        <c:idx val="6"/>
        <c:dLbl>
          <c:idx val="0"/>
          <c:layout>
            <c:manualLayout>
              <c:x val="-2.5525981289316638E-17"/>
              <c:y val="-0.26690375613695194"/>
            </c:manualLayout>
          </c:layout>
          <c:showLegendKey val="0"/>
          <c:showVal val="1"/>
          <c:showCatName val="0"/>
          <c:showSerName val="0"/>
          <c:showPercent val="0"/>
          <c:showBubbleSize val="0"/>
          <c:extLst>
            <c:ext xmlns:c15="http://schemas.microsoft.com/office/drawing/2012/chart" uri="{CE6537A1-D6FC-4f65-9D91-7224C49458BB}"/>
          </c:extLst>
        </c:dLbl>
      </c:pivotFmt>
      <c:pivotFmt>
        <c:idx val="7"/>
        <c:dLbl>
          <c:idx val="0"/>
          <c:layout>
            <c:manualLayout>
              <c:x val="0"/>
              <c:y val="-0.14928515173761711"/>
            </c:manualLayout>
          </c:layout>
          <c:showLegendKey val="0"/>
          <c:showVal val="1"/>
          <c:showCatName val="0"/>
          <c:showSerName val="0"/>
          <c:showPercent val="0"/>
          <c:showBubbleSize val="0"/>
          <c:extLst>
            <c:ext xmlns:c15="http://schemas.microsoft.com/office/drawing/2012/chart" uri="{CE6537A1-D6FC-4f65-9D91-7224C49458BB}"/>
          </c:extLst>
        </c:dLbl>
      </c:pivotFmt>
      <c:pivotFmt>
        <c:idx val="8"/>
        <c:dLbl>
          <c:idx val="0"/>
          <c:layout>
            <c:manualLayout>
              <c:x val="0"/>
              <c:y val="-9.9523434491744875E-2"/>
            </c:manualLayout>
          </c:layout>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5"/>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589170581073296"/>
          <c:y val="4.9833306341778717E-2"/>
          <c:w val="0.86463029151493065"/>
          <c:h val="0.84507156804761163"/>
        </c:manualLayout>
      </c:layout>
      <c:lineChart>
        <c:grouping val="standard"/>
        <c:varyColors val="0"/>
        <c:ser>
          <c:idx val="0"/>
          <c:order val="0"/>
          <c:tx>
            <c:strRef>
              <c:f>KPI!$AE$7</c:f>
              <c:strCache>
                <c:ptCount val="1"/>
                <c:pt idx="0">
                  <c:v>Total</c:v>
                </c:pt>
              </c:strCache>
            </c:strRef>
          </c:tx>
          <c:spPr>
            <a:ln w="50800" cap="rnd">
              <a:solidFill>
                <a:schemeClr val="accent4"/>
              </a:solidFill>
              <a:round/>
            </a:ln>
            <a:effectLst>
              <a:outerShdw blurRad="57150" dist="19050" dir="5400000" algn="ctr" rotWithShape="0">
                <a:srgbClr val="000000">
                  <a:alpha val="63000"/>
                </a:srgbClr>
              </a:outerShdw>
            </a:effectLst>
          </c:spPr>
          <c:marker>
            <c:symbol val="circle"/>
            <c:size val="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s>
            <c:dLbl>
              <c:idx val="1"/>
              <c:layout>
                <c:manualLayout>
                  <c:x val="-2.9768401903162607E-2"/>
                  <c:y val="-7.803682238613751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893-43A7-A0C5-2EE7A295122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KPI!$AD$8:$AD$14</c:f>
              <c:strCache>
                <c:ptCount val="6"/>
                <c:pt idx="0">
                  <c:v>0-4 Days</c:v>
                </c:pt>
                <c:pt idx="1">
                  <c:v>5-8 Days</c:v>
                </c:pt>
                <c:pt idx="2">
                  <c:v>9-12 Days</c:v>
                </c:pt>
                <c:pt idx="3">
                  <c:v>13-16 Days</c:v>
                </c:pt>
                <c:pt idx="4">
                  <c:v>17-20 Days</c:v>
                </c:pt>
                <c:pt idx="5">
                  <c:v>21+ Days</c:v>
                </c:pt>
              </c:strCache>
            </c:strRef>
          </c:cat>
          <c:val>
            <c:numRef>
              <c:f>KPI!$AE$8:$AE$14</c:f>
              <c:numCache>
                <c:formatCode>0</c:formatCode>
                <c:ptCount val="6"/>
                <c:pt idx="0">
                  <c:v>51933</c:v>
                </c:pt>
                <c:pt idx="1">
                  <c:v>28023</c:v>
                </c:pt>
                <c:pt idx="2">
                  <c:v>10925</c:v>
                </c:pt>
                <c:pt idx="3">
                  <c:v>5805</c:v>
                </c:pt>
                <c:pt idx="4">
                  <c:v>810</c:v>
                </c:pt>
                <c:pt idx="5">
                  <c:v>2</c:v>
                </c:pt>
              </c:numCache>
            </c:numRef>
          </c:val>
          <c:smooth val="1"/>
          <c:extLst>
            <c:ext xmlns:c16="http://schemas.microsoft.com/office/drawing/2014/chart" uri="{C3380CC4-5D6E-409C-BE32-E72D297353CC}">
              <c16:uniqueId val="{00000000-5893-43A7-A0C5-2EE7A2951222}"/>
            </c:ext>
          </c:extLst>
        </c:ser>
        <c:dLbls>
          <c:dLblPos val="t"/>
          <c:showLegendKey val="0"/>
          <c:showVal val="1"/>
          <c:showCatName val="0"/>
          <c:showSerName val="0"/>
          <c:showPercent val="0"/>
          <c:showBubbleSize val="0"/>
        </c:dLbls>
        <c:marker val="1"/>
        <c:smooth val="0"/>
        <c:axId val="1209756464"/>
        <c:axId val="1210991344"/>
      </c:lineChart>
      <c:catAx>
        <c:axId val="120975646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210991344"/>
        <c:crosses val="autoZero"/>
        <c:auto val="1"/>
        <c:lblAlgn val="ctr"/>
        <c:lblOffset val="100"/>
        <c:noMultiLvlLbl val="0"/>
      </c:catAx>
      <c:valAx>
        <c:axId val="121099134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20975646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905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[IT Ticket Analysis.xlsx]KPI!PivotTable4</c:name>
    <c:fmtId val="-1"/>
  </c:pivotSource>
  <c:chart>
    <c:title>
      <c:tx>
        <c:rich>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en-IN" sz="1100" b="0" i="0" dirty="0"/>
              <a:t>Distribution of Tickets based on Satisfaction Score</a:t>
            </a:r>
          </a:p>
        </c:rich>
      </c:tx>
      <c:layout>
        <c:manualLayout>
          <c:xMode val="edge"/>
          <c:yMode val="edge"/>
          <c:x val="0.22503988245172124"/>
          <c:y val="0"/>
        </c:manualLayout>
      </c:layout>
      <c:overlay val="0"/>
      <c:spPr>
        <a:solidFill>
          <a:schemeClr val="bg1"/>
        </a:solid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1"/>
          <c:showCatName val="0"/>
          <c:showSerName val="0"/>
          <c:showPercent val="0"/>
          <c:showBubbleSize val="0"/>
          <c:extLst>
            <c:ext xmlns:c15="http://schemas.microsoft.com/office/drawing/2012/chart" uri="{CE6537A1-D6FC-4f65-9D91-7224C49458BB}"/>
          </c:extLst>
        </c:dLbl>
      </c:pivotFmt>
      <c:pivotFmt>
        <c:idx val="3"/>
        <c:dLbl>
          <c:idx val="0"/>
          <c:layout>
            <c:manualLayout>
              <c:x val="0"/>
              <c:y val="-0.42227570294646899"/>
            </c:manualLayout>
          </c:layout>
          <c:showLegendKey val="0"/>
          <c:showVal val="1"/>
          <c:showCatName val="0"/>
          <c:showSerName val="0"/>
          <c:showPercent val="0"/>
          <c:showBubbleSize val="0"/>
          <c:extLst>
            <c:ext xmlns:c15="http://schemas.microsoft.com/office/drawing/2012/chart" uri="{CE6537A1-D6FC-4f65-9D91-7224C49458BB}"/>
          </c:extLst>
        </c:dLbl>
      </c:pivotFmt>
      <c:pivotFmt>
        <c:idx val="4"/>
        <c:dLbl>
          <c:idx val="0"/>
          <c:layout>
            <c:manualLayout>
              <c:x val="0"/>
              <c:y val="-0.27815927284347569"/>
            </c:manualLayout>
          </c:layout>
          <c:showLegendKey val="0"/>
          <c:showVal val="1"/>
          <c:showCatName val="0"/>
          <c:showSerName val="0"/>
          <c:showPercent val="0"/>
          <c:showBubbleSize val="0"/>
          <c:extLst>
            <c:ext xmlns:c15="http://schemas.microsoft.com/office/drawing/2012/chart" uri="{CE6537A1-D6FC-4f65-9D91-7224C49458BB}"/>
          </c:extLst>
        </c:dLbl>
      </c:pivotFmt>
      <c:pivotFmt>
        <c:idx val="5"/>
        <c:dLbl>
          <c:idx val="0"/>
          <c:layout>
            <c:manualLayout>
              <c:x val="-9.8618566082418531E-17"/>
              <c:y val="-0.11855969006443236"/>
            </c:manualLayout>
          </c:layout>
          <c:showLegendKey val="0"/>
          <c:showVal val="1"/>
          <c:showCatName val="0"/>
          <c:showSerName val="0"/>
          <c:showPercent val="0"/>
          <c:showBubbleSize val="0"/>
          <c:extLst>
            <c:ext xmlns:c15="http://schemas.microsoft.com/office/drawing/2012/chart" uri="{CE6537A1-D6FC-4f65-9D91-7224C49458BB}"/>
          </c:extLst>
        </c:dLbl>
      </c:pivotFmt>
      <c:pivotFmt>
        <c:idx val="6"/>
        <c:dLbl>
          <c:idx val="0"/>
          <c:layout>
            <c:manualLayout>
              <c:x val="0"/>
              <c:y val="-7.2959809270419854E-2"/>
            </c:manualLayout>
          </c:layout>
          <c:showLegendKey val="0"/>
          <c:showVal val="1"/>
          <c:showCatName val="0"/>
          <c:showSerName val="0"/>
          <c:showPercent val="0"/>
          <c:showBubbleSize val="0"/>
          <c:extLst>
            <c:ext xmlns:c15="http://schemas.microsoft.com/office/drawing/2012/chart" uri="{CE6537A1-D6FC-4f65-9D91-7224C49458BB}"/>
          </c:extLst>
        </c:dLbl>
      </c:pivotFmt>
      <c:pivotFmt>
        <c:idx val="7"/>
        <c:dLbl>
          <c:idx val="0"/>
          <c:layout>
            <c:manualLayout>
              <c:x val="0"/>
              <c:y val="-0.13223965430263598"/>
            </c:manualLayout>
          </c:layout>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pivotFmt>
      <c:pivotFmt>
        <c:idx val="1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126217692163354"/>
          <c:y val="5.0159868873413657E-2"/>
          <c:w val="0.84957141725623164"/>
          <c:h val="0.84405630687642608"/>
        </c:manualLayout>
      </c:layout>
      <c:lineChart>
        <c:grouping val="standard"/>
        <c:varyColors val="0"/>
        <c:ser>
          <c:idx val="0"/>
          <c:order val="0"/>
          <c:tx>
            <c:strRef>
              <c:f>KPI!$AL$7</c:f>
              <c:strCache>
                <c:ptCount val="1"/>
                <c:pt idx="0">
                  <c:v>Total</c:v>
                </c:pt>
              </c:strCache>
            </c:strRef>
          </c:tx>
          <c:spPr>
            <a:ln w="50800" cap="rnd">
              <a:solidFill>
                <a:schemeClr val="accent4"/>
              </a:solidFill>
              <a:round/>
            </a:ln>
            <a:effectLst>
              <a:outerShdw blurRad="57150" dist="19050" dir="5400000" algn="ctr" rotWithShape="0">
                <a:srgbClr val="000000">
                  <a:alpha val="63000"/>
                </a:srgbClr>
              </a:outerShdw>
            </a:effectLst>
          </c:spPr>
          <c:marker>
            <c:symbol val="circle"/>
            <c:size val="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s>
            <c:dLbl>
              <c:idx val="3"/>
              <c:layout>
                <c:manualLayout>
                  <c:x val="-6.9755807444724316E-2"/>
                  <c:y val="-5.573264254771104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F12-49E5-88DB-425162A6587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KPI!$AK$8:$AK$13</c:f>
              <c:strCache>
                <c:ptCount val="5"/>
                <c:pt idx="0">
                  <c:v>1</c:v>
                </c:pt>
                <c:pt idx="1">
                  <c:v>2</c:v>
                </c:pt>
                <c:pt idx="2">
                  <c:v>3</c:v>
                </c:pt>
                <c:pt idx="3">
                  <c:v>4</c:v>
                </c:pt>
                <c:pt idx="4">
                  <c:v>5</c:v>
                </c:pt>
              </c:strCache>
            </c:strRef>
          </c:cat>
          <c:val>
            <c:numRef>
              <c:f>KPI!$AL$8:$AL$13</c:f>
              <c:numCache>
                <c:formatCode>0</c:formatCode>
                <c:ptCount val="5"/>
                <c:pt idx="0">
                  <c:v>9907</c:v>
                </c:pt>
                <c:pt idx="1">
                  <c:v>1977</c:v>
                </c:pt>
                <c:pt idx="2">
                  <c:v>7282</c:v>
                </c:pt>
                <c:pt idx="3">
                  <c:v>27562</c:v>
                </c:pt>
                <c:pt idx="4">
                  <c:v>50770</c:v>
                </c:pt>
              </c:numCache>
            </c:numRef>
          </c:val>
          <c:smooth val="1"/>
          <c:extLst>
            <c:ext xmlns:c16="http://schemas.microsoft.com/office/drawing/2014/chart" uri="{C3380CC4-5D6E-409C-BE32-E72D297353CC}">
              <c16:uniqueId val="{00000000-9F12-49E5-88DB-425162A65879}"/>
            </c:ext>
          </c:extLst>
        </c:ser>
        <c:dLbls>
          <c:dLblPos val="t"/>
          <c:showLegendKey val="0"/>
          <c:showVal val="1"/>
          <c:showCatName val="0"/>
          <c:showSerName val="0"/>
          <c:showPercent val="0"/>
          <c:showBubbleSize val="0"/>
        </c:dLbls>
        <c:marker val="1"/>
        <c:smooth val="0"/>
        <c:axId val="1912552240"/>
        <c:axId val="1912551408"/>
      </c:lineChart>
      <c:catAx>
        <c:axId val="191255224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912551408"/>
        <c:crosses val="autoZero"/>
        <c:auto val="1"/>
        <c:lblAlgn val="ctr"/>
        <c:lblOffset val="100"/>
        <c:noMultiLvlLbl val="0"/>
      </c:catAx>
      <c:valAx>
        <c:axId val="191255140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9125522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905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[V Final.xlsx]KPI!PivotTable12</c:name>
    <c:fmtId val="-1"/>
  </c:pivotSource>
  <c:chart>
    <c:autoTitleDeleted val="1"/>
    <c:pivotFmts>
      <c:pivotFmt>
        <c:idx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0012450366781072E-2"/>
          <c:y val="1.5169074050768309E-2"/>
          <c:w val="0.90998754963321893"/>
          <c:h val="0.93498839644712262"/>
        </c:manualLayout>
      </c:layout>
      <c:barChart>
        <c:barDir val="col"/>
        <c:grouping val="clustered"/>
        <c:varyColors val="0"/>
        <c:ser>
          <c:idx val="0"/>
          <c:order val="0"/>
          <c:tx>
            <c:strRef>
              <c:f>KPI!$AH$6:$AH$7</c:f>
              <c:strCache>
                <c:ptCount val="1"/>
                <c:pt idx="0">
                  <c:v>High</c:v>
                </c:pt>
              </c:strCache>
            </c:strRef>
          </c:tx>
          <c:spPr>
            <a:gradFill rotWithShape="1">
              <a:gsLst>
                <a:gs pos="0">
                  <a:schemeClr val="accent4">
                    <a:shade val="58000"/>
                    <a:shade val="51000"/>
                    <a:satMod val="130000"/>
                  </a:schemeClr>
                </a:gs>
                <a:gs pos="80000">
                  <a:schemeClr val="accent4">
                    <a:shade val="58000"/>
                    <a:shade val="93000"/>
                    <a:satMod val="130000"/>
                  </a:schemeClr>
                </a:gs>
                <a:gs pos="100000">
                  <a:schemeClr val="accent4">
                    <a:shade val="58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KPI!$AG$8:$AG$12</c:f>
              <c:strCache>
                <c:ptCount val="4"/>
                <c:pt idx="0">
                  <c:v>&lt;30</c:v>
                </c:pt>
                <c:pt idx="1">
                  <c:v>30-41</c:v>
                </c:pt>
                <c:pt idx="2">
                  <c:v>41-50</c:v>
                </c:pt>
                <c:pt idx="3">
                  <c:v>50+</c:v>
                </c:pt>
              </c:strCache>
            </c:strRef>
          </c:cat>
          <c:val>
            <c:numRef>
              <c:f>KPI!$AH$8:$AH$12</c:f>
              <c:numCache>
                <c:formatCode>0</c:formatCode>
                <c:ptCount val="4"/>
                <c:pt idx="0">
                  <c:v>4344</c:v>
                </c:pt>
                <c:pt idx="1">
                  <c:v>12089</c:v>
                </c:pt>
                <c:pt idx="2">
                  <c:v>16322</c:v>
                </c:pt>
                <c:pt idx="3">
                  <c:v>2794</c:v>
                </c:pt>
              </c:numCache>
            </c:numRef>
          </c:val>
          <c:extLst>
            <c:ext xmlns:c16="http://schemas.microsoft.com/office/drawing/2014/chart" uri="{C3380CC4-5D6E-409C-BE32-E72D297353CC}">
              <c16:uniqueId val="{00000000-EDD7-4BFE-A4D0-D713CA2DCC1C}"/>
            </c:ext>
          </c:extLst>
        </c:ser>
        <c:ser>
          <c:idx val="1"/>
          <c:order val="1"/>
          <c:tx>
            <c:strRef>
              <c:f>KPI!$AI$6:$AI$7</c:f>
              <c:strCache>
                <c:ptCount val="1"/>
                <c:pt idx="0">
                  <c:v>Low</c:v>
                </c:pt>
              </c:strCache>
            </c:strRef>
          </c:tx>
          <c:spPr>
            <a:gradFill rotWithShape="1">
              <a:gsLst>
                <a:gs pos="0">
                  <a:schemeClr val="accent4">
                    <a:shade val="86000"/>
                    <a:shade val="51000"/>
                    <a:satMod val="130000"/>
                  </a:schemeClr>
                </a:gs>
                <a:gs pos="80000">
                  <a:schemeClr val="accent4">
                    <a:shade val="86000"/>
                    <a:shade val="93000"/>
                    <a:satMod val="130000"/>
                  </a:schemeClr>
                </a:gs>
                <a:gs pos="100000">
                  <a:schemeClr val="accent4">
                    <a:shade val="86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KPI!$AG$8:$AG$12</c:f>
              <c:strCache>
                <c:ptCount val="4"/>
                <c:pt idx="0">
                  <c:v>&lt;30</c:v>
                </c:pt>
                <c:pt idx="1">
                  <c:v>30-41</c:v>
                </c:pt>
                <c:pt idx="2">
                  <c:v>41-50</c:v>
                </c:pt>
                <c:pt idx="3">
                  <c:v>50+</c:v>
                </c:pt>
              </c:strCache>
            </c:strRef>
          </c:cat>
          <c:val>
            <c:numRef>
              <c:f>KPI!$AI$8:$AI$12</c:f>
              <c:numCache>
                <c:formatCode>0</c:formatCode>
                <c:ptCount val="4"/>
                <c:pt idx="0">
                  <c:v>2016</c:v>
                </c:pt>
                <c:pt idx="1">
                  <c:v>5623</c:v>
                </c:pt>
                <c:pt idx="2">
                  <c:v>7712</c:v>
                </c:pt>
                <c:pt idx="3">
                  <c:v>1343</c:v>
                </c:pt>
              </c:numCache>
            </c:numRef>
          </c:val>
          <c:extLst>
            <c:ext xmlns:c16="http://schemas.microsoft.com/office/drawing/2014/chart" uri="{C3380CC4-5D6E-409C-BE32-E72D297353CC}">
              <c16:uniqueId val="{00000001-EDD7-4BFE-A4D0-D713CA2DCC1C}"/>
            </c:ext>
          </c:extLst>
        </c:ser>
        <c:ser>
          <c:idx val="2"/>
          <c:order val="2"/>
          <c:tx>
            <c:strRef>
              <c:f>KPI!$AJ$6:$AJ$7</c:f>
              <c:strCache>
                <c:ptCount val="1"/>
                <c:pt idx="0">
                  <c:v>Medium</c:v>
                </c:pt>
              </c:strCache>
            </c:strRef>
          </c:tx>
          <c:spPr>
            <a:gradFill rotWithShape="1">
              <a:gsLst>
                <a:gs pos="0">
                  <a:schemeClr val="accent4">
                    <a:tint val="86000"/>
                    <a:shade val="51000"/>
                    <a:satMod val="130000"/>
                  </a:schemeClr>
                </a:gs>
                <a:gs pos="80000">
                  <a:schemeClr val="accent4">
                    <a:tint val="86000"/>
                    <a:shade val="93000"/>
                    <a:satMod val="130000"/>
                  </a:schemeClr>
                </a:gs>
                <a:gs pos="100000">
                  <a:schemeClr val="accent4">
                    <a:tint val="86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KPI!$AG$8:$AG$12</c:f>
              <c:strCache>
                <c:ptCount val="4"/>
                <c:pt idx="0">
                  <c:v>&lt;30</c:v>
                </c:pt>
                <c:pt idx="1">
                  <c:v>30-41</c:v>
                </c:pt>
                <c:pt idx="2">
                  <c:v>41-50</c:v>
                </c:pt>
                <c:pt idx="3">
                  <c:v>50+</c:v>
                </c:pt>
              </c:strCache>
            </c:strRef>
          </c:cat>
          <c:val>
            <c:numRef>
              <c:f>KPI!$AJ$8:$AJ$12</c:f>
              <c:numCache>
                <c:formatCode>0</c:formatCode>
                <c:ptCount val="4"/>
                <c:pt idx="0">
                  <c:v>1826</c:v>
                </c:pt>
                <c:pt idx="1">
                  <c:v>5497</c:v>
                </c:pt>
                <c:pt idx="2">
                  <c:v>7184</c:v>
                </c:pt>
                <c:pt idx="3">
                  <c:v>1338</c:v>
                </c:pt>
              </c:numCache>
            </c:numRef>
          </c:val>
          <c:extLst>
            <c:ext xmlns:c16="http://schemas.microsoft.com/office/drawing/2014/chart" uri="{C3380CC4-5D6E-409C-BE32-E72D297353CC}">
              <c16:uniqueId val="{00000002-EDD7-4BFE-A4D0-D713CA2DCC1C}"/>
            </c:ext>
          </c:extLst>
        </c:ser>
        <c:ser>
          <c:idx val="3"/>
          <c:order val="3"/>
          <c:tx>
            <c:strRef>
              <c:f>KPI!$AK$6:$AK$7</c:f>
              <c:strCache>
                <c:ptCount val="1"/>
                <c:pt idx="0">
                  <c:v>Unassigned</c:v>
                </c:pt>
              </c:strCache>
            </c:strRef>
          </c:tx>
          <c:spPr>
            <a:gradFill rotWithShape="1">
              <a:gsLst>
                <a:gs pos="0">
                  <a:schemeClr val="accent4">
                    <a:tint val="58000"/>
                    <a:shade val="51000"/>
                    <a:satMod val="130000"/>
                  </a:schemeClr>
                </a:gs>
                <a:gs pos="80000">
                  <a:schemeClr val="accent4">
                    <a:tint val="58000"/>
                    <a:shade val="93000"/>
                    <a:satMod val="130000"/>
                  </a:schemeClr>
                </a:gs>
                <a:gs pos="100000">
                  <a:schemeClr val="accent4">
                    <a:tint val="58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KPI!$AG$8:$AG$12</c:f>
              <c:strCache>
                <c:ptCount val="4"/>
                <c:pt idx="0">
                  <c:v>&lt;30</c:v>
                </c:pt>
                <c:pt idx="1">
                  <c:v>30-41</c:v>
                </c:pt>
                <c:pt idx="2">
                  <c:v>41-50</c:v>
                </c:pt>
                <c:pt idx="3">
                  <c:v>50+</c:v>
                </c:pt>
              </c:strCache>
            </c:strRef>
          </c:cat>
          <c:val>
            <c:numRef>
              <c:f>KPI!$AK$8:$AK$12</c:f>
              <c:numCache>
                <c:formatCode>0</c:formatCode>
                <c:ptCount val="4"/>
                <c:pt idx="0">
                  <c:v>3401</c:v>
                </c:pt>
                <c:pt idx="1">
                  <c:v>10044</c:v>
                </c:pt>
                <c:pt idx="2">
                  <c:v>13545</c:v>
                </c:pt>
                <c:pt idx="3">
                  <c:v>2420</c:v>
                </c:pt>
              </c:numCache>
            </c:numRef>
          </c:val>
          <c:extLst>
            <c:ext xmlns:c16="http://schemas.microsoft.com/office/drawing/2014/chart" uri="{C3380CC4-5D6E-409C-BE32-E72D297353CC}">
              <c16:uniqueId val="{00000003-EDD7-4BFE-A4D0-D713CA2DCC1C}"/>
            </c:ext>
          </c:extLst>
        </c:ser>
        <c:dLbls>
          <c:showLegendKey val="0"/>
          <c:showVal val="0"/>
          <c:showCatName val="0"/>
          <c:showSerName val="0"/>
          <c:showPercent val="0"/>
          <c:showBubbleSize val="0"/>
        </c:dLbls>
        <c:gapWidth val="100"/>
        <c:overlap val="-24"/>
        <c:axId val="1646685872"/>
        <c:axId val="1646687536"/>
      </c:barChart>
      <c:catAx>
        <c:axId val="1646685872"/>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646687536"/>
        <c:crosses val="autoZero"/>
        <c:auto val="1"/>
        <c:lblAlgn val="ctr"/>
        <c:lblOffset val="100"/>
        <c:noMultiLvlLbl val="0"/>
      </c:catAx>
      <c:valAx>
        <c:axId val="164668753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646685872"/>
        <c:crosses val="autoZero"/>
        <c:crossBetween val="between"/>
      </c:valAx>
      <c:spPr>
        <a:noFill/>
        <a:ln>
          <a:noFill/>
        </a:ln>
        <a:effectLst/>
      </c:spPr>
    </c:plotArea>
    <c:legend>
      <c:legendPos val="r"/>
      <c:layout>
        <c:manualLayout>
          <c:xMode val="edge"/>
          <c:yMode val="edge"/>
          <c:x val="0.87418450097583955"/>
          <c:y val="0.39743298916408026"/>
          <c:w val="0.12581549902416045"/>
          <c:h val="0.2373861639302037"/>
        </c:manualLayout>
      </c:layout>
      <c:overlay val="0"/>
      <c:spPr>
        <a:solidFill>
          <a:schemeClr val="bg1"/>
        </a:solid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270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[V Final.xlsx]KPI!PivotTable3</c:name>
    <c:fmtId val="-1"/>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sz="1500" b="0"/>
              <a:t>Age Group vs Avg. Satisfaction Rate</a:t>
            </a:r>
          </a:p>
        </c:rich>
      </c:tx>
      <c:layout>
        <c:manualLayout>
          <c:xMode val="edge"/>
          <c:yMode val="edge"/>
          <c:x val="0.24387154415999962"/>
          <c:y val="0"/>
        </c:manualLayout>
      </c:layout>
      <c:overlay val="0"/>
      <c:spPr>
        <a:solidFill>
          <a:schemeClr val="bg1"/>
        </a:solid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145623356790063"/>
          <c:y val="1.8794855186253769E-2"/>
          <c:w val="0.85949748054137953"/>
          <c:h val="0.91893248563610164"/>
        </c:manualLayout>
      </c:layout>
      <c:barChart>
        <c:barDir val="col"/>
        <c:grouping val="clustered"/>
        <c:varyColors val="0"/>
        <c:ser>
          <c:idx val="0"/>
          <c:order val="0"/>
          <c:tx>
            <c:strRef>
              <c:f>KPI!$AO$7</c:f>
              <c:strCache>
                <c:ptCount val="1"/>
                <c:pt idx="0">
                  <c:v>Total</c:v>
                </c:pt>
              </c:strCache>
            </c:strRef>
          </c:tx>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28575" cap="rnd">
                <a:solidFill>
                  <a:schemeClr val="accent4"/>
                </a:solidFill>
                <a:prstDash val="dash"/>
              </a:ln>
              <a:effectLst/>
            </c:spPr>
            <c:trendlineType val="poly"/>
            <c:order val="2"/>
            <c:dispRSqr val="0"/>
            <c:dispEq val="0"/>
          </c:trendline>
          <c:cat>
            <c:strRef>
              <c:f>KPI!$AN$8:$AN$12</c:f>
              <c:strCache>
                <c:ptCount val="4"/>
                <c:pt idx="0">
                  <c:v>&lt;30</c:v>
                </c:pt>
                <c:pt idx="1">
                  <c:v>30-41</c:v>
                </c:pt>
                <c:pt idx="2">
                  <c:v>41-50</c:v>
                </c:pt>
                <c:pt idx="3">
                  <c:v>50+</c:v>
                </c:pt>
              </c:strCache>
            </c:strRef>
          </c:cat>
          <c:val>
            <c:numRef>
              <c:f>KPI!$AO$8:$AO$12</c:f>
              <c:numCache>
                <c:formatCode>0.00</c:formatCode>
                <c:ptCount val="4"/>
                <c:pt idx="0">
                  <c:v>4.2302580478122032</c:v>
                </c:pt>
                <c:pt idx="1">
                  <c:v>4.1292815685802786</c:v>
                </c:pt>
                <c:pt idx="2">
                  <c:v>3.9921587024998324</c:v>
                </c:pt>
                <c:pt idx="3">
                  <c:v>4.4049398353388218</c:v>
                </c:pt>
              </c:numCache>
            </c:numRef>
          </c:val>
          <c:extLst>
            <c:ext xmlns:c16="http://schemas.microsoft.com/office/drawing/2014/chart" uri="{C3380CC4-5D6E-409C-BE32-E72D297353CC}">
              <c16:uniqueId val="{00000001-37B2-49FC-8660-E2A072DCBB64}"/>
            </c:ext>
          </c:extLst>
        </c:ser>
        <c:dLbls>
          <c:dLblPos val="inEnd"/>
          <c:showLegendKey val="0"/>
          <c:showVal val="1"/>
          <c:showCatName val="0"/>
          <c:showSerName val="0"/>
          <c:showPercent val="0"/>
          <c:showBubbleSize val="0"/>
        </c:dLbls>
        <c:gapWidth val="100"/>
        <c:overlap val="-24"/>
        <c:axId val="662197312"/>
        <c:axId val="662206464"/>
      </c:barChart>
      <c:catAx>
        <c:axId val="662197312"/>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662206464"/>
        <c:crosses val="autoZero"/>
        <c:auto val="1"/>
        <c:lblAlgn val="ctr"/>
        <c:lblOffset val="100"/>
        <c:noMultiLvlLbl val="0"/>
      </c:catAx>
      <c:valAx>
        <c:axId val="66220646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6621973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905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[V Final.xlsx]KPI!PivotTable9</c:name>
    <c:fmtId val="-1"/>
  </c:pivotSource>
  <c:chart>
    <c:autoTitleDeleted val="1"/>
    <c:pivotFmts>
      <c:pivotFmt>
        <c:idx val="0"/>
        <c:spPr>
          <a:solidFill>
            <a:schemeClr val="accent5"/>
          </a:solidFill>
          <a:ln w="25400" cap="rnd">
            <a:solidFill>
              <a:schemeClr val="accent5"/>
            </a:solidFill>
            <a:prstDash val="sysDot"/>
            <a:round/>
          </a:ln>
          <a:effectLst>
            <a:glow>
              <a:schemeClr val="accent5">
                <a:lumMod val="60000"/>
                <a:lumOff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solidFill>
          <a:ln w="25400" cap="rnd">
            <a:solidFill>
              <a:schemeClr val="accent5"/>
            </a:solidFill>
            <a:prstDash val="sysDot"/>
            <a:round/>
          </a:ln>
          <a:effectLst>
            <a:glow>
              <a:schemeClr val="accent5">
                <a:lumMod val="60000"/>
                <a:lumOff val="40000"/>
              </a:schemeClr>
            </a:glow>
          </a:effectLst>
        </c:spPr>
        <c:marker>
          <c:symbol val="none"/>
        </c:marker>
      </c:pivotFmt>
      <c:pivotFmt>
        <c:idx val="2"/>
        <c:spPr>
          <a:solidFill>
            <a:schemeClr val="accent5"/>
          </a:solidFill>
          <a:ln w="25400" cap="rnd">
            <a:solidFill>
              <a:schemeClr val="accent5"/>
            </a:solidFill>
            <a:prstDash val="sysDot"/>
            <a:round/>
          </a:ln>
          <a:effectLst>
            <a:glow>
              <a:schemeClr val="accent5">
                <a:lumMod val="60000"/>
                <a:lumOff val="40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4"/>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2.1219715956558062E-2"/>
              <c:y val="-1.8586326134369686E-2"/>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fld id="{E7B799A9-37ED-439A-8488-BF9BF7376BF9}" type="CATEGORYNAME">
                  <a:rPr lang="en-US" sz="800"/>
                  <a:pPr>
                    <a:defRPr sz="800" b="1" i="0" u="none" strike="noStrike" kern="1200" baseline="0">
                      <a:solidFill>
                        <a:schemeClr val="tx1">
                          <a:lumMod val="75000"/>
                          <a:lumOff val="25000"/>
                        </a:schemeClr>
                      </a:solidFill>
                      <a:latin typeface="+mn-lt"/>
                      <a:ea typeface="+mn-ea"/>
                      <a:cs typeface="+mn-cs"/>
                    </a:defRPr>
                  </a:pPr>
                  <a:t>[CATEGORY NAME]</a:t>
                </a:fld>
                <a:r>
                  <a:rPr lang="en-US" sz="800" baseline="0"/>
                  <a:t>, </a:t>
                </a:r>
              </a:p>
              <a:p>
                <a:pPr>
                  <a:defRPr sz="800" b="1" i="0" u="none" strike="noStrike" kern="1200" baseline="0">
                    <a:solidFill>
                      <a:schemeClr val="tx1">
                        <a:lumMod val="75000"/>
                        <a:lumOff val="25000"/>
                      </a:schemeClr>
                    </a:solidFill>
                    <a:latin typeface="+mn-lt"/>
                    <a:ea typeface="+mn-ea"/>
                    <a:cs typeface="+mn-cs"/>
                  </a:defRPr>
                </a:pPr>
                <a:fld id="{A71B3A1C-2413-42CC-BF1F-0C29F955E633}" type="VALUE">
                  <a:rPr lang="en-US" sz="800" baseline="0"/>
                  <a:pPr>
                    <a:defRPr sz="800" b="1" i="0" u="none" strike="noStrike" kern="1200" baseline="0">
                      <a:solidFill>
                        <a:schemeClr val="tx1">
                          <a:lumMod val="75000"/>
                          <a:lumOff val="25000"/>
                        </a:schemeClr>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dlblFieldTable/>
              <c15:showDataLabelsRange val="0"/>
            </c:ext>
          </c:extLst>
        </c:dLbl>
      </c:pivotFmt>
      <c:pivotFmt>
        <c:idx val="5"/>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9.5488721804511276E-2"/>
              <c:y val="0.15415099867375537"/>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fld id="{7A107E99-97AC-4673-9ECB-0C72DDEB5C99}" type="CATEGORYNAME">
                  <a:rPr lang="en-US" sz="800"/>
                  <a:pPr>
                    <a:defRPr sz="800" b="1" i="0" u="none" strike="noStrike" kern="1200" baseline="0">
                      <a:solidFill>
                        <a:schemeClr val="tx1">
                          <a:lumMod val="75000"/>
                          <a:lumOff val="25000"/>
                        </a:schemeClr>
                      </a:solidFill>
                      <a:latin typeface="+mn-lt"/>
                      <a:ea typeface="+mn-ea"/>
                      <a:cs typeface="+mn-cs"/>
                    </a:defRPr>
                  </a:pPr>
                  <a:t>[CATEGORY NAME]</a:t>
                </a:fld>
                <a:r>
                  <a:rPr lang="en-US" sz="800" baseline="0"/>
                  <a:t>,</a:t>
                </a:r>
              </a:p>
              <a:p>
                <a:pPr>
                  <a:defRPr sz="800" b="1" i="0" u="none" strike="noStrike" kern="1200" baseline="0">
                    <a:solidFill>
                      <a:schemeClr val="tx1">
                        <a:lumMod val="75000"/>
                        <a:lumOff val="25000"/>
                      </a:schemeClr>
                    </a:solidFill>
                    <a:latin typeface="+mn-lt"/>
                    <a:ea typeface="+mn-ea"/>
                    <a:cs typeface="+mn-cs"/>
                  </a:defRPr>
                </a:pPr>
                <a:r>
                  <a:rPr lang="en-US" sz="800" baseline="0"/>
                  <a:t> </a:t>
                </a:r>
                <a:fld id="{400A6DBD-A5AC-4EC3-8AC0-531FA340B990}" type="VALUE">
                  <a:rPr lang="en-US" sz="800" baseline="0"/>
                  <a:pPr>
                    <a:defRPr sz="800" b="1" i="0" u="none" strike="noStrike" kern="1200" baseline="0">
                      <a:solidFill>
                        <a:schemeClr val="tx1">
                          <a:lumMod val="75000"/>
                          <a:lumOff val="25000"/>
                        </a:schemeClr>
                      </a:solidFill>
                      <a:latin typeface="+mn-lt"/>
                      <a:ea typeface="+mn-ea"/>
                      <a:cs typeface="+mn-cs"/>
                    </a:defRPr>
                  </a:pPr>
                  <a:t>[VALUE]</a:t>
                </a:fld>
                <a:endParaRPr lang="en-US" sz="800" baseline="0"/>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dlblFieldTable/>
              <c15:showDataLabelsRange val="0"/>
            </c:ext>
          </c:extLst>
        </c:dLbl>
      </c:pivotFmt>
      <c:pivotFmt>
        <c:idx val="6"/>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2.9177109440267433E-2"/>
              <c:y val="0.17509999338452797"/>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7"/>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9.8141186299081085E-2"/>
              <c:y val="0.14010624658069351"/>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8"/>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0.11405597326649958"/>
              <c:y val="9.4454239309974639E-2"/>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fld id="{5DF4CC68-B142-458C-805F-6020D058E8D2}" type="CATEGORYNAME">
                  <a:rPr lang="en-US" sz="800"/>
                  <a:pPr>
                    <a:defRPr sz="800" b="1" i="0" u="none" strike="noStrike" kern="1200" baseline="0">
                      <a:solidFill>
                        <a:schemeClr val="tx1">
                          <a:lumMod val="75000"/>
                          <a:lumOff val="25000"/>
                        </a:schemeClr>
                      </a:solidFill>
                      <a:latin typeface="+mn-lt"/>
                      <a:ea typeface="+mn-ea"/>
                      <a:cs typeface="+mn-cs"/>
                    </a:defRPr>
                  </a:pPr>
                  <a:t>[CATEGORY NAME]</a:t>
                </a:fld>
                <a:r>
                  <a:rPr lang="en-US" sz="800" baseline="0"/>
                  <a:t>, </a:t>
                </a:r>
              </a:p>
              <a:p>
                <a:pPr>
                  <a:defRPr sz="800" b="1" i="0" u="none" strike="noStrike" kern="1200" baseline="0">
                    <a:solidFill>
                      <a:schemeClr val="tx1">
                        <a:lumMod val="75000"/>
                        <a:lumOff val="25000"/>
                      </a:schemeClr>
                    </a:solidFill>
                    <a:latin typeface="+mn-lt"/>
                    <a:ea typeface="+mn-ea"/>
                    <a:cs typeface="+mn-cs"/>
                  </a:defRPr>
                </a:pPr>
                <a:fld id="{6AC91924-C0A9-4DFD-975B-7F8AC7E37347}" type="VALUE">
                  <a:rPr lang="en-US" sz="800" baseline="0"/>
                  <a:pPr>
                    <a:defRPr sz="800" b="1" i="0" u="none" strike="noStrike" kern="1200" baseline="0">
                      <a:solidFill>
                        <a:schemeClr val="tx1">
                          <a:lumMod val="75000"/>
                          <a:lumOff val="25000"/>
                        </a:schemeClr>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dlblFieldTable/>
              <c15:showDataLabelsRange val="0"/>
            </c:ext>
          </c:extLst>
        </c:dLbl>
      </c:pivotFmt>
      <c:pivotFmt>
        <c:idx val="9"/>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0"/>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9.5488721804511276E-2"/>
              <c:y val="0.15415099867375537"/>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fld id="{7A107E99-97AC-4673-9ECB-0C72DDEB5C99}" type="CATEGORYNAME">
                  <a:rPr lang="en-US" sz="800"/>
                  <a:pPr>
                    <a:defRPr sz="800" b="1" i="0" u="none" strike="noStrike" kern="1200" baseline="0">
                      <a:solidFill>
                        <a:schemeClr val="tx1">
                          <a:lumMod val="75000"/>
                          <a:lumOff val="25000"/>
                        </a:schemeClr>
                      </a:solidFill>
                      <a:latin typeface="+mn-lt"/>
                      <a:ea typeface="+mn-ea"/>
                      <a:cs typeface="+mn-cs"/>
                    </a:defRPr>
                  </a:pPr>
                  <a:t>[CATEGORY NAME]</a:t>
                </a:fld>
                <a:r>
                  <a:rPr lang="en-US" sz="800" baseline="0"/>
                  <a:t>,</a:t>
                </a:r>
              </a:p>
              <a:p>
                <a:pPr>
                  <a:defRPr sz="800" b="1" i="0" u="none" strike="noStrike" kern="1200" baseline="0">
                    <a:solidFill>
                      <a:schemeClr val="tx1">
                        <a:lumMod val="75000"/>
                        <a:lumOff val="25000"/>
                      </a:schemeClr>
                    </a:solidFill>
                    <a:latin typeface="+mn-lt"/>
                    <a:ea typeface="+mn-ea"/>
                    <a:cs typeface="+mn-cs"/>
                  </a:defRPr>
                </a:pPr>
                <a:r>
                  <a:rPr lang="en-US" sz="800" baseline="0"/>
                  <a:t> </a:t>
                </a:r>
                <a:fld id="{400A6DBD-A5AC-4EC3-8AC0-531FA340B990}" type="VALUE">
                  <a:rPr lang="en-US" sz="800" baseline="0"/>
                  <a:pPr>
                    <a:defRPr sz="800" b="1" i="0" u="none" strike="noStrike" kern="1200" baseline="0">
                      <a:solidFill>
                        <a:schemeClr val="tx1">
                          <a:lumMod val="75000"/>
                          <a:lumOff val="25000"/>
                        </a:schemeClr>
                      </a:solidFill>
                      <a:latin typeface="+mn-lt"/>
                      <a:ea typeface="+mn-ea"/>
                      <a:cs typeface="+mn-cs"/>
                    </a:defRPr>
                  </a:pPr>
                  <a:t>[VALUE]</a:t>
                </a:fld>
                <a:endParaRPr lang="en-US" sz="800" baseline="0"/>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dlblFieldTable/>
              <c15:showDataLabelsRange val="0"/>
            </c:ext>
          </c:extLst>
        </c:dLbl>
      </c:pivotFmt>
      <c:pivotFmt>
        <c:idx val="11"/>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9.8141186299081085E-2"/>
              <c:y val="0.14010624658069351"/>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2"/>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2.1219715956558062E-2"/>
              <c:y val="-1.8586326134369686E-2"/>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fld id="{E7B799A9-37ED-439A-8488-BF9BF7376BF9}" type="CATEGORYNAME">
                  <a:rPr lang="en-US" sz="800"/>
                  <a:pPr>
                    <a:defRPr sz="800" b="1" i="0" u="none" strike="noStrike" kern="1200" baseline="0">
                      <a:solidFill>
                        <a:schemeClr val="tx1">
                          <a:lumMod val="75000"/>
                          <a:lumOff val="25000"/>
                        </a:schemeClr>
                      </a:solidFill>
                      <a:latin typeface="+mn-lt"/>
                      <a:ea typeface="+mn-ea"/>
                      <a:cs typeface="+mn-cs"/>
                    </a:defRPr>
                  </a:pPr>
                  <a:t>[CATEGORY NAME]</a:t>
                </a:fld>
                <a:r>
                  <a:rPr lang="en-US" sz="800" baseline="0"/>
                  <a:t>, </a:t>
                </a:r>
              </a:p>
              <a:p>
                <a:pPr>
                  <a:defRPr sz="800" b="1" i="0" u="none" strike="noStrike" kern="1200" baseline="0">
                    <a:solidFill>
                      <a:schemeClr val="tx1">
                        <a:lumMod val="75000"/>
                        <a:lumOff val="25000"/>
                      </a:schemeClr>
                    </a:solidFill>
                    <a:latin typeface="+mn-lt"/>
                    <a:ea typeface="+mn-ea"/>
                    <a:cs typeface="+mn-cs"/>
                  </a:defRPr>
                </a:pPr>
                <a:fld id="{A71B3A1C-2413-42CC-BF1F-0C29F955E633}" type="VALUE">
                  <a:rPr lang="en-US" sz="800" baseline="0"/>
                  <a:pPr>
                    <a:defRPr sz="800" b="1" i="0" u="none" strike="noStrike" kern="1200" baseline="0">
                      <a:solidFill>
                        <a:schemeClr val="tx1">
                          <a:lumMod val="75000"/>
                          <a:lumOff val="25000"/>
                        </a:schemeClr>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dlblFieldTable/>
              <c15:showDataLabelsRange val="0"/>
            </c:ext>
          </c:extLst>
        </c:dLbl>
      </c:pivotFmt>
      <c:pivotFmt>
        <c:idx val="13"/>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0.11405597326649958"/>
              <c:y val="9.4454239309974639E-2"/>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fld id="{5DF4CC68-B142-458C-805F-6020D058E8D2}" type="CATEGORYNAME">
                  <a:rPr lang="en-US" sz="800"/>
                  <a:pPr>
                    <a:defRPr sz="800" b="1" i="0" u="none" strike="noStrike" kern="1200" baseline="0">
                      <a:solidFill>
                        <a:schemeClr val="tx1">
                          <a:lumMod val="75000"/>
                          <a:lumOff val="25000"/>
                        </a:schemeClr>
                      </a:solidFill>
                      <a:latin typeface="+mn-lt"/>
                      <a:ea typeface="+mn-ea"/>
                      <a:cs typeface="+mn-cs"/>
                    </a:defRPr>
                  </a:pPr>
                  <a:t>[CATEGORY NAME]</a:t>
                </a:fld>
                <a:r>
                  <a:rPr lang="en-US" sz="800" baseline="0"/>
                  <a:t>, </a:t>
                </a:r>
              </a:p>
              <a:p>
                <a:pPr>
                  <a:defRPr sz="800" b="1" i="0" u="none" strike="noStrike" kern="1200" baseline="0">
                    <a:solidFill>
                      <a:schemeClr val="tx1">
                        <a:lumMod val="75000"/>
                        <a:lumOff val="25000"/>
                      </a:schemeClr>
                    </a:solidFill>
                    <a:latin typeface="+mn-lt"/>
                    <a:ea typeface="+mn-ea"/>
                    <a:cs typeface="+mn-cs"/>
                  </a:defRPr>
                </a:pPr>
                <a:fld id="{6AC91924-C0A9-4DFD-975B-7F8AC7E37347}" type="VALUE">
                  <a:rPr lang="en-US" sz="800" baseline="0"/>
                  <a:pPr>
                    <a:defRPr sz="800" b="1" i="0" u="none" strike="noStrike" kern="1200" baseline="0">
                      <a:solidFill>
                        <a:schemeClr val="tx1">
                          <a:lumMod val="75000"/>
                          <a:lumOff val="25000"/>
                        </a:schemeClr>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dlblFieldTable/>
              <c15:showDataLabelsRange val="0"/>
            </c:ext>
          </c:extLst>
        </c:dLbl>
      </c:pivotFmt>
      <c:pivotFmt>
        <c:idx val="14"/>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2.9177109440267433E-2"/>
              <c:y val="0.17509999338452797"/>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5"/>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6"/>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9.5488721804511276E-2"/>
              <c:y val="0.15415099867375537"/>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fld id="{7A107E99-97AC-4673-9ECB-0C72DDEB5C99}" type="CATEGORYNAME">
                  <a:rPr lang="en-US" sz="800"/>
                  <a:pPr>
                    <a:defRPr sz="800" b="1" i="0" u="none" strike="noStrike" kern="1200" baseline="0">
                      <a:solidFill>
                        <a:schemeClr val="tx1">
                          <a:lumMod val="75000"/>
                          <a:lumOff val="25000"/>
                        </a:schemeClr>
                      </a:solidFill>
                      <a:latin typeface="+mn-lt"/>
                      <a:ea typeface="+mn-ea"/>
                      <a:cs typeface="+mn-cs"/>
                    </a:defRPr>
                  </a:pPr>
                  <a:t>[CATEGORY NAME]</a:t>
                </a:fld>
                <a:r>
                  <a:rPr lang="en-US" sz="800" baseline="0"/>
                  <a:t>,</a:t>
                </a:r>
              </a:p>
              <a:p>
                <a:pPr>
                  <a:defRPr sz="800" b="1" i="0" u="none" strike="noStrike" kern="1200" baseline="0">
                    <a:solidFill>
                      <a:schemeClr val="tx1">
                        <a:lumMod val="75000"/>
                        <a:lumOff val="25000"/>
                      </a:schemeClr>
                    </a:solidFill>
                    <a:latin typeface="+mn-lt"/>
                    <a:ea typeface="+mn-ea"/>
                    <a:cs typeface="+mn-cs"/>
                  </a:defRPr>
                </a:pPr>
                <a:r>
                  <a:rPr lang="en-US" sz="800" baseline="0"/>
                  <a:t> </a:t>
                </a:r>
                <a:fld id="{400A6DBD-A5AC-4EC3-8AC0-531FA340B990}" type="VALUE">
                  <a:rPr lang="en-US" sz="800" baseline="0"/>
                  <a:pPr>
                    <a:defRPr sz="800" b="1" i="0" u="none" strike="noStrike" kern="1200" baseline="0">
                      <a:solidFill>
                        <a:schemeClr val="tx1">
                          <a:lumMod val="75000"/>
                          <a:lumOff val="25000"/>
                        </a:schemeClr>
                      </a:solidFill>
                      <a:latin typeface="+mn-lt"/>
                      <a:ea typeface="+mn-ea"/>
                      <a:cs typeface="+mn-cs"/>
                    </a:defRPr>
                  </a:pPr>
                  <a:t>[VALUE]</a:t>
                </a:fld>
                <a:endParaRPr lang="en-US" sz="800" baseline="0"/>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dlblFieldTable/>
              <c15:showDataLabelsRange val="0"/>
            </c:ext>
          </c:extLst>
        </c:dLbl>
      </c:pivotFmt>
      <c:pivotFmt>
        <c:idx val="17"/>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9.8141186299081085E-2"/>
              <c:y val="0.14010624658069351"/>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8"/>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2.1219715956558062E-2"/>
              <c:y val="-1.8586326134369686E-2"/>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fld id="{E7B799A9-37ED-439A-8488-BF9BF7376BF9}" type="CATEGORYNAME">
                  <a:rPr lang="en-US" sz="800"/>
                  <a:pPr>
                    <a:defRPr sz="800" b="1" i="0" u="none" strike="noStrike" kern="1200" baseline="0">
                      <a:solidFill>
                        <a:schemeClr val="tx1">
                          <a:lumMod val="75000"/>
                          <a:lumOff val="25000"/>
                        </a:schemeClr>
                      </a:solidFill>
                      <a:latin typeface="+mn-lt"/>
                      <a:ea typeface="+mn-ea"/>
                      <a:cs typeface="+mn-cs"/>
                    </a:defRPr>
                  </a:pPr>
                  <a:t>[CATEGORY NAME]</a:t>
                </a:fld>
                <a:r>
                  <a:rPr lang="en-US" sz="800" baseline="0"/>
                  <a:t>, </a:t>
                </a:r>
              </a:p>
              <a:p>
                <a:pPr>
                  <a:defRPr sz="800" b="1" i="0" u="none" strike="noStrike" kern="1200" baseline="0">
                    <a:solidFill>
                      <a:schemeClr val="tx1">
                        <a:lumMod val="75000"/>
                        <a:lumOff val="25000"/>
                      </a:schemeClr>
                    </a:solidFill>
                    <a:latin typeface="+mn-lt"/>
                    <a:ea typeface="+mn-ea"/>
                    <a:cs typeface="+mn-cs"/>
                  </a:defRPr>
                </a:pPr>
                <a:fld id="{A71B3A1C-2413-42CC-BF1F-0C29F955E633}" type="VALUE">
                  <a:rPr lang="en-US" sz="800" baseline="0"/>
                  <a:pPr>
                    <a:defRPr sz="800" b="1" i="0" u="none" strike="noStrike" kern="1200" baseline="0">
                      <a:solidFill>
                        <a:schemeClr val="tx1">
                          <a:lumMod val="75000"/>
                          <a:lumOff val="25000"/>
                        </a:schemeClr>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dlblFieldTable/>
              <c15:showDataLabelsRange val="0"/>
            </c:ext>
          </c:extLst>
        </c:dLbl>
      </c:pivotFmt>
      <c:pivotFmt>
        <c:idx val="19"/>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0.11405597326649958"/>
              <c:y val="9.4454239309974639E-2"/>
            </c:manualLayout>
          </c:layout>
          <c:tx>
            <c:rich>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fld id="{5DF4CC68-B142-458C-805F-6020D058E8D2}" type="CATEGORYNAME">
                  <a:rPr lang="en-US" sz="800"/>
                  <a:pPr>
                    <a:defRPr sz="800" b="1" i="0" u="none" strike="noStrike" kern="1200" baseline="0">
                      <a:solidFill>
                        <a:schemeClr val="tx1">
                          <a:lumMod val="75000"/>
                          <a:lumOff val="25000"/>
                        </a:schemeClr>
                      </a:solidFill>
                      <a:latin typeface="+mn-lt"/>
                      <a:ea typeface="+mn-ea"/>
                      <a:cs typeface="+mn-cs"/>
                    </a:defRPr>
                  </a:pPr>
                  <a:t>[CATEGORY NAME]</a:t>
                </a:fld>
                <a:r>
                  <a:rPr lang="en-US" sz="800" baseline="0"/>
                  <a:t>, </a:t>
                </a:r>
              </a:p>
              <a:p>
                <a:pPr>
                  <a:defRPr sz="800" b="1" i="0" u="none" strike="noStrike" kern="1200" baseline="0">
                    <a:solidFill>
                      <a:schemeClr val="tx1">
                        <a:lumMod val="75000"/>
                        <a:lumOff val="25000"/>
                      </a:schemeClr>
                    </a:solidFill>
                    <a:latin typeface="+mn-lt"/>
                    <a:ea typeface="+mn-ea"/>
                    <a:cs typeface="+mn-cs"/>
                  </a:defRPr>
                </a:pPr>
                <a:fld id="{6AC91924-C0A9-4DFD-975B-7F8AC7E37347}" type="VALUE">
                  <a:rPr lang="en-US" sz="800" baseline="0"/>
                  <a:pPr>
                    <a:defRPr sz="800" b="1" i="0" u="none" strike="noStrike" kern="1200" baseline="0">
                      <a:solidFill>
                        <a:schemeClr val="tx1">
                          <a:lumMod val="75000"/>
                          <a:lumOff val="25000"/>
                        </a:schemeClr>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dlblFieldTable/>
              <c15:showDataLabelsRange val="0"/>
            </c:ext>
          </c:extLst>
        </c:dLbl>
      </c:pivotFmt>
      <c:pivotFmt>
        <c:idx val="20"/>
        <c:spPr>
          <a:solidFill>
            <a:schemeClr val="accent5"/>
          </a:solidFill>
          <a:ln w="25400" cap="rnd">
            <a:solidFill>
              <a:schemeClr val="accent5"/>
            </a:solidFill>
            <a:prstDash val="sysDot"/>
            <a:round/>
          </a:ln>
          <a:effectLst>
            <a:glow>
              <a:schemeClr val="accent5">
                <a:lumMod val="60000"/>
                <a:lumOff val="40000"/>
              </a:schemeClr>
            </a:glow>
          </a:effectLst>
        </c:spPr>
        <c:marker>
          <c:symbol val="square"/>
          <c:size val="5"/>
          <c:spPr>
            <a:solidFill>
              <a:schemeClr val="accent5"/>
            </a:solidFill>
            <a:ln w="9525">
              <a:solidFill>
                <a:schemeClr val="accent5"/>
              </a:solidFill>
            </a:ln>
            <a:effectLst/>
          </c:spPr>
        </c:marker>
        <c:dLbl>
          <c:idx val="0"/>
          <c:layout>
            <c:manualLayout>
              <c:x val="-2.9177109440267433E-2"/>
              <c:y val="0.17509999338452797"/>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429239766081871"/>
          <c:y val="3.6827225379662799E-2"/>
          <c:w val="0.87303341687552216"/>
          <c:h val="0.92634554924067436"/>
        </c:manualLayout>
      </c:layout>
      <c:lineChart>
        <c:grouping val="standard"/>
        <c:varyColors val="0"/>
        <c:ser>
          <c:idx val="0"/>
          <c:order val="0"/>
          <c:tx>
            <c:strRef>
              <c:f>KPI!$AD$7</c:f>
              <c:strCache>
                <c:ptCount val="1"/>
                <c:pt idx="0">
                  <c:v>Total</c:v>
                </c:pt>
              </c:strCache>
            </c:strRef>
          </c:tx>
          <c:spPr>
            <a:ln w="38100" cap="rnd">
              <a:solidFill>
                <a:schemeClr val="accent4">
                  <a:lumMod val="75000"/>
                </a:schemeClr>
              </a:solidFill>
              <a:prstDash val="sysDot"/>
              <a:round/>
            </a:ln>
            <a:effectLst>
              <a:glow>
                <a:schemeClr val="accent5">
                  <a:lumMod val="60000"/>
                  <a:lumOff val="40000"/>
                </a:schemeClr>
              </a:glow>
            </a:effectLst>
          </c:spPr>
          <c:marker>
            <c:symbol val="square"/>
            <c:size val="5"/>
            <c:spPr>
              <a:solidFill>
                <a:schemeClr val="accent4">
                  <a:lumMod val="75000"/>
                </a:schemeClr>
              </a:solidFill>
              <a:ln w="9525">
                <a:solidFill>
                  <a:schemeClr val="accent4">
                    <a:lumMod val="75000"/>
                  </a:schemeClr>
                </a:solidFill>
              </a:ln>
              <a:effectLst/>
            </c:spPr>
          </c:marker>
          <c:dLbls>
            <c:dLbl>
              <c:idx val="0"/>
              <c:layout>
                <c:manualLayout>
                  <c:x val="-9.5488721804511276E-2"/>
                  <c:y val="0.15415099867375537"/>
                </c:manualLayout>
              </c:layout>
              <c:tx>
                <c:rich>
                  <a:bodyPr/>
                  <a:lstStyle/>
                  <a:p>
                    <a:fld id="{7A107E99-97AC-4673-9ECB-0C72DDEB5C99}" type="CATEGORYNAME">
                      <a:rPr lang="en-US" sz="1200"/>
                      <a:pPr/>
                      <a:t>[CATEGORY NAME]</a:t>
                    </a:fld>
                    <a:r>
                      <a:rPr lang="en-US" sz="1200" baseline="0"/>
                      <a:t>,</a:t>
                    </a:r>
                  </a:p>
                  <a:p>
                    <a:r>
                      <a:rPr lang="en-US" sz="1200" baseline="0"/>
                      <a:t> </a:t>
                    </a:r>
                    <a:fld id="{400A6DBD-A5AC-4EC3-8AC0-531FA340B990}" type="VALUE">
                      <a:rPr lang="en-US" sz="1200" baseline="0"/>
                      <a:pPr/>
                      <a:t>[VALUE]</a:t>
                    </a:fld>
                    <a:endParaRPr lang="en-US" sz="1200" baseline="0"/>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1AC-49A2-98DA-E7028F7F37B4}"/>
                </c:ext>
              </c:extLst>
            </c:dLbl>
            <c:dLbl>
              <c:idx val="1"/>
              <c:layout>
                <c:manualLayout>
                  <c:x val="-9.8141186299081085E-2"/>
                  <c:y val="0.14010624658069351"/>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1AC-49A2-98DA-E7028F7F37B4}"/>
                </c:ext>
              </c:extLst>
            </c:dLbl>
            <c:dLbl>
              <c:idx val="2"/>
              <c:layout>
                <c:manualLayout>
                  <c:x val="2.1219715956558062E-2"/>
                  <c:y val="-1.8586326134369686E-2"/>
                </c:manualLayout>
              </c:layout>
              <c:tx>
                <c:rich>
                  <a:bodyPr/>
                  <a:lstStyle/>
                  <a:p>
                    <a:fld id="{E7B799A9-37ED-439A-8488-BF9BF7376BF9}" type="CATEGORYNAME">
                      <a:rPr lang="en-US" sz="1200"/>
                      <a:pPr/>
                      <a:t>[CATEGORY NAME]</a:t>
                    </a:fld>
                    <a:r>
                      <a:rPr lang="en-US" sz="1200" baseline="0"/>
                      <a:t>, </a:t>
                    </a:r>
                  </a:p>
                  <a:p>
                    <a:fld id="{A71B3A1C-2413-42CC-BF1F-0C29F955E633}" type="VALUE">
                      <a:rPr lang="en-US" sz="1200" baseline="0"/>
                      <a:pPr/>
                      <a:t>[VALUE]</a:t>
                    </a:fld>
                    <a:endParaRPr lang="en-IN"/>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1AC-49A2-98DA-E7028F7F37B4}"/>
                </c:ext>
              </c:extLst>
            </c:dLbl>
            <c:dLbl>
              <c:idx val="3"/>
              <c:layout>
                <c:manualLayout>
                  <c:x val="-0.11405597326649958"/>
                  <c:y val="9.4454239309974639E-2"/>
                </c:manualLayout>
              </c:layout>
              <c:tx>
                <c:rich>
                  <a:bodyPr/>
                  <a:lstStyle/>
                  <a:p>
                    <a:fld id="{5DF4CC68-B142-458C-805F-6020D058E8D2}" type="CATEGORYNAME">
                      <a:rPr lang="en-US" sz="1200"/>
                      <a:pPr/>
                      <a:t>[CATEGORY NAME]</a:t>
                    </a:fld>
                    <a:r>
                      <a:rPr lang="en-US" sz="1200" baseline="0"/>
                      <a:t>, </a:t>
                    </a:r>
                  </a:p>
                  <a:p>
                    <a:fld id="{6AC91924-C0A9-4DFD-975B-7F8AC7E37347}" type="VALUE">
                      <a:rPr lang="en-US" sz="1200" baseline="0"/>
                      <a:pPr/>
                      <a:t>[VALUE]</a:t>
                    </a:fld>
                    <a:endParaRPr lang="en-IN"/>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1AC-49A2-98DA-E7028F7F37B4}"/>
                </c:ext>
              </c:extLst>
            </c:dLbl>
            <c:dLbl>
              <c:idx val="4"/>
              <c:layout>
                <c:manualLayout>
                  <c:x val="-2.9177109440267433E-2"/>
                  <c:y val="0.1750999933845279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1AC-49A2-98DA-E7028F7F37B4}"/>
                </c:ext>
              </c:extLst>
            </c:dLbl>
            <c:spPr>
              <a:solidFill>
                <a:schemeClr val="bg1"/>
              </a:solid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KPI!$AC$8:$AC$13</c:f>
              <c:strCache>
                <c:ptCount val="5"/>
                <c:pt idx="0">
                  <c:v>Aurelio Tanori</c:v>
                </c:pt>
                <c:pt idx="1">
                  <c:v>Jesus Contreras</c:v>
                </c:pt>
                <c:pt idx="2">
                  <c:v>Elena Velez</c:v>
                </c:pt>
                <c:pt idx="3">
                  <c:v>Melinda</c:v>
                </c:pt>
                <c:pt idx="4">
                  <c:v>Barbara Grijalva</c:v>
                </c:pt>
              </c:strCache>
            </c:strRef>
          </c:cat>
          <c:val>
            <c:numRef>
              <c:f>KPI!$AD$8:$AD$13</c:f>
              <c:numCache>
                <c:formatCode>0</c:formatCode>
                <c:ptCount val="5"/>
                <c:pt idx="0">
                  <c:v>2027</c:v>
                </c:pt>
                <c:pt idx="1">
                  <c:v>2026</c:v>
                </c:pt>
                <c:pt idx="2">
                  <c:v>2021</c:v>
                </c:pt>
                <c:pt idx="3">
                  <c:v>2007</c:v>
                </c:pt>
                <c:pt idx="4">
                  <c:v>2003</c:v>
                </c:pt>
              </c:numCache>
            </c:numRef>
          </c:val>
          <c:smooth val="0"/>
          <c:extLst>
            <c:ext xmlns:c16="http://schemas.microsoft.com/office/drawing/2014/chart" uri="{C3380CC4-5D6E-409C-BE32-E72D297353CC}">
              <c16:uniqueId val="{00000005-81AC-49A2-98DA-E7028F7F37B4}"/>
            </c:ext>
          </c:extLst>
        </c:ser>
        <c:dLbls>
          <c:showLegendKey val="0"/>
          <c:showVal val="1"/>
          <c:showCatName val="0"/>
          <c:showSerName val="0"/>
          <c:showPercent val="0"/>
          <c:showBubbleSize val="0"/>
        </c:dLbls>
        <c:marker val="1"/>
        <c:smooth val="0"/>
        <c:axId val="1918399312"/>
        <c:axId val="1918399728"/>
      </c:lineChart>
      <c:catAx>
        <c:axId val="1918399312"/>
        <c:scaling>
          <c:orientation val="minMax"/>
        </c:scaling>
        <c:delete val="1"/>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r>
                  <a:rPr lang="en-IN" sz="1050" b="1"/>
                  <a:t>Agent  Name</a:t>
                </a:r>
              </a:p>
            </c:rich>
          </c:tx>
          <c:overlay val="0"/>
          <c:spPr>
            <a:solidFill>
              <a:schemeClr val="bg1"/>
            </a:solidFill>
            <a:ln>
              <a:noFill/>
            </a:ln>
            <a:effectLst/>
          </c:spPr>
          <c:txPr>
            <a:bodyPr rot="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1918399728"/>
        <c:crosses val="autoZero"/>
        <c:auto val="1"/>
        <c:lblAlgn val="ctr"/>
        <c:lblOffset val="100"/>
        <c:noMultiLvlLbl val="0"/>
      </c:catAx>
      <c:valAx>
        <c:axId val="19183997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r>
                  <a:rPr lang="en-IN" sz="1050" b="1"/>
                  <a:t>Ticket</a:t>
                </a:r>
              </a:p>
            </c:rich>
          </c:tx>
          <c:overlay val="0"/>
          <c:spPr>
            <a:noFill/>
            <a:ln>
              <a:noFill/>
            </a:ln>
            <a:effectLst/>
          </c:spPr>
          <c:txPr>
            <a:bodyPr rot="-54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accent4">
                    <a:lumMod val="50000"/>
                  </a:schemeClr>
                </a:solidFill>
                <a:latin typeface="+mn-lt"/>
                <a:ea typeface="+mn-ea"/>
                <a:cs typeface="+mn-cs"/>
              </a:defRPr>
            </a:pPr>
            <a:endParaRPr lang="en-US"/>
          </a:p>
        </c:txPr>
        <c:crossAx val="19183993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5875"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[IT Ticket Analysis.xlsx]KPI!PivotTable5</c:name>
    <c:fmtId val="-1"/>
  </c:pivotSource>
  <c:chart>
    <c:autoTitleDeleted val="1"/>
    <c:pivotFmts>
      <c:pivotFmt>
        <c:idx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890952253453985"/>
          <c:y val="4.6439781918874217E-3"/>
          <c:w val="0.81486244873764457"/>
          <c:h val="0.9353143285030554"/>
        </c:manualLayout>
      </c:layout>
      <c:barChart>
        <c:barDir val="bar"/>
        <c:grouping val="clustered"/>
        <c:varyColors val="0"/>
        <c:ser>
          <c:idx val="0"/>
          <c:order val="0"/>
          <c:tx>
            <c:strRef>
              <c:f>KPI!$CH$6</c:f>
              <c:strCache>
                <c:ptCount val="1"/>
                <c:pt idx="0">
                  <c:v>Total</c:v>
                </c:pt>
              </c:strCache>
            </c:strRef>
          </c:tx>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invertIfNegative val="0"/>
          <c:cat>
            <c:multiLvlStrRef>
              <c:f>KPI!$CF$7:$CG$32</c:f>
              <c:multiLvlStrCache>
                <c:ptCount val="25"/>
                <c:lvl>
                  <c:pt idx="0">
                    <c:v>Normal</c:v>
                  </c:pt>
                  <c:pt idx="1">
                    <c:v>Major</c:v>
                  </c:pt>
                  <c:pt idx="2">
                    <c:v>Minor</c:v>
                  </c:pt>
                  <c:pt idx="3">
                    <c:v>Unclassified</c:v>
                  </c:pt>
                  <c:pt idx="4">
                    <c:v>Urgent</c:v>
                  </c:pt>
                  <c:pt idx="5">
                    <c:v>Normal</c:v>
                  </c:pt>
                  <c:pt idx="6">
                    <c:v>Major</c:v>
                  </c:pt>
                  <c:pt idx="7">
                    <c:v>Minor</c:v>
                  </c:pt>
                  <c:pt idx="8">
                    <c:v>Unclassified</c:v>
                  </c:pt>
                  <c:pt idx="9">
                    <c:v>Urgent</c:v>
                  </c:pt>
                  <c:pt idx="10">
                    <c:v>Normal</c:v>
                  </c:pt>
                  <c:pt idx="11">
                    <c:v>Major</c:v>
                  </c:pt>
                  <c:pt idx="12">
                    <c:v>Minor</c:v>
                  </c:pt>
                  <c:pt idx="13">
                    <c:v>Unclassified</c:v>
                  </c:pt>
                  <c:pt idx="14">
                    <c:v>Urgent</c:v>
                  </c:pt>
                  <c:pt idx="15">
                    <c:v>Normal</c:v>
                  </c:pt>
                  <c:pt idx="16">
                    <c:v>Major</c:v>
                  </c:pt>
                  <c:pt idx="17">
                    <c:v>Minor</c:v>
                  </c:pt>
                  <c:pt idx="18">
                    <c:v>Unclassified</c:v>
                  </c:pt>
                  <c:pt idx="19">
                    <c:v>Urgent</c:v>
                  </c:pt>
                  <c:pt idx="20">
                    <c:v>Normal</c:v>
                  </c:pt>
                  <c:pt idx="21">
                    <c:v>Major</c:v>
                  </c:pt>
                  <c:pt idx="22">
                    <c:v>Minor</c:v>
                  </c:pt>
                  <c:pt idx="23">
                    <c:v>Unclassified</c:v>
                  </c:pt>
                  <c:pt idx="24">
                    <c:v>Urgent</c:v>
                  </c:pt>
                </c:lvl>
                <c:lvl>
                  <c:pt idx="0">
                    <c:v>2016</c:v>
                  </c:pt>
                  <c:pt idx="5">
                    <c:v>2017</c:v>
                  </c:pt>
                  <c:pt idx="10">
                    <c:v>2018</c:v>
                  </c:pt>
                  <c:pt idx="15">
                    <c:v>2019</c:v>
                  </c:pt>
                  <c:pt idx="20">
                    <c:v>2020</c:v>
                  </c:pt>
                </c:lvl>
              </c:multiLvlStrCache>
            </c:multiLvlStrRef>
          </c:cat>
          <c:val>
            <c:numRef>
              <c:f>KPI!$CH$7:$CH$32</c:f>
              <c:numCache>
                <c:formatCode>0.00</c:formatCode>
                <c:ptCount val="25"/>
                <c:pt idx="0">
                  <c:v>4.677887061217568</c:v>
                </c:pt>
                <c:pt idx="1">
                  <c:v>3.7880116959064329</c:v>
                </c:pt>
                <c:pt idx="2">
                  <c:v>3.361516034985423</c:v>
                </c:pt>
                <c:pt idx="3">
                  <c:v>3.3250000000000002</c:v>
                </c:pt>
                <c:pt idx="4">
                  <c:v>1.8789473684210527</c:v>
                </c:pt>
                <c:pt idx="5">
                  <c:v>4.6228483154332798</c:v>
                </c:pt>
                <c:pt idx="6">
                  <c:v>3.9094650205761319</c:v>
                </c:pt>
                <c:pt idx="7">
                  <c:v>3.9298245614035086</c:v>
                </c:pt>
                <c:pt idx="8">
                  <c:v>2.1470588235294117</c:v>
                </c:pt>
                <c:pt idx="9">
                  <c:v>2.1111111111111112</c:v>
                </c:pt>
                <c:pt idx="10">
                  <c:v>4.6564144071226226</c:v>
                </c:pt>
                <c:pt idx="11">
                  <c:v>4.0643340857787811</c:v>
                </c:pt>
                <c:pt idx="12">
                  <c:v>3.3590308370044051</c:v>
                </c:pt>
                <c:pt idx="13">
                  <c:v>2.9852941176470589</c:v>
                </c:pt>
                <c:pt idx="14">
                  <c:v>2.1445783132530121</c:v>
                </c:pt>
                <c:pt idx="15">
                  <c:v>4.6480131430331655</c:v>
                </c:pt>
                <c:pt idx="16">
                  <c:v>3.8095238095238093</c:v>
                </c:pt>
                <c:pt idx="17">
                  <c:v>3.1422845691382766</c:v>
                </c:pt>
                <c:pt idx="18">
                  <c:v>3.0408163265306123</c:v>
                </c:pt>
                <c:pt idx="19">
                  <c:v>1.9534883720930232</c:v>
                </c:pt>
                <c:pt idx="20">
                  <c:v>4.6943343524704639</c:v>
                </c:pt>
                <c:pt idx="21">
                  <c:v>3.9406548431105048</c:v>
                </c:pt>
                <c:pt idx="22">
                  <c:v>3.4951612903225806</c:v>
                </c:pt>
                <c:pt idx="23">
                  <c:v>2.7327586206896552</c:v>
                </c:pt>
                <c:pt idx="24">
                  <c:v>1.9516539440203562</c:v>
                </c:pt>
              </c:numCache>
            </c:numRef>
          </c:val>
          <c:extLst>
            <c:ext xmlns:c16="http://schemas.microsoft.com/office/drawing/2014/chart" uri="{C3380CC4-5D6E-409C-BE32-E72D297353CC}">
              <c16:uniqueId val="{00000000-298F-441F-A7EA-89AFF1D2C4BB}"/>
            </c:ext>
          </c:extLst>
        </c:ser>
        <c:dLbls>
          <c:showLegendKey val="0"/>
          <c:showVal val="0"/>
          <c:showCatName val="0"/>
          <c:showSerName val="0"/>
          <c:showPercent val="0"/>
          <c:showBubbleSize val="0"/>
        </c:dLbls>
        <c:gapWidth val="100"/>
        <c:axId val="1148569455"/>
        <c:axId val="1148573615"/>
      </c:barChart>
      <c:catAx>
        <c:axId val="1148569455"/>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148573615"/>
        <c:crosses val="autoZero"/>
        <c:auto val="1"/>
        <c:lblAlgn val="ctr"/>
        <c:lblOffset val="100"/>
        <c:noMultiLvlLbl val="0"/>
      </c:catAx>
      <c:valAx>
        <c:axId val="1148573615"/>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114856945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905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[IT Ticket Analysis.xlsx]KPI!SeverityTicket</c:name>
    <c:fmtId val="-1"/>
  </c:pivotSource>
  <c:chart>
    <c:autoTitleDeleted val="1"/>
    <c:pivotFmts>
      <c:pivotFmt>
        <c:idx val="0"/>
        <c:dLbl>
          <c:idx val="0"/>
          <c:dLblPos val="bestFit"/>
          <c:showLegendKey val="0"/>
          <c:showVal val="1"/>
          <c:showCatName val="0"/>
          <c:showSerName val="0"/>
          <c:showPercent val="0"/>
          <c:showBubbleSize val="0"/>
          <c:extLst>
            <c:ext xmlns:c15="http://schemas.microsoft.com/office/drawing/2012/chart" uri="{CE6537A1-D6FC-4f65-9D91-7224C49458BB}"/>
          </c:extLst>
        </c:dLbl>
      </c:pivotFmt>
      <c:pivotFmt>
        <c:idx val="1"/>
        <c:dLbl>
          <c:idx val="0"/>
          <c:layout>
            <c:manualLayout>
              <c:x val="-0.1046503169370907"/>
              <c:y val="5.655085052479189E-2"/>
            </c:manualLayout>
          </c:layout>
          <c:dLblPos val="bestFit"/>
          <c:showLegendKey val="0"/>
          <c:showVal val="1"/>
          <c:showCatName val="0"/>
          <c:showSerName val="0"/>
          <c:showPercent val="0"/>
          <c:showBubbleSize val="0"/>
          <c:extLst>
            <c:ext xmlns:c15="http://schemas.microsoft.com/office/drawing/2012/chart" uri="{CE6537A1-D6FC-4f65-9D91-7224C49458BB}"/>
          </c:extLst>
        </c:dLbl>
      </c:pivotFmt>
      <c:pivotFmt>
        <c:idx val="2"/>
        <c:dLbl>
          <c:idx val="0"/>
          <c:layout>
            <c:manualLayout>
              <c:x val="1.162064540332561E-2"/>
              <c:y val="1.3572204125950055E-2"/>
            </c:manualLayout>
          </c:layout>
          <c:dLblPos val="bestFit"/>
          <c:showLegendKey val="0"/>
          <c:showVal val="1"/>
          <c:showCatName val="0"/>
          <c:showSerName val="0"/>
          <c:showPercent val="0"/>
          <c:showBubbleSize val="0"/>
          <c:extLst>
            <c:ext xmlns:c15="http://schemas.microsoft.com/office/drawing/2012/chart" uri="{CE6537A1-D6FC-4f65-9D91-7224C49458BB}">
              <c15:layout>
                <c:manualLayout>
                  <c:w val="0.1269555510313323"/>
                  <c:h val="0.10645167725369833"/>
                </c:manualLayout>
              </c15:layout>
            </c:ext>
          </c:extLst>
        </c:dLbl>
      </c:pivotFmt>
      <c:pivotFmt>
        <c:idx val="3"/>
        <c:dLbl>
          <c:idx val="0"/>
          <c:layout>
            <c:manualLayout>
              <c:x val="6.9943475167733036E-3"/>
              <c:y val="0.10324065762138036"/>
            </c:manualLayout>
          </c:layout>
          <c:dLblPos val="bestFit"/>
          <c:showLegendKey val="0"/>
          <c:showVal val="1"/>
          <c:showCatName val="0"/>
          <c:showSerName val="0"/>
          <c:showPercent val="0"/>
          <c:showBubbleSize val="0"/>
          <c:extLst>
            <c:ext xmlns:c15="http://schemas.microsoft.com/office/drawing/2012/chart" uri="{CE6537A1-D6FC-4f65-9D91-7224C49458BB}"/>
          </c:extLst>
        </c:dLbl>
      </c:pivotFmt>
      <c:pivotFmt>
        <c:idx val="4"/>
      </c:pivotFmt>
      <c:pivotFmt>
        <c:idx val="5"/>
      </c:pivotFmt>
      <c:pivotFmt>
        <c:idx val="6"/>
        <c:dLbl>
          <c:idx val="0"/>
          <c:dLblPos val="bestFit"/>
          <c:showLegendKey val="0"/>
          <c:showVal val="1"/>
          <c:showCatName val="0"/>
          <c:showSerName val="0"/>
          <c:showPercent val="0"/>
          <c:showBubbleSize val="0"/>
          <c:extLst>
            <c:ext xmlns:c15="http://schemas.microsoft.com/office/drawing/2012/chart" uri="{CE6537A1-D6FC-4f65-9D91-7224C49458BB}"/>
          </c:extLst>
        </c:dLbl>
      </c:pivotFmt>
      <c:pivotFmt>
        <c:idx val="7"/>
      </c:pivotFmt>
      <c:pivotFmt>
        <c:idx val="8"/>
        <c:dLbl>
          <c:idx val="0"/>
          <c:layout>
            <c:manualLayout>
              <c:x val="6.9943475167733036E-3"/>
              <c:y val="0.10324065762138036"/>
            </c:manualLayout>
          </c:layout>
          <c:dLblPos val="bestFit"/>
          <c:showLegendKey val="0"/>
          <c:showVal val="1"/>
          <c:showCatName val="0"/>
          <c:showSerName val="0"/>
          <c:showPercent val="0"/>
          <c:showBubbleSize val="0"/>
          <c:extLst>
            <c:ext xmlns:c15="http://schemas.microsoft.com/office/drawing/2012/chart" uri="{CE6537A1-D6FC-4f65-9D91-7224C49458BB}"/>
          </c:extLst>
        </c:dLbl>
      </c:pivotFmt>
      <c:pivotFmt>
        <c:idx val="9"/>
      </c:pivotFmt>
      <c:pivotFmt>
        <c:idx val="10"/>
        <c:dLbl>
          <c:idx val="0"/>
          <c:layout>
            <c:manualLayout>
              <c:x val="-0.1046503169370907"/>
              <c:y val="5.655085052479189E-2"/>
            </c:manualLayout>
          </c:layout>
          <c:dLblPos val="bestFit"/>
          <c:showLegendKey val="0"/>
          <c:showVal val="1"/>
          <c:showCatName val="0"/>
          <c:showSerName val="0"/>
          <c:showPercent val="0"/>
          <c:showBubbleSize val="0"/>
          <c:extLst>
            <c:ext xmlns:c15="http://schemas.microsoft.com/office/drawing/2012/chart" uri="{CE6537A1-D6FC-4f65-9D91-7224C49458BB}"/>
          </c:extLst>
        </c:dLbl>
      </c:pivotFmt>
      <c:pivotFmt>
        <c:idx val="11"/>
        <c:dLbl>
          <c:idx val="0"/>
          <c:layout>
            <c:manualLayout>
              <c:x val="1.162064540332561E-2"/>
              <c:y val="1.3572204125950055E-2"/>
            </c:manualLayout>
          </c:layout>
          <c:dLblPos val="bestFit"/>
          <c:showLegendKey val="0"/>
          <c:showVal val="1"/>
          <c:showCatName val="0"/>
          <c:showSerName val="0"/>
          <c:showPercent val="0"/>
          <c:showBubbleSize val="0"/>
          <c:extLst>
            <c:ext xmlns:c15="http://schemas.microsoft.com/office/drawing/2012/chart" uri="{CE6537A1-D6FC-4f65-9D91-7224C49458BB}">
              <c15:layout>
                <c:manualLayout>
                  <c:w val="0.1269555510313323"/>
                  <c:h val="0.10645167725369833"/>
                </c:manualLayout>
              </c15:layout>
            </c:ext>
          </c:extLst>
        </c:dLbl>
      </c:pivotFmt>
      <c:pivotFmt>
        <c:idx val="12"/>
        <c:dLbl>
          <c:idx val="0"/>
          <c:dLblPos val="bestFit"/>
          <c:showLegendKey val="0"/>
          <c:showVal val="1"/>
          <c:showCatName val="0"/>
          <c:showSerName val="0"/>
          <c:showPercent val="0"/>
          <c:showBubbleSize val="0"/>
          <c:extLst>
            <c:ext xmlns:c15="http://schemas.microsoft.com/office/drawing/2012/chart" uri="{CE6537A1-D6FC-4f65-9D91-7224C49458BB}"/>
          </c:extLst>
        </c:dLbl>
      </c:pivotFmt>
      <c:pivotFmt>
        <c:idx val="13"/>
      </c:pivotFmt>
      <c:pivotFmt>
        <c:idx val="14"/>
        <c:dLbl>
          <c:idx val="0"/>
          <c:layout>
            <c:manualLayout>
              <c:x val="6.9943475167733036E-3"/>
              <c:y val="0.10324065762138036"/>
            </c:manualLayout>
          </c:layout>
          <c:dLblPos val="bestFit"/>
          <c:showLegendKey val="0"/>
          <c:showVal val="1"/>
          <c:showCatName val="0"/>
          <c:showSerName val="0"/>
          <c:showPercent val="0"/>
          <c:showBubbleSize val="0"/>
          <c:extLst>
            <c:ext xmlns:c15="http://schemas.microsoft.com/office/drawing/2012/chart" uri="{CE6537A1-D6FC-4f65-9D91-7224C49458BB}"/>
          </c:extLst>
        </c:dLbl>
      </c:pivotFmt>
      <c:pivotFmt>
        <c:idx val="15"/>
      </c:pivotFmt>
      <c:pivotFmt>
        <c:idx val="16"/>
        <c:dLbl>
          <c:idx val="0"/>
          <c:layout>
            <c:manualLayout>
              <c:x val="-0.1046503169370907"/>
              <c:y val="5.655085052479189E-2"/>
            </c:manualLayout>
          </c:layout>
          <c:dLblPos val="bestFit"/>
          <c:showLegendKey val="0"/>
          <c:showVal val="1"/>
          <c:showCatName val="0"/>
          <c:showSerName val="0"/>
          <c:showPercent val="0"/>
          <c:showBubbleSize val="0"/>
          <c:extLst>
            <c:ext xmlns:c15="http://schemas.microsoft.com/office/drawing/2012/chart" uri="{CE6537A1-D6FC-4f65-9D91-7224C49458BB}"/>
          </c:extLst>
        </c:dLbl>
      </c:pivotFmt>
      <c:pivotFmt>
        <c:idx val="17"/>
        <c:dLbl>
          <c:idx val="0"/>
          <c:layout>
            <c:manualLayout>
              <c:x val="1.162064540332561E-2"/>
              <c:y val="1.3572204125950055E-2"/>
            </c:manualLayout>
          </c:layout>
          <c:dLblPos val="bestFit"/>
          <c:showLegendKey val="0"/>
          <c:showVal val="1"/>
          <c:showCatName val="0"/>
          <c:showSerName val="0"/>
          <c:showPercent val="0"/>
          <c:showBubbleSize val="0"/>
          <c:extLst>
            <c:ext xmlns:c15="http://schemas.microsoft.com/office/drawing/2012/chart" uri="{CE6537A1-D6FC-4f65-9D91-7224C49458BB}">
              <c15:layout>
                <c:manualLayout>
                  <c:w val="0.1269555510313323"/>
                  <c:h val="0.10645167725369833"/>
                </c:manualLayout>
              </c15:layout>
            </c:ext>
          </c:extLst>
        </c:dLbl>
      </c:pivotFmt>
      <c:pivotFmt>
        <c:idx val="18"/>
        <c:dLbl>
          <c:idx val="0"/>
          <c:dLblPos val="bestFit"/>
          <c:showLegendKey val="0"/>
          <c:showVal val="1"/>
          <c:showCatName val="0"/>
          <c:showSerName val="0"/>
          <c:showPercent val="0"/>
          <c:showBubbleSize val="0"/>
          <c:extLst>
            <c:ext xmlns:c15="http://schemas.microsoft.com/office/drawing/2012/chart" uri="{CE6537A1-D6FC-4f65-9D91-7224C49458BB}"/>
          </c:extLst>
        </c:dLbl>
      </c:pivotFmt>
      <c:pivotFmt>
        <c:idx val="19"/>
      </c:pivotFmt>
      <c:pivotFmt>
        <c:idx val="20"/>
        <c:dLbl>
          <c:idx val="0"/>
          <c:layout>
            <c:manualLayout>
              <c:x val="6.9943475167733036E-3"/>
              <c:y val="0.10324065762138036"/>
            </c:manualLayout>
          </c:layout>
          <c:dLblPos val="bestFit"/>
          <c:showLegendKey val="0"/>
          <c:showVal val="1"/>
          <c:showCatName val="0"/>
          <c:showSerName val="0"/>
          <c:showPercent val="0"/>
          <c:showBubbleSize val="0"/>
          <c:extLst>
            <c:ext xmlns:c15="http://schemas.microsoft.com/office/drawing/2012/chart" uri="{CE6537A1-D6FC-4f65-9D91-7224C49458BB}"/>
          </c:extLst>
        </c:dLbl>
      </c:pivotFmt>
      <c:pivotFmt>
        <c:idx val="21"/>
      </c:pivotFmt>
      <c:pivotFmt>
        <c:idx val="22"/>
        <c:dLbl>
          <c:idx val="0"/>
          <c:layout>
            <c:manualLayout>
              <c:x val="-0.1046503169370907"/>
              <c:y val="5.655085052479189E-2"/>
            </c:manualLayout>
          </c:layout>
          <c:dLblPos val="bestFit"/>
          <c:showLegendKey val="0"/>
          <c:showVal val="1"/>
          <c:showCatName val="0"/>
          <c:showSerName val="0"/>
          <c:showPercent val="0"/>
          <c:showBubbleSize val="0"/>
          <c:extLst>
            <c:ext xmlns:c15="http://schemas.microsoft.com/office/drawing/2012/chart" uri="{CE6537A1-D6FC-4f65-9D91-7224C49458BB}"/>
          </c:extLst>
        </c:dLbl>
      </c:pivotFmt>
      <c:pivotFmt>
        <c:idx val="23"/>
        <c:dLbl>
          <c:idx val="0"/>
          <c:layout>
            <c:manualLayout>
              <c:x val="1.162064540332561E-2"/>
              <c:y val="1.3572204125950055E-2"/>
            </c:manualLayout>
          </c:layout>
          <c:dLblPos val="bestFit"/>
          <c:showLegendKey val="0"/>
          <c:showVal val="1"/>
          <c:showCatName val="0"/>
          <c:showSerName val="0"/>
          <c:showPercent val="0"/>
          <c:showBubbleSize val="0"/>
          <c:extLst>
            <c:ext xmlns:c15="http://schemas.microsoft.com/office/drawing/2012/chart" uri="{CE6537A1-D6FC-4f65-9D91-7224C49458BB}">
              <c15:layout>
                <c:manualLayout>
                  <c:w val="0.1269555510313323"/>
                  <c:h val="0.10645167725369833"/>
                </c:manualLayout>
              </c15:layout>
            </c:ext>
          </c:extLst>
        </c:dLbl>
      </c:pivotFmt>
      <c:pivotFmt>
        <c:idx val="2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2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27"/>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2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3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3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3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35"/>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3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7"/>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3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3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4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s>
    <c:plotArea>
      <c:layout>
        <c:manualLayout>
          <c:layoutTarget val="inner"/>
          <c:xMode val="edge"/>
          <c:yMode val="edge"/>
          <c:x val="5.7269480659179898E-3"/>
          <c:y val="0"/>
          <c:w val="0.75954152637485972"/>
          <c:h val="1"/>
        </c:manualLayout>
      </c:layout>
      <c:pieChart>
        <c:varyColors val="1"/>
        <c:ser>
          <c:idx val="0"/>
          <c:order val="0"/>
          <c:tx>
            <c:strRef>
              <c:f>KPI!$BZ$6</c:f>
              <c:strCache>
                <c:ptCount val="1"/>
                <c:pt idx="0">
                  <c:v>Total</c:v>
                </c:pt>
              </c:strCache>
            </c:strRef>
          </c:tx>
          <c:spPr>
            <a:scene3d>
              <a:camera prst="orthographicFront"/>
              <a:lightRig rig="threePt" dir="t">
                <a:rot lat="0" lon="0" rev="1200000"/>
              </a:lightRig>
            </a:scene3d>
            <a:sp3d>
              <a:bevelT w="0" h="0"/>
            </a:sp3d>
          </c:spPr>
          <c:explosion val="16"/>
          <c:dPt>
            <c:idx val="0"/>
            <c:bubble3D val="0"/>
            <c:spPr>
              <a:gradFill rotWithShape="1">
                <a:gsLst>
                  <a:gs pos="0">
                    <a:schemeClr val="accent4">
                      <a:shade val="53000"/>
                      <a:shade val="51000"/>
                      <a:satMod val="130000"/>
                    </a:schemeClr>
                  </a:gs>
                  <a:gs pos="80000">
                    <a:schemeClr val="accent4">
                      <a:shade val="53000"/>
                      <a:shade val="93000"/>
                      <a:satMod val="130000"/>
                    </a:schemeClr>
                  </a:gs>
                  <a:gs pos="100000">
                    <a:schemeClr val="accent4">
                      <a:shade val="53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extLst>
              <c:ext xmlns:c16="http://schemas.microsoft.com/office/drawing/2014/chart" uri="{C3380CC4-5D6E-409C-BE32-E72D297353CC}">
                <c16:uniqueId val="{00000001-03CC-4305-B1F3-0DE248396709}"/>
              </c:ext>
            </c:extLst>
          </c:dPt>
          <c:dPt>
            <c:idx val="1"/>
            <c:bubble3D val="0"/>
            <c:spPr>
              <a:gradFill rotWithShape="1">
                <a:gsLst>
                  <a:gs pos="0">
                    <a:schemeClr val="accent4">
                      <a:shade val="76000"/>
                      <a:shade val="51000"/>
                      <a:satMod val="130000"/>
                    </a:schemeClr>
                  </a:gs>
                  <a:gs pos="80000">
                    <a:schemeClr val="accent4">
                      <a:shade val="76000"/>
                      <a:shade val="93000"/>
                      <a:satMod val="130000"/>
                    </a:schemeClr>
                  </a:gs>
                  <a:gs pos="100000">
                    <a:schemeClr val="accent4">
                      <a:shade val="76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extLst>
              <c:ext xmlns:c16="http://schemas.microsoft.com/office/drawing/2014/chart" uri="{C3380CC4-5D6E-409C-BE32-E72D297353CC}">
                <c16:uniqueId val="{00000003-03CC-4305-B1F3-0DE248396709}"/>
              </c:ext>
            </c:extLst>
          </c:dPt>
          <c:dPt>
            <c:idx val="2"/>
            <c:bubble3D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extLst>
              <c:ext xmlns:c16="http://schemas.microsoft.com/office/drawing/2014/chart" uri="{C3380CC4-5D6E-409C-BE32-E72D297353CC}">
                <c16:uniqueId val="{00000005-03CC-4305-B1F3-0DE248396709}"/>
              </c:ext>
            </c:extLst>
          </c:dPt>
          <c:dPt>
            <c:idx val="3"/>
            <c:bubble3D val="0"/>
            <c:spPr>
              <a:gradFill rotWithShape="1">
                <a:gsLst>
                  <a:gs pos="0">
                    <a:schemeClr val="accent4">
                      <a:tint val="77000"/>
                      <a:shade val="51000"/>
                      <a:satMod val="130000"/>
                    </a:schemeClr>
                  </a:gs>
                  <a:gs pos="80000">
                    <a:schemeClr val="accent4">
                      <a:tint val="77000"/>
                      <a:shade val="93000"/>
                      <a:satMod val="130000"/>
                    </a:schemeClr>
                  </a:gs>
                  <a:gs pos="100000">
                    <a:schemeClr val="accent4">
                      <a:tint val="77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extLst>
              <c:ext xmlns:c16="http://schemas.microsoft.com/office/drawing/2014/chart" uri="{C3380CC4-5D6E-409C-BE32-E72D297353CC}">
                <c16:uniqueId val="{00000007-03CC-4305-B1F3-0DE248396709}"/>
              </c:ext>
            </c:extLst>
          </c:dPt>
          <c:dPt>
            <c:idx val="4"/>
            <c:bubble3D val="0"/>
            <c:spPr>
              <a:gradFill rotWithShape="1">
                <a:gsLst>
                  <a:gs pos="0">
                    <a:schemeClr val="accent4">
                      <a:tint val="54000"/>
                      <a:shade val="51000"/>
                      <a:satMod val="130000"/>
                    </a:schemeClr>
                  </a:gs>
                  <a:gs pos="80000">
                    <a:schemeClr val="accent4">
                      <a:tint val="54000"/>
                      <a:shade val="93000"/>
                      <a:satMod val="130000"/>
                    </a:schemeClr>
                  </a:gs>
                  <a:gs pos="100000">
                    <a:schemeClr val="accent4">
                      <a:tint val="54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extLst>
              <c:ext xmlns:c16="http://schemas.microsoft.com/office/drawing/2014/chart" uri="{C3380CC4-5D6E-409C-BE32-E72D297353CC}">
                <c16:uniqueId val="{00000009-03CC-4305-B1F3-0DE248396709}"/>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0"/>
              <c:showBubbleSize val="0"/>
              <c:extLst>
                <c:ext xmlns:c16="http://schemas.microsoft.com/office/drawing/2014/chart" uri="{C3380CC4-5D6E-409C-BE32-E72D297353CC}">
                  <c16:uniqueId val="{00000001-03CC-4305-B1F3-0DE248396709}"/>
                </c:ext>
              </c:extLst>
            </c:dLbl>
            <c:dLbl>
              <c:idx val="2"/>
              <c:tx>
                <c:rich>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r>
                      <a:rPr lang="en-US" sz="1600" b="1" baseline="0" dirty="0"/>
                      <a:t> </a:t>
                    </a:r>
                    <a:fld id="{BC60B431-09FE-4FB7-85A5-00947EFA1716}" type="VALUE">
                      <a:rPr lang="en-US" sz="1600" b="1" baseline="0" smtClean="0"/>
                      <a:pPr>
                        <a:defRPr sz="1600" b="1">
                          <a:solidFill>
                            <a:schemeClr val="bg1"/>
                          </a:solidFill>
                        </a:defRPr>
                      </a:pPr>
                      <a:t>[VALUE]</a:t>
                    </a:fld>
                    <a:endParaRPr lang="en-US" sz="1600" b="1" baseline="0" dirty="0"/>
                  </a:p>
                </c:rich>
              </c:tx>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15:dlblFieldTable/>
                  <c15:showDataLabelsRange val="0"/>
                </c:ext>
                <c:ext xmlns:c16="http://schemas.microsoft.com/office/drawing/2014/chart" uri="{C3380CC4-5D6E-409C-BE32-E72D297353CC}">
                  <c16:uniqueId val="{00000005-03CC-4305-B1F3-0DE248396709}"/>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KPI!$BY$7:$BY$12</c:f>
              <c:strCache>
                <c:ptCount val="5"/>
                <c:pt idx="0">
                  <c:v>Major</c:v>
                </c:pt>
                <c:pt idx="1">
                  <c:v>Minor</c:v>
                </c:pt>
                <c:pt idx="2">
                  <c:v>Normal</c:v>
                </c:pt>
                <c:pt idx="3">
                  <c:v>Unclassified</c:v>
                </c:pt>
                <c:pt idx="4">
                  <c:v>Urgent</c:v>
                </c:pt>
              </c:strCache>
            </c:strRef>
          </c:cat>
          <c:val>
            <c:numRef>
              <c:f>KPI!$BZ$7:$BZ$12</c:f>
              <c:numCache>
                <c:formatCode>0.00%</c:formatCode>
                <c:ptCount val="5"/>
                <c:pt idx="0">
                  <c:v>4.9601017456768343E-2</c:v>
                </c:pt>
                <c:pt idx="1">
                  <c:v>2.315944942460358E-2</c:v>
                </c:pt>
                <c:pt idx="2">
                  <c:v>0.90931096022482516</c:v>
                </c:pt>
                <c:pt idx="3">
                  <c:v>3.6513569509118134E-3</c:v>
                </c:pt>
                <c:pt idx="4">
                  <c:v>1.4277215942891136E-2</c:v>
                </c:pt>
              </c:numCache>
            </c:numRef>
          </c:val>
          <c:extLst>
            <c:ext xmlns:c16="http://schemas.microsoft.com/office/drawing/2014/chart" uri="{C3380CC4-5D6E-409C-BE32-E72D297353CC}">
              <c16:uniqueId val="{0000000A-03CC-4305-B1F3-0DE248396709}"/>
            </c:ext>
          </c:extLst>
        </c:ser>
        <c:dLbls>
          <c:showLegendKey val="0"/>
          <c:showVal val="0"/>
          <c:showCatName val="0"/>
          <c:showSerName val="0"/>
          <c:showPercent val="0"/>
          <c:showBubbleSize val="0"/>
          <c:showLeaderLines val="1"/>
        </c:dLbls>
        <c:firstSliceAng val="49"/>
      </c:pieChart>
      <c:spPr>
        <a:noFill/>
        <a:ln>
          <a:noFill/>
        </a:ln>
        <a:effectLst/>
      </c:spPr>
    </c:plotArea>
    <c:legend>
      <c:legendPos val="r"/>
      <c:layout>
        <c:manualLayout>
          <c:xMode val="edge"/>
          <c:yMode val="edge"/>
          <c:x val="0.7194236907187026"/>
          <c:y val="0.567302837890163"/>
          <c:w val="0.27756323300995306"/>
          <c:h val="0.36678776609364983"/>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1905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[IT Ticket Analysis.xlsx]KPI!SeverityResolution</c:name>
    <c:fmtId val="-1"/>
  </c:pivotSource>
  <c:chart>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IN" sz="1400" b="0">
                <a:effectLst/>
              </a:rPr>
              <a:t>Severity wise Avg.</a:t>
            </a:r>
            <a:r>
              <a:rPr lang="en-IN" sz="1400" b="0" baseline="0">
                <a:effectLst/>
              </a:rPr>
              <a:t> Satisfaction Rate</a:t>
            </a:r>
            <a:endParaRPr lang="en-IN" sz="1100" b="0">
              <a:effectLst/>
            </a:endParaRPr>
          </a:p>
        </c:rich>
      </c:tx>
      <c:layout>
        <c:manualLayout>
          <c:xMode val="edge"/>
          <c:yMode val="edge"/>
          <c:x val="0.29459787380162156"/>
          <c:y val="0"/>
        </c:manualLayout>
      </c:layout>
      <c:overlay val="0"/>
      <c:spPr>
        <a:solidFill>
          <a:schemeClr val="bg1"/>
        </a:solid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1"/>
          <c:showCatName val="0"/>
          <c:showSerName val="0"/>
          <c:showPercent val="0"/>
          <c:showBubbleSize val="0"/>
          <c:extLst>
            <c:ext xmlns:c15="http://schemas.microsoft.com/office/drawing/2012/chart" uri="{CE6537A1-D6FC-4f65-9D91-7224C49458BB}"/>
          </c:extLst>
        </c:dLbl>
      </c:pivotFmt>
      <c:pivotFmt>
        <c:idx val="3"/>
      </c:pivotFmt>
      <c:pivotFmt>
        <c:idx val="4"/>
      </c:pivotFmt>
      <c:pivotFmt>
        <c:idx val="5"/>
      </c:pivotFmt>
      <c:pivotFmt>
        <c:idx val="6"/>
      </c:pivotFmt>
      <c:pivotFmt>
        <c:idx val="7"/>
      </c:pivotFmt>
      <c:pivotFmt>
        <c:idx val="8"/>
        <c:dLbl>
          <c:idx val="0"/>
          <c:showLegendKey val="0"/>
          <c:showVal val="1"/>
          <c:showCatName val="0"/>
          <c:showSerName val="0"/>
          <c:showPercent val="0"/>
          <c:showBubbleSize val="0"/>
          <c:extLst>
            <c:ext xmlns:c15="http://schemas.microsoft.com/office/drawing/2012/chart" uri="{CE6537A1-D6FC-4f65-9D91-7224C49458BB}"/>
          </c:extLst>
        </c:dLbl>
      </c:pivotFmt>
      <c:pivotFmt>
        <c:idx val="9"/>
      </c:pivotFmt>
      <c:pivotFmt>
        <c:idx val="10"/>
      </c:pivotFmt>
      <c:pivotFmt>
        <c:idx val="11"/>
      </c:pivotFmt>
      <c:pivotFmt>
        <c:idx val="12"/>
      </c:pivotFmt>
      <c:pivotFmt>
        <c:idx val="13"/>
        <c:dLbl>
          <c:idx val="0"/>
          <c:showLegendKey val="0"/>
          <c:showVal val="1"/>
          <c:showCatName val="0"/>
          <c:showSerName val="0"/>
          <c:showPercent val="0"/>
          <c:showBubbleSize val="0"/>
          <c:extLst>
            <c:ext xmlns:c15="http://schemas.microsoft.com/office/drawing/2012/chart" uri="{CE6537A1-D6FC-4f65-9D91-7224C49458BB}"/>
          </c:extLst>
        </c:dLbl>
      </c:pivotFmt>
      <c:pivotFmt>
        <c:idx val="14"/>
      </c:pivotFmt>
      <c:pivotFmt>
        <c:idx val="15"/>
      </c:pivotFmt>
      <c:pivotFmt>
        <c:idx val="16"/>
      </c:pivotFmt>
      <c:pivotFmt>
        <c:idx val="17"/>
      </c:pivotFmt>
      <c:pivotFmt>
        <c:idx val="18"/>
        <c:dLbl>
          <c:idx val="0"/>
          <c:showLegendKey val="0"/>
          <c:showVal val="1"/>
          <c:showCatName val="0"/>
          <c:showSerName val="0"/>
          <c:showPercent val="0"/>
          <c:showBubbleSize val="0"/>
          <c:extLst>
            <c:ext xmlns:c15="http://schemas.microsoft.com/office/drawing/2012/chart" uri="{CE6537A1-D6FC-4f65-9D91-7224C49458BB}"/>
          </c:extLst>
        </c:dLbl>
      </c:pivotFmt>
      <c:pivotFmt>
        <c:idx val="19"/>
      </c:pivotFmt>
      <c:pivotFmt>
        <c:idx val="20"/>
      </c:pivotFmt>
      <c:pivotFmt>
        <c:idx val="21"/>
      </c:pivotFmt>
      <c:pivotFmt>
        <c:idx val="22"/>
      </c:pivotFmt>
      <c:pivotFmt>
        <c:idx val="23"/>
        <c:dLbl>
          <c:idx val="0"/>
          <c:showLegendKey val="0"/>
          <c:showVal val="1"/>
          <c:showCatName val="0"/>
          <c:showSerName val="0"/>
          <c:showPercent val="0"/>
          <c:showBubbleSize val="0"/>
          <c:extLst>
            <c:ext xmlns:c15="http://schemas.microsoft.com/office/drawing/2012/chart" uri="{CE6537A1-D6FC-4f65-9D91-7224C49458BB}"/>
          </c:extLst>
        </c:dLbl>
      </c:pivotFmt>
      <c:pivotFmt>
        <c:idx val="24"/>
      </c:pivotFmt>
      <c:pivotFmt>
        <c:idx val="25"/>
      </c:pivotFmt>
      <c:pivotFmt>
        <c:idx val="26"/>
      </c:pivotFmt>
      <c:pivotFmt>
        <c:idx val="27"/>
      </c:pivotFmt>
      <c:pivotFmt>
        <c:idx val="28"/>
      </c:pivotFmt>
      <c:pivotFmt>
        <c:idx val="29"/>
        <c:dLbl>
          <c:idx val="0"/>
          <c:showLegendKey val="0"/>
          <c:showVal val="1"/>
          <c:showCatName val="0"/>
          <c:showSerName val="0"/>
          <c:showPercent val="0"/>
          <c:showBubbleSize val="0"/>
          <c:extLst>
            <c:ext xmlns:c15="http://schemas.microsoft.com/office/drawing/2012/chart" uri="{CE6537A1-D6FC-4f65-9D91-7224C49458BB}"/>
          </c:extLst>
        </c:dLbl>
      </c:pivotFmt>
      <c:pivotFmt>
        <c:idx val="30"/>
      </c:pivotFmt>
      <c:pivotFmt>
        <c:idx val="31"/>
      </c:pivotFmt>
      <c:pivotFmt>
        <c:idx val="32"/>
      </c:pivotFmt>
      <c:pivotFmt>
        <c:idx val="33"/>
      </c:pivotFmt>
      <c:pivotFmt>
        <c:idx val="34"/>
      </c:pivotFmt>
      <c:pivotFmt>
        <c:idx val="35"/>
        <c:dLbl>
          <c:idx val="0"/>
          <c:showLegendKey val="0"/>
          <c:showVal val="1"/>
          <c:showCatName val="0"/>
          <c:showSerName val="0"/>
          <c:showPercent val="0"/>
          <c:showBubbleSize val="0"/>
          <c:extLst>
            <c:ext xmlns:c15="http://schemas.microsoft.com/office/drawing/2012/chart" uri="{CE6537A1-D6FC-4f65-9D91-7224C49458BB}"/>
          </c:extLst>
        </c:dLbl>
      </c:pivotFmt>
      <c:pivotFmt>
        <c:idx val="36"/>
      </c:pivotFmt>
      <c:pivotFmt>
        <c:idx val="37"/>
      </c:pivotFmt>
      <c:pivotFmt>
        <c:idx val="38"/>
      </c:pivotFmt>
      <c:pivotFmt>
        <c:idx val="39"/>
      </c:pivotFmt>
      <c:pivotFmt>
        <c:idx val="40"/>
      </c:pivotFmt>
      <c:pivotFmt>
        <c:idx val="41"/>
        <c:dLbl>
          <c:idx val="0"/>
          <c:showLegendKey val="0"/>
          <c:showVal val="1"/>
          <c:showCatName val="0"/>
          <c:showSerName val="0"/>
          <c:showPercent val="0"/>
          <c:showBubbleSize val="0"/>
          <c:extLst>
            <c:ext xmlns:c15="http://schemas.microsoft.com/office/drawing/2012/chart" uri="{CE6537A1-D6FC-4f65-9D91-7224C49458BB}"/>
          </c:extLst>
        </c:dLbl>
      </c:pivotFmt>
      <c:pivotFmt>
        <c:idx val="42"/>
      </c:pivotFmt>
      <c:pivotFmt>
        <c:idx val="43"/>
      </c:pivotFmt>
      <c:pivotFmt>
        <c:idx val="44"/>
      </c:pivotFmt>
      <c:pivotFmt>
        <c:idx val="45"/>
      </c:pivotFmt>
      <c:pivotFmt>
        <c:idx val="46"/>
      </c:pivotFmt>
      <c:pivotFmt>
        <c:idx val="47"/>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4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5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5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5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5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55"/>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56"/>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57"/>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58"/>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59"/>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61"/>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62"/>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63"/>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64"/>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s>
    <c:plotArea>
      <c:layout>
        <c:manualLayout>
          <c:layoutTarget val="inner"/>
          <c:xMode val="edge"/>
          <c:yMode val="edge"/>
          <c:x val="6.6199447243212986E-2"/>
          <c:y val="3.3904442500243027E-2"/>
          <c:w val="0.91307339770500995"/>
          <c:h val="0.85376057159521723"/>
        </c:manualLayout>
      </c:layout>
      <c:barChart>
        <c:barDir val="col"/>
        <c:grouping val="clustered"/>
        <c:varyColors val="1"/>
        <c:ser>
          <c:idx val="0"/>
          <c:order val="0"/>
          <c:tx>
            <c:strRef>
              <c:f>KPI!$CD$6</c:f>
              <c:strCache>
                <c:ptCount val="1"/>
                <c:pt idx="0">
                  <c:v>Total</c:v>
                </c:pt>
              </c:strCache>
            </c:strRef>
          </c:tx>
          <c:spPr>
            <a:scene3d>
              <a:camera prst="orthographicFront"/>
              <a:lightRig rig="threePt" dir="t">
                <a:rot lat="0" lon="0" rev="1200000"/>
              </a:lightRig>
            </a:scene3d>
            <a:sp3d>
              <a:bevelT w="0" h="0"/>
            </a:sp3d>
          </c:spPr>
          <c:invertIfNegative val="0"/>
          <c:dPt>
            <c:idx val="0"/>
            <c:invertIfNegative val="0"/>
            <c:bubble3D val="0"/>
            <c:spPr>
              <a:gradFill rotWithShape="1">
                <a:gsLst>
                  <a:gs pos="0">
                    <a:schemeClr val="accent4">
                      <a:shade val="53000"/>
                      <a:shade val="51000"/>
                      <a:satMod val="130000"/>
                    </a:schemeClr>
                  </a:gs>
                  <a:gs pos="80000">
                    <a:schemeClr val="accent4">
                      <a:shade val="53000"/>
                      <a:shade val="93000"/>
                      <a:satMod val="130000"/>
                    </a:schemeClr>
                  </a:gs>
                  <a:gs pos="100000">
                    <a:schemeClr val="accent4">
                      <a:shade val="53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extLst>
              <c:ext xmlns:c16="http://schemas.microsoft.com/office/drawing/2014/chart" uri="{C3380CC4-5D6E-409C-BE32-E72D297353CC}">
                <c16:uniqueId val="{00000001-9FDC-4069-B998-55E06790BE48}"/>
              </c:ext>
            </c:extLst>
          </c:dPt>
          <c:dPt>
            <c:idx val="1"/>
            <c:invertIfNegative val="0"/>
            <c:bubble3D val="0"/>
            <c:spPr>
              <a:gradFill rotWithShape="1">
                <a:gsLst>
                  <a:gs pos="0">
                    <a:schemeClr val="accent4">
                      <a:shade val="76000"/>
                      <a:shade val="51000"/>
                      <a:satMod val="130000"/>
                    </a:schemeClr>
                  </a:gs>
                  <a:gs pos="80000">
                    <a:schemeClr val="accent4">
                      <a:shade val="76000"/>
                      <a:shade val="93000"/>
                      <a:satMod val="130000"/>
                    </a:schemeClr>
                  </a:gs>
                  <a:gs pos="100000">
                    <a:schemeClr val="accent4">
                      <a:shade val="76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extLst>
              <c:ext xmlns:c16="http://schemas.microsoft.com/office/drawing/2014/chart" uri="{C3380CC4-5D6E-409C-BE32-E72D297353CC}">
                <c16:uniqueId val="{00000003-9FDC-4069-B998-55E06790BE48}"/>
              </c:ext>
            </c:extLst>
          </c:dPt>
          <c:dPt>
            <c:idx val="2"/>
            <c:invertIfNegative val="0"/>
            <c:bubble3D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extLst>
              <c:ext xmlns:c16="http://schemas.microsoft.com/office/drawing/2014/chart" uri="{C3380CC4-5D6E-409C-BE32-E72D297353CC}">
                <c16:uniqueId val="{00000005-9FDC-4069-B998-55E06790BE48}"/>
              </c:ext>
            </c:extLst>
          </c:dPt>
          <c:dPt>
            <c:idx val="3"/>
            <c:invertIfNegative val="0"/>
            <c:bubble3D val="0"/>
            <c:spPr>
              <a:gradFill rotWithShape="1">
                <a:gsLst>
                  <a:gs pos="0">
                    <a:schemeClr val="accent4">
                      <a:tint val="77000"/>
                      <a:shade val="51000"/>
                      <a:satMod val="130000"/>
                    </a:schemeClr>
                  </a:gs>
                  <a:gs pos="80000">
                    <a:schemeClr val="accent4">
                      <a:tint val="77000"/>
                      <a:shade val="93000"/>
                      <a:satMod val="130000"/>
                    </a:schemeClr>
                  </a:gs>
                  <a:gs pos="100000">
                    <a:schemeClr val="accent4">
                      <a:tint val="77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extLst>
              <c:ext xmlns:c16="http://schemas.microsoft.com/office/drawing/2014/chart" uri="{C3380CC4-5D6E-409C-BE32-E72D297353CC}">
                <c16:uniqueId val="{00000007-9FDC-4069-B998-55E06790BE48}"/>
              </c:ext>
            </c:extLst>
          </c:dPt>
          <c:dPt>
            <c:idx val="4"/>
            <c:invertIfNegative val="0"/>
            <c:bubble3D val="0"/>
            <c:spPr>
              <a:gradFill rotWithShape="1">
                <a:gsLst>
                  <a:gs pos="0">
                    <a:schemeClr val="accent4">
                      <a:tint val="54000"/>
                      <a:shade val="51000"/>
                      <a:satMod val="130000"/>
                    </a:schemeClr>
                  </a:gs>
                  <a:gs pos="80000">
                    <a:schemeClr val="accent4">
                      <a:tint val="54000"/>
                      <a:shade val="93000"/>
                      <a:satMod val="130000"/>
                    </a:schemeClr>
                  </a:gs>
                  <a:gs pos="100000">
                    <a:schemeClr val="accent4">
                      <a:tint val="54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lightRig rig="threePt" dir="t">
                  <a:rot lat="0" lon="0" rev="1200000"/>
                </a:lightRig>
              </a:scene3d>
              <a:sp3d>
                <a:bevelT w="0" h="0"/>
              </a:sp3d>
            </c:spPr>
            <c:extLst>
              <c:ext xmlns:c16="http://schemas.microsoft.com/office/drawing/2014/chart" uri="{C3380CC4-5D6E-409C-BE32-E72D297353CC}">
                <c16:uniqueId val="{00000009-9FDC-4069-B998-55E06790BE48}"/>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KPI!$CC$7:$CC$12</c:f>
              <c:strCache>
                <c:ptCount val="5"/>
                <c:pt idx="0">
                  <c:v>Normal</c:v>
                </c:pt>
                <c:pt idx="1">
                  <c:v>Major</c:v>
                </c:pt>
                <c:pt idx="2">
                  <c:v>Minor</c:v>
                </c:pt>
                <c:pt idx="3">
                  <c:v>Unclassified</c:v>
                </c:pt>
                <c:pt idx="4">
                  <c:v>Urgent</c:v>
                </c:pt>
              </c:strCache>
            </c:strRef>
          </c:cat>
          <c:val>
            <c:numRef>
              <c:f>KPI!$CD$7:$CD$12</c:f>
              <c:numCache>
                <c:formatCode>0.00</c:formatCode>
                <c:ptCount val="5"/>
                <c:pt idx="0">
                  <c:v>4.6636099079588522</c:v>
                </c:pt>
                <c:pt idx="1">
                  <c:v>3.9079818031430933</c:v>
                </c:pt>
                <c:pt idx="2">
                  <c:v>3.4353410097431354</c:v>
                </c:pt>
                <c:pt idx="3">
                  <c:v>2.8764044943820224</c:v>
                </c:pt>
                <c:pt idx="4">
                  <c:v>2.0014367816091956</c:v>
                </c:pt>
              </c:numCache>
            </c:numRef>
          </c:val>
          <c:extLst>
            <c:ext xmlns:c16="http://schemas.microsoft.com/office/drawing/2014/chart" uri="{C3380CC4-5D6E-409C-BE32-E72D297353CC}">
              <c16:uniqueId val="{0000000A-9FDC-4069-B998-55E06790BE48}"/>
            </c:ext>
          </c:extLst>
        </c:ser>
        <c:dLbls>
          <c:showLegendKey val="0"/>
          <c:showVal val="1"/>
          <c:showCatName val="0"/>
          <c:showSerName val="0"/>
          <c:showPercent val="0"/>
          <c:showBubbleSize val="0"/>
        </c:dLbls>
        <c:gapWidth val="100"/>
        <c:overlap val="-24"/>
        <c:axId val="799002223"/>
        <c:axId val="799002639"/>
      </c:barChart>
      <c:catAx>
        <c:axId val="799002223"/>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799002639"/>
        <c:crosses val="autoZero"/>
        <c:auto val="1"/>
        <c:lblAlgn val="ctr"/>
        <c:lblOffset val="100"/>
        <c:noMultiLvlLbl val="0"/>
      </c:catAx>
      <c:valAx>
        <c:axId val="79900263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7990022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9050" cap="flat" cmpd="sng" algn="ctr">
      <a:solidFill>
        <a:schemeClr val="accent4">
          <a:lumMod val="50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'[IT Ticket Analysis.xlsx]KPI'!$BU$12:$BU$13</cx:f>
        <cx:lvl ptCount="2">
          <cx:pt idx="0">IT Error</cx:pt>
          <cx:pt idx="1">IT Request</cx:pt>
        </cx:lvl>
      </cx:strDim>
      <cx:numDim type="size">
        <cx:f>'[IT Ticket Analysis.xlsx]KPI'!$BV$12:$BV$13</cx:f>
        <cx:lvl ptCount="2" formatCode="General">
          <cx:pt idx="0">24278</cx:pt>
          <cx:pt idx="1">73220</cx:pt>
        </cx:lvl>
      </cx:numDim>
    </cx:data>
  </cx:chartData>
  <cx:chart>
    <cx:title pos="t" align="ctr" overlay="0">
      <cx:tx>
        <cx:txData>
          <cx:v>Ticket Volume by Issue Type</cx:v>
        </cx:txData>
      </cx:tx>
      <cx:txPr>
        <a:bodyPr spcFirstLastPara="1" vertOverflow="ellipsis" horzOverflow="overflow" wrap="square" lIns="0" tIns="0" rIns="0" bIns="0" anchor="ctr" anchorCtr="1"/>
        <a:lstStyle/>
        <a:p>
          <a:pPr algn="ctr" rtl="0">
            <a:defRPr/>
          </a:pPr>
          <a:r>
            <a:rPr lang="en-US" sz="1400" b="0" i="0" u="none" strike="noStrike" baseline="0">
              <a:solidFill>
                <a:sysClr val="windowText" lastClr="000000">
                  <a:lumMod val="65000"/>
                  <a:lumOff val="35000"/>
                </a:sysClr>
              </a:solidFill>
              <a:latin typeface="Calibri" panose="020F0502020204030204"/>
            </a:rPr>
            <a:t>Ticket Volume by Issue Type</a:t>
          </a:r>
        </a:p>
      </cx:txPr>
    </cx:title>
    <cx:plotArea>
      <cx:plotAreaRegion>
        <cx:series layoutId="treemap" uniqueId="{C4EBF2ED-9A5A-4EBB-A981-715DA601702F}">
          <cx:tx>
            <cx:txData>
              <cx:f>'[IT Ticket Analysis.xlsx]KPI'!$BV$11</cx:f>
              <cx:v>Total Ticket</cx:v>
            </cx:txData>
          </cx:tx>
          <cx:dataLabels pos="ctr">
            <cx:spPr>
              <a:noFill/>
            </cx:spPr>
            <cx:txPr>
              <a:bodyPr spcFirstLastPara="1" vertOverflow="ellipsis" horzOverflow="overflow" wrap="square" lIns="0" tIns="0" rIns="0" bIns="0" anchor="ctr" anchorCtr="1"/>
              <a:lstStyle/>
              <a:p>
                <a:pPr algn="ctr" rtl="0">
                  <a:defRPr sz="3600" b="1">
                    <a:solidFill>
                      <a:schemeClr val="bg1"/>
                    </a:solidFill>
                  </a:defRPr>
                </a:pPr>
                <a:endParaRPr lang="en-US" sz="3600" b="1" i="0" u="none" strike="noStrike" baseline="0">
                  <a:solidFill>
                    <a:schemeClr val="bg1"/>
                  </a:solidFill>
                  <a:latin typeface="Calibri" panose="020F0502020204030204"/>
                </a:endParaRPr>
              </a:p>
            </cx:txPr>
            <cx:visibility seriesName="0" categoryName="1" value="1"/>
            <cx:separator>, </cx:separator>
            <cx:dataLabel idx="0">
              <cx:txPr>
                <a:bodyPr spcFirstLastPara="1" vertOverflow="ellipsis" horzOverflow="overflow" wrap="square" lIns="0" tIns="0" rIns="0" bIns="0" anchor="ctr" anchorCtr="1"/>
                <a:lstStyle/>
                <a:p>
                  <a:pPr algn="ctr" rtl="0">
                    <a:defRPr sz="2000" b="1"/>
                  </a:pPr>
                  <a:r>
                    <a:rPr lang="en-US" sz="2000" b="1" i="0" u="none" strike="noStrike" baseline="0">
                      <a:solidFill>
                        <a:schemeClr val="bg1"/>
                      </a:solidFill>
                      <a:latin typeface="Calibri" panose="020F0502020204030204"/>
                    </a:rPr>
                    <a:t>IT Error, 24278</a:t>
                  </a:r>
                </a:p>
              </cx:txPr>
              <cx:visibility seriesName="0" categoryName="1" value="1"/>
              <cx:separator>, </cx:separator>
            </cx:dataLabel>
            <cx:dataLabel idx="1">
              <cx:txPr>
                <a:bodyPr spcFirstLastPara="1" vertOverflow="ellipsis" horzOverflow="overflow" wrap="square" lIns="0" tIns="0" rIns="0" bIns="0" anchor="ctr" anchorCtr="1"/>
                <a:lstStyle/>
                <a:p>
                  <a:pPr algn="ctr" rtl="0">
                    <a:defRPr sz="2400" b="1"/>
                  </a:pPr>
                  <a:r>
                    <a:rPr lang="en-US" sz="2400" b="1" i="0" u="none" strike="noStrike" baseline="0">
                      <a:solidFill>
                        <a:schemeClr val="bg1"/>
                      </a:solidFill>
                      <a:latin typeface="Calibri" panose="020F0502020204030204"/>
                    </a:rPr>
                    <a:t>IT Request, 73220</a:t>
                  </a:r>
                </a:p>
              </cx:txPr>
              <cx:visibility seriesName="0" categoryName="1" value="1"/>
              <cx:separator>, </cx:separator>
            </cx:dataLabel>
          </cx:dataLabels>
          <cx:dataId val="0"/>
          <cx:layoutPr>
            <cx:parentLabelLayout val="overlapping"/>
          </cx:layoutPr>
        </cx:series>
      </cx:plotAreaRegion>
    </cx:plotArea>
  </cx:chart>
  <cx:spPr>
    <a:solidFill>
      <a:schemeClr val="bg1"/>
    </a:solidFill>
    <a:ln w="19050">
      <a:solidFill>
        <a:schemeClr val="accent4">
          <a:lumMod val="50000"/>
        </a:schemeClr>
      </a:solidFill>
    </a:ln>
  </cx:spPr>
</cx:chartSpace>
</file>

<file path=ppt/charts/colors1.xml><?xml version="1.0" encoding="utf-8"?>
<cs:colorStyle xmlns:cs="http://schemas.microsoft.com/office/drawing/2012/chartStyle" xmlns:a="http://schemas.openxmlformats.org/drawingml/2006/main" meth="withinLinear" id="17">
  <a:schemeClr val="accent4"/>
</cs:colorStyle>
</file>

<file path=ppt/charts/colors2.xml><?xml version="1.0" encoding="utf-8"?>
<cs:colorStyle xmlns:cs="http://schemas.microsoft.com/office/drawing/2012/chartStyle" xmlns:a="http://schemas.openxmlformats.org/drawingml/2006/main" meth="withinLinear" id="17">
  <a:schemeClr val="accent4"/>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withinLinear" id="17">
  <a:schemeClr val="accent4"/>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7">
  <a:schemeClr val="accent4"/>
</cs:colorStyle>
</file>

<file path=ppt/charts/colors7.xml><?xml version="1.0" encoding="utf-8"?>
<cs:colorStyle xmlns:cs="http://schemas.microsoft.com/office/drawing/2012/chartStyle" xmlns:a="http://schemas.openxmlformats.org/drawingml/2006/main" meth="withinLinear" id="17">
  <a:schemeClr val="accent4"/>
</cs:colorStyle>
</file>

<file path=ppt/charts/colors8.xml><?xml version="1.0" encoding="utf-8"?>
<cs:colorStyle xmlns:cs="http://schemas.microsoft.com/office/drawing/2012/chartStyle" xmlns:a="http://schemas.openxmlformats.org/drawingml/2006/main" meth="withinLinear" id="17">
  <a:schemeClr val="accent4"/>
</cs:colorStyle>
</file>

<file path=ppt/charts/colors9.xml><?xml version="1.0" encoding="utf-8"?>
<cs:colorStyle xmlns:cs="http://schemas.microsoft.com/office/drawing/2012/chartStyle" xmlns:a="http://schemas.openxmlformats.org/drawingml/2006/main" meth="withinLinear" id="17">
  <a:schemeClr val="accent4"/>
</cs:colorStyle>
</file>

<file path=ppt/charts/colors10.xml><?xml version="1.0" encoding="utf-8"?>
<cs:colorStyle xmlns:cs="http://schemas.microsoft.com/office/drawing/2012/chartStyle" xmlns:a="http://schemas.openxmlformats.org/drawingml/2006/main" meth="withinLinear" id="17">
  <a:schemeClr val="accent4"/>
</cs:colorStyle>
</file>

<file path=ppt/charts/colors11.xml><?xml version="1.0" encoding="utf-8"?>
<cs:colorStyle xmlns:cs="http://schemas.microsoft.com/office/drawing/2012/chartStyle" xmlns:a="http://schemas.openxmlformats.org/drawingml/2006/main" meth="withinLinear" id="17">
  <a:schemeClr val="accent4"/>
</cs:colorStyle>
</file>

<file path=ppt/charts/colors12.xml><?xml version="1.0" encoding="utf-8"?>
<cs:colorStyle xmlns:cs="http://schemas.microsoft.com/office/drawing/2012/chartStyle" xmlns:a="http://schemas.openxmlformats.org/drawingml/2006/main" meth="withinLinear" id="18">
  <a:schemeClr val="accent5"/>
</cs:colorStyle>
</file>

<file path=ppt/charts/colors13.xml><?xml version="1.0" encoding="utf-8"?>
<cs:colorStyle xmlns:cs="http://schemas.microsoft.com/office/drawing/2012/chartStyle" xmlns:a="http://schemas.openxmlformats.org/drawingml/2006/main" meth="withinLinear" id="17">
  <a:schemeClr val="accent4"/>
</cs:colorStyle>
</file>

<file path=ppt/charts/colors14.xml><?xml version="1.0" encoding="utf-8"?>
<cs:colorStyle xmlns:cs="http://schemas.microsoft.com/office/drawing/2012/chartStyle" xmlns:a="http://schemas.openxmlformats.org/drawingml/2006/main" meth="withinLinear" id="17">
  <a:schemeClr val="accent4"/>
</cs:colorStyle>
</file>

<file path=ppt/charts/colors15.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416">
  <cs:axisTitle>
    <cs:lnRef idx="0"/>
    <cs:fillRef idx="0"/>
    <cs:effectRef idx="0"/>
    <cs:fontRef idx="minor">
      <a:schemeClr val="tx1">
        <a:lumMod val="65000"/>
        <a:lumOff val="35000"/>
      </a:schemeClr>
    </cs:fontRef>
    <cs:spPr>
      <a:solidFill>
        <a:schemeClr val="bg1">
          <a:lumMod val="65000"/>
        </a:schemeClr>
      </a:solidFill>
      <a:ln>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330" b="1"/>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2128" b="1" cap="all"/>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0.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4.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15.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5191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519113"/>
          </a:xfrm>
          <a:prstGeom prst="rect">
            <a:avLst/>
          </a:prstGeom>
        </p:spPr>
        <p:txBody>
          <a:bodyPr vert="horz" lIns="91440" tIns="45720" rIns="91440" bIns="45720" rtlCol="0"/>
          <a:lstStyle>
            <a:lvl1pPr algn="r">
              <a:defRPr sz="1200"/>
            </a:lvl1pPr>
          </a:lstStyle>
          <a:p>
            <a:fld id="{D245216A-87D9-40E1-A66E-1BF4941C175F}" type="datetimeFigureOut">
              <a:rPr lang="en-IN" smtClean="0"/>
              <a:t>29-09-2025</a:t>
            </a:fld>
            <a:endParaRPr lang="en-IN"/>
          </a:p>
        </p:txBody>
      </p:sp>
      <p:sp>
        <p:nvSpPr>
          <p:cNvPr id="4" name="Slide Image Placeholder 3"/>
          <p:cNvSpPr>
            <a:spLocks noGrp="1" noRot="1" noChangeAspect="1"/>
          </p:cNvSpPr>
          <p:nvPr>
            <p:ph type="sldImg" idx="2"/>
          </p:nvPr>
        </p:nvSpPr>
        <p:spPr>
          <a:xfrm>
            <a:off x="2986088" y="1295400"/>
            <a:ext cx="6219825" cy="34972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4987925"/>
            <a:ext cx="9753600" cy="40798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844088"/>
            <a:ext cx="5283200" cy="5191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9844088"/>
            <a:ext cx="5283200" cy="519112"/>
          </a:xfrm>
          <a:prstGeom prst="rect">
            <a:avLst/>
          </a:prstGeom>
        </p:spPr>
        <p:txBody>
          <a:bodyPr vert="horz" lIns="91440" tIns="45720" rIns="91440" bIns="45720" rtlCol="0" anchor="b"/>
          <a:lstStyle>
            <a:lvl1pPr algn="r">
              <a:defRPr sz="1200"/>
            </a:lvl1pPr>
          </a:lstStyle>
          <a:p>
            <a:fld id="{AE4FF250-A9E0-43DF-9A1D-24B172E39B01}" type="slidenum">
              <a:rPr lang="en-IN" smtClean="0"/>
              <a:t>‹#›</a:t>
            </a:fld>
            <a:endParaRPr lang="en-IN"/>
          </a:p>
        </p:txBody>
      </p:sp>
    </p:spTree>
    <p:extLst>
      <p:ext uri="{BB962C8B-B14F-4D97-AF65-F5344CB8AC3E}">
        <p14:creationId xmlns:p14="http://schemas.microsoft.com/office/powerpoint/2010/main" val="2843962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4FF250-A9E0-43DF-9A1D-24B172E39B01}" type="slidenum">
              <a:rPr lang="en-IN" smtClean="0"/>
              <a:t>20</a:t>
            </a:fld>
            <a:endParaRPr lang="en-IN"/>
          </a:p>
        </p:txBody>
      </p:sp>
    </p:spTree>
    <p:extLst>
      <p:ext uri="{BB962C8B-B14F-4D97-AF65-F5344CB8AC3E}">
        <p14:creationId xmlns:p14="http://schemas.microsoft.com/office/powerpoint/2010/main" val="2542361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4FF250-A9E0-43DF-9A1D-24B172E39B01}" type="slidenum">
              <a:rPr lang="en-IN" smtClean="0"/>
              <a:t>24</a:t>
            </a:fld>
            <a:endParaRPr lang="en-IN"/>
          </a:p>
        </p:txBody>
      </p:sp>
    </p:spTree>
    <p:extLst>
      <p:ext uri="{BB962C8B-B14F-4D97-AF65-F5344CB8AC3E}">
        <p14:creationId xmlns:p14="http://schemas.microsoft.com/office/powerpoint/2010/main" val="4230174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092462"/>
          </a:solidFill>
        </p:spPr>
        <p:txBody>
          <a:bodyPr wrap="square" lIns="0" tIns="0" rIns="0" bIns="0" rtlCol="0"/>
          <a:lstStyle/>
          <a:p>
            <a:endParaRPr/>
          </a:p>
        </p:txBody>
      </p:sp>
      <p:sp>
        <p:nvSpPr>
          <p:cNvPr id="17" name="bg object 17"/>
          <p:cNvSpPr/>
          <p:nvPr/>
        </p:nvSpPr>
        <p:spPr>
          <a:xfrm>
            <a:off x="9218941" y="0"/>
            <a:ext cx="2973070" cy="2496820"/>
          </a:xfrm>
          <a:custGeom>
            <a:avLst/>
            <a:gdLst/>
            <a:ahLst/>
            <a:cxnLst/>
            <a:rect l="l" t="t" r="r" b="b"/>
            <a:pathLst>
              <a:path w="2973070" h="2496820">
                <a:moveTo>
                  <a:pt x="2020557" y="2496807"/>
                </a:moveTo>
                <a:lnTo>
                  <a:pt x="0" y="476250"/>
                </a:lnTo>
                <a:lnTo>
                  <a:pt x="476250" y="0"/>
                </a:lnTo>
                <a:lnTo>
                  <a:pt x="2973057" y="0"/>
                </a:lnTo>
                <a:lnTo>
                  <a:pt x="2973057" y="1544307"/>
                </a:lnTo>
                <a:lnTo>
                  <a:pt x="2020557" y="2496807"/>
                </a:lnTo>
                <a:close/>
              </a:path>
            </a:pathLst>
          </a:custGeom>
          <a:solidFill>
            <a:srgbClr val="3D91CC">
              <a:alpha val="14898"/>
            </a:srgbClr>
          </a:solidFill>
        </p:spPr>
        <p:txBody>
          <a:bodyPr wrap="square" lIns="0" tIns="0" rIns="0" bIns="0" rtlCol="0"/>
          <a:lstStyle/>
          <a:p>
            <a:endParaRPr/>
          </a:p>
        </p:txBody>
      </p:sp>
      <p:sp>
        <p:nvSpPr>
          <p:cNvPr id="18" name="bg object 18"/>
          <p:cNvSpPr/>
          <p:nvPr/>
        </p:nvSpPr>
        <p:spPr>
          <a:xfrm>
            <a:off x="603860" y="5080610"/>
            <a:ext cx="2602865" cy="2602865"/>
          </a:xfrm>
          <a:custGeom>
            <a:avLst/>
            <a:gdLst/>
            <a:ahLst/>
            <a:cxnLst/>
            <a:rect l="l" t="t" r="r" b="b"/>
            <a:pathLst>
              <a:path w="2602865" h="2602865">
                <a:moveTo>
                  <a:pt x="1649778" y="2602278"/>
                </a:moveTo>
                <a:lnTo>
                  <a:pt x="0" y="1649778"/>
                </a:lnTo>
                <a:lnTo>
                  <a:pt x="952499" y="0"/>
                </a:lnTo>
                <a:lnTo>
                  <a:pt x="2602278" y="952499"/>
                </a:lnTo>
                <a:lnTo>
                  <a:pt x="1649778" y="2602278"/>
                </a:lnTo>
                <a:close/>
              </a:path>
            </a:pathLst>
          </a:custGeom>
          <a:solidFill>
            <a:srgbClr val="3D91CC">
              <a:alpha val="14898"/>
            </a:srgbClr>
          </a:solidFill>
        </p:spPr>
        <p:txBody>
          <a:bodyPr wrap="square" lIns="0" tIns="0" rIns="0" bIns="0" rtlCol="0"/>
          <a:lstStyle/>
          <a:p>
            <a:endParaRPr/>
          </a:p>
        </p:txBody>
      </p:sp>
      <p:sp>
        <p:nvSpPr>
          <p:cNvPr id="19" name="bg object 19"/>
          <p:cNvSpPr/>
          <p:nvPr/>
        </p:nvSpPr>
        <p:spPr>
          <a:xfrm>
            <a:off x="0" y="1339743"/>
            <a:ext cx="1113155" cy="1678305"/>
          </a:xfrm>
          <a:custGeom>
            <a:avLst/>
            <a:gdLst/>
            <a:ahLst/>
            <a:cxnLst/>
            <a:rect l="l" t="t" r="r" b="b"/>
            <a:pathLst>
              <a:path w="1113155" h="1678305">
                <a:moveTo>
                  <a:pt x="743264" y="1678307"/>
                </a:moveTo>
                <a:lnTo>
                  <a:pt x="0" y="1479150"/>
                </a:lnTo>
                <a:lnTo>
                  <a:pt x="0" y="0"/>
                </a:lnTo>
                <a:lnTo>
                  <a:pt x="1113052" y="298241"/>
                </a:lnTo>
                <a:lnTo>
                  <a:pt x="743264" y="1678307"/>
                </a:lnTo>
                <a:close/>
              </a:path>
            </a:pathLst>
          </a:custGeom>
          <a:solidFill>
            <a:srgbClr val="3D91CC">
              <a:alpha val="14898"/>
            </a:srgbClr>
          </a:solidFill>
        </p:spPr>
        <p:txBody>
          <a:bodyPr wrap="square" lIns="0" tIns="0" rIns="0" bIns="0" rtlCol="0"/>
          <a:lstStyle/>
          <a:p>
            <a:endParaRPr/>
          </a:p>
        </p:txBody>
      </p:sp>
      <p:sp>
        <p:nvSpPr>
          <p:cNvPr id="2" name="Holder 2"/>
          <p:cNvSpPr>
            <a:spLocks noGrp="1"/>
          </p:cNvSpPr>
          <p:nvPr>
            <p:ph type="ctrTitle"/>
          </p:nvPr>
        </p:nvSpPr>
        <p:spPr>
          <a:xfrm>
            <a:off x="2066151" y="720725"/>
            <a:ext cx="8059697" cy="1126489"/>
          </a:xfrm>
          <a:prstGeom prst="rect">
            <a:avLst/>
          </a:prstGeom>
        </p:spPr>
        <p:txBody>
          <a:bodyPr wrap="square" lIns="0" tIns="0" rIns="0" bIns="0">
            <a:spAutoFit/>
          </a:bodyPr>
          <a:lstStyle>
            <a:lvl1pPr>
              <a:defRPr sz="2700" b="1" i="0">
                <a:solidFill>
                  <a:srgbClr val="003366"/>
                </a:solidFill>
                <a:latin typeface="Calibri"/>
                <a:cs typeface="Calibri"/>
              </a:defRPr>
            </a:lvl1pPr>
          </a:lstStyle>
          <a:p>
            <a:endParaRPr/>
          </a:p>
        </p:txBody>
      </p:sp>
      <p:sp>
        <p:nvSpPr>
          <p:cNvPr id="3" name="Holder 3"/>
          <p:cNvSpPr>
            <a:spLocks noGrp="1"/>
          </p:cNvSpPr>
          <p:nvPr>
            <p:ph type="subTitle" idx="4"/>
          </p:nvPr>
        </p:nvSpPr>
        <p:spPr>
          <a:xfrm>
            <a:off x="1828800" y="4309872"/>
            <a:ext cx="8534400" cy="1924050"/>
          </a:xfrm>
          <a:prstGeom prst="rect">
            <a:avLst/>
          </a:prstGeom>
        </p:spPr>
        <p:txBody>
          <a:bodyPr wrap="square" lIns="0" tIns="0" rIns="0" bIns="0">
            <a:spAutoFit/>
          </a:bodyPr>
          <a:lstStyle>
            <a:lvl1pPr>
              <a:defRPr sz="1300" b="0" i="0">
                <a:solidFill>
                  <a:srgbClr val="0052CC"/>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6" name="bg object 16"/>
          <p:cNvSpPr/>
          <p:nvPr/>
        </p:nvSpPr>
        <p:spPr>
          <a:xfrm>
            <a:off x="380999" y="904874"/>
            <a:ext cx="5715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rgbClr val="4A8FE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700" b="1" i="0">
                <a:solidFill>
                  <a:srgbClr val="003366"/>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300" b="0" i="0">
                <a:solidFill>
                  <a:srgbClr val="0052CC"/>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003366"/>
                </a:solidFill>
                <a:latin typeface="Calibri"/>
                <a:cs typeface="Calibri"/>
              </a:defRPr>
            </a:lvl1pPr>
          </a:lstStyle>
          <a:p>
            <a:endParaRPr/>
          </a:p>
        </p:txBody>
      </p:sp>
      <p:sp>
        <p:nvSpPr>
          <p:cNvPr id="3" name="Holder 3"/>
          <p:cNvSpPr>
            <a:spLocks noGrp="1"/>
          </p:cNvSpPr>
          <p:nvPr>
            <p:ph sz="half" idx="2"/>
          </p:nvPr>
        </p:nvSpPr>
        <p:spPr>
          <a:xfrm>
            <a:off x="368299" y="1522913"/>
            <a:ext cx="5422900" cy="5869940"/>
          </a:xfrm>
          <a:prstGeom prst="rect">
            <a:avLst/>
          </a:prstGeom>
        </p:spPr>
        <p:txBody>
          <a:bodyPr wrap="square" lIns="0" tIns="0" rIns="0" bIns="0">
            <a:spAutoFit/>
          </a:bodyPr>
          <a:lstStyle>
            <a:lvl1pPr>
              <a:defRPr sz="1050" b="1" i="0">
                <a:solidFill>
                  <a:schemeClr val="bg1"/>
                </a:solidFill>
                <a:latin typeface="Calibri"/>
                <a:cs typeface="Calibri"/>
              </a:defRPr>
            </a:lvl1pPr>
          </a:lstStyle>
          <a:p>
            <a:endParaRPr/>
          </a:p>
        </p:txBody>
      </p:sp>
      <p:sp>
        <p:nvSpPr>
          <p:cNvPr id="4" name="Holder 4"/>
          <p:cNvSpPr>
            <a:spLocks noGrp="1"/>
          </p:cNvSpPr>
          <p:nvPr>
            <p:ph sz="half" idx="3"/>
          </p:nvPr>
        </p:nvSpPr>
        <p:spPr>
          <a:xfrm>
            <a:off x="6278880" y="1770126"/>
            <a:ext cx="5303520" cy="507949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003366"/>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50000"/>
                <a:lumOff val="50000"/>
              </a:schemeClr>
            </a:gs>
            <a:gs pos="20000">
              <a:schemeClr val="accent4">
                <a:lumMod val="25000"/>
                <a:lumOff val="75000"/>
              </a:schemeClr>
            </a:gs>
            <a:gs pos="40000">
              <a:schemeClr val="accent4">
                <a:lumMod val="50000"/>
                <a:lumOff val="50000"/>
              </a:schemeClr>
            </a:gs>
            <a:gs pos="60000">
              <a:schemeClr val="accent4">
                <a:lumMod val="25000"/>
                <a:lumOff val="75000"/>
              </a:schemeClr>
            </a:gs>
            <a:gs pos="100000">
              <a:schemeClr val="accent4">
                <a:lumMod val="25000"/>
                <a:lumOff val="75000"/>
              </a:schemeClr>
            </a:gs>
            <a:gs pos="80000">
              <a:schemeClr val="accent4">
                <a:lumMod val="50000"/>
                <a:lumOff val="50000"/>
              </a:schemeClr>
            </a:gs>
          </a:gsLst>
          <a:lin ang="2700000" scaled="1"/>
          <a:tileRect/>
        </a:gra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8299" y="349250"/>
            <a:ext cx="10888345" cy="436880"/>
          </a:xfrm>
          <a:prstGeom prst="rect">
            <a:avLst/>
          </a:prstGeom>
        </p:spPr>
        <p:txBody>
          <a:bodyPr wrap="square" lIns="0" tIns="0" rIns="0" bIns="0">
            <a:spAutoFit/>
          </a:bodyPr>
          <a:lstStyle>
            <a:lvl1pPr>
              <a:defRPr sz="2700" b="1" i="0">
                <a:solidFill>
                  <a:srgbClr val="003366"/>
                </a:solidFill>
                <a:latin typeface="Calibri"/>
                <a:cs typeface="Calibri"/>
              </a:defRPr>
            </a:lvl1pPr>
          </a:lstStyle>
          <a:p>
            <a:endParaRPr/>
          </a:p>
        </p:txBody>
      </p:sp>
      <p:sp>
        <p:nvSpPr>
          <p:cNvPr id="3" name="Holder 3"/>
          <p:cNvSpPr>
            <a:spLocks noGrp="1"/>
          </p:cNvSpPr>
          <p:nvPr>
            <p:ph type="body" idx="1"/>
          </p:nvPr>
        </p:nvSpPr>
        <p:spPr>
          <a:xfrm>
            <a:off x="6248399" y="1825523"/>
            <a:ext cx="5553075" cy="3094990"/>
          </a:xfrm>
          <a:prstGeom prst="rect">
            <a:avLst/>
          </a:prstGeom>
        </p:spPr>
        <p:txBody>
          <a:bodyPr wrap="square" lIns="0" tIns="0" rIns="0" bIns="0">
            <a:spAutoFit/>
          </a:bodyPr>
          <a:lstStyle>
            <a:lvl1pPr>
              <a:defRPr sz="1300" b="0" i="0">
                <a:solidFill>
                  <a:srgbClr val="0052CC"/>
                </a:solidFill>
                <a:latin typeface="Arial"/>
                <a:cs typeface="Arial"/>
              </a:defRPr>
            </a:lvl1pPr>
          </a:lstStyle>
          <a:p>
            <a:endParaRPr/>
          </a:p>
        </p:txBody>
      </p:sp>
      <p:sp>
        <p:nvSpPr>
          <p:cNvPr id="4" name="Holder 4"/>
          <p:cNvSpPr>
            <a:spLocks noGrp="1"/>
          </p:cNvSpPr>
          <p:nvPr>
            <p:ph type="ftr" sz="quarter" idx="5"/>
          </p:nvPr>
        </p:nvSpPr>
        <p:spPr>
          <a:xfrm>
            <a:off x="10701138" y="8634679"/>
            <a:ext cx="1198879" cy="273049"/>
          </a:xfrm>
          <a:prstGeom prst="rect">
            <a:avLst/>
          </a:prstGeom>
        </p:spPr>
        <p:txBody>
          <a:bodyPr wrap="square" lIns="0" tIns="0" rIns="0" bIns="0">
            <a:spAutoFit/>
          </a:bodyPr>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5" name="Holder 5"/>
          <p:cNvSpPr>
            <a:spLocks noGrp="1"/>
          </p:cNvSpPr>
          <p:nvPr>
            <p:ph type="dt" sz="half" idx="6"/>
          </p:nvPr>
        </p:nvSpPr>
        <p:spPr>
          <a:xfrm>
            <a:off x="609600" y="7157466"/>
            <a:ext cx="2804160" cy="38481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9/29/2025</a:t>
            </a:fld>
            <a:endParaRPr lang="en-US"/>
          </a:p>
        </p:txBody>
      </p:sp>
      <p:sp>
        <p:nvSpPr>
          <p:cNvPr id="6" name="Holder 6"/>
          <p:cNvSpPr>
            <a:spLocks noGrp="1"/>
          </p:cNvSpPr>
          <p:nvPr>
            <p:ph type="sldNum" sz="quarter" idx="7"/>
          </p:nvPr>
        </p:nvSpPr>
        <p:spPr>
          <a:xfrm>
            <a:off x="8778240" y="7157466"/>
            <a:ext cx="2804160" cy="38481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chart" Target="../charts/chart2.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microsoft.com/office/2014/relationships/chartEx" Target="../charts/chartEx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5">
            <a:extLst>
              <a:ext uri="{FF2B5EF4-FFF2-40B4-BE49-F238E27FC236}">
                <a16:creationId xmlns:a16="http://schemas.microsoft.com/office/drawing/2014/main" id="{12540373-2D8F-4C29-A2E9-3E6A1F1CA9FD}"/>
              </a:ext>
            </a:extLst>
          </p:cNvPr>
          <p:cNvSpPr txBox="1">
            <a:spLocks/>
          </p:cNvSpPr>
          <p:nvPr/>
        </p:nvSpPr>
        <p:spPr>
          <a:xfrm>
            <a:off x="1451118" y="997440"/>
            <a:ext cx="7692882" cy="1245213"/>
          </a:xfrm>
          <a:prstGeom prst="rect">
            <a:avLst/>
          </a:prstGeom>
        </p:spPr>
        <p:txBody>
          <a:bodyPr vert="horz" wrap="square" lIns="0" tIns="8890" rIns="0" bIns="0" rtlCol="0">
            <a:spAutoFit/>
          </a:bodyPr>
          <a:lstStyle>
            <a:lvl1pPr>
              <a:defRPr>
                <a:latin typeface="+mj-lt"/>
                <a:ea typeface="+mj-ea"/>
                <a:cs typeface="+mj-cs"/>
              </a:defRPr>
            </a:lvl1pPr>
          </a:lstStyle>
          <a:p>
            <a:pPr marL="485775" marR="5080" indent="-473709" algn="l">
              <a:lnSpc>
                <a:spcPct val="100699"/>
              </a:lnSpc>
              <a:spcBef>
                <a:spcPts val="70"/>
              </a:spcBef>
            </a:pPr>
            <a:r>
              <a:rPr lang="en-US" sz="4000" b="1" spc="300" dirty="0">
                <a:solidFill>
                  <a:schemeClr val="accent4">
                    <a:lumMod val="50000"/>
                  </a:schemeClr>
                </a:solidFill>
              </a:rPr>
              <a:t>IT Tickets Analysis &amp;</a:t>
            </a:r>
          </a:p>
          <a:p>
            <a:pPr marL="485775" marR="5080" indent="-473709" algn="l">
              <a:lnSpc>
                <a:spcPct val="100699"/>
              </a:lnSpc>
              <a:spcBef>
                <a:spcPts val="70"/>
              </a:spcBef>
            </a:pPr>
            <a:r>
              <a:rPr lang="en-US" sz="4000" b="1" spc="300" dirty="0">
                <a:solidFill>
                  <a:schemeClr val="accent4">
                    <a:lumMod val="50000"/>
                  </a:schemeClr>
                </a:solidFill>
              </a:rPr>
              <a:t>Agent Performance Dashboard</a:t>
            </a:r>
          </a:p>
        </p:txBody>
      </p:sp>
      <p:sp>
        <p:nvSpPr>
          <p:cNvPr id="4" name="object 6">
            <a:extLst>
              <a:ext uri="{FF2B5EF4-FFF2-40B4-BE49-F238E27FC236}">
                <a16:creationId xmlns:a16="http://schemas.microsoft.com/office/drawing/2014/main" id="{626F9DA0-94B5-4BB0-BC21-4AFADD9C952F}"/>
              </a:ext>
            </a:extLst>
          </p:cNvPr>
          <p:cNvSpPr txBox="1"/>
          <p:nvPr/>
        </p:nvSpPr>
        <p:spPr>
          <a:xfrm>
            <a:off x="2063096" y="3302773"/>
            <a:ext cx="7210495" cy="628377"/>
          </a:xfrm>
          <a:prstGeom prst="rect">
            <a:avLst/>
          </a:prstGeom>
        </p:spPr>
        <p:txBody>
          <a:bodyPr vert="horz" wrap="square" lIns="0" tIns="12700" rIns="0" bIns="0" rtlCol="0">
            <a:spAutoFit/>
          </a:bodyPr>
          <a:lstStyle/>
          <a:p>
            <a:pPr marL="12700">
              <a:lnSpc>
                <a:spcPct val="100000"/>
              </a:lnSpc>
              <a:spcBef>
                <a:spcPts val="100"/>
              </a:spcBef>
            </a:pPr>
            <a:r>
              <a:rPr sz="4000" b="1" spc="245" dirty="0">
                <a:solidFill>
                  <a:schemeClr val="accent4">
                    <a:lumMod val="50000"/>
                  </a:schemeClr>
                </a:solidFill>
                <a:latin typeface="+mj-lt"/>
                <a:cs typeface="Calibri"/>
              </a:rPr>
              <a:t>Excel-</a:t>
            </a:r>
            <a:r>
              <a:rPr sz="4000" b="1" spc="280" dirty="0">
                <a:solidFill>
                  <a:schemeClr val="accent4">
                    <a:lumMod val="50000"/>
                  </a:schemeClr>
                </a:solidFill>
                <a:latin typeface="+mj-lt"/>
                <a:cs typeface="Calibri"/>
              </a:rPr>
              <a:t>based</a:t>
            </a:r>
            <a:r>
              <a:rPr sz="4000" b="1" spc="130" dirty="0">
                <a:solidFill>
                  <a:schemeClr val="accent4">
                    <a:lumMod val="50000"/>
                  </a:schemeClr>
                </a:solidFill>
                <a:latin typeface="+mj-lt"/>
                <a:cs typeface="Calibri"/>
              </a:rPr>
              <a:t> </a:t>
            </a:r>
            <a:r>
              <a:rPr sz="4000" b="1" spc="229" dirty="0">
                <a:solidFill>
                  <a:schemeClr val="accent4">
                    <a:lumMod val="50000"/>
                  </a:schemeClr>
                </a:solidFill>
                <a:latin typeface="+mj-lt"/>
                <a:cs typeface="Calibri"/>
              </a:rPr>
              <a:t>Analytical</a:t>
            </a:r>
            <a:r>
              <a:rPr sz="4000" b="1" spc="130" dirty="0">
                <a:solidFill>
                  <a:schemeClr val="accent4">
                    <a:lumMod val="50000"/>
                  </a:schemeClr>
                </a:solidFill>
                <a:latin typeface="+mj-lt"/>
                <a:cs typeface="Calibri"/>
              </a:rPr>
              <a:t> </a:t>
            </a:r>
            <a:r>
              <a:rPr sz="4000" b="1" spc="225" dirty="0">
                <a:solidFill>
                  <a:schemeClr val="accent4">
                    <a:lumMod val="50000"/>
                  </a:schemeClr>
                </a:solidFill>
                <a:latin typeface="+mj-lt"/>
                <a:cs typeface="Calibri"/>
              </a:rPr>
              <a:t>Project</a:t>
            </a:r>
            <a:endParaRPr sz="4000" dirty="0">
              <a:solidFill>
                <a:schemeClr val="accent4">
                  <a:lumMod val="50000"/>
                </a:schemeClr>
              </a:solidFill>
              <a:latin typeface="+mj-lt"/>
              <a:cs typeface="Calibri"/>
            </a:endParaRPr>
          </a:p>
        </p:txBody>
      </p:sp>
      <p:sp>
        <p:nvSpPr>
          <p:cNvPr id="8" name="object 10">
            <a:extLst>
              <a:ext uri="{FF2B5EF4-FFF2-40B4-BE49-F238E27FC236}">
                <a16:creationId xmlns:a16="http://schemas.microsoft.com/office/drawing/2014/main" id="{5863DEA8-5151-482E-AD9E-905A1CE1C139}"/>
              </a:ext>
            </a:extLst>
          </p:cNvPr>
          <p:cNvSpPr/>
          <p:nvPr/>
        </p:nvSpPr>
        <p:spPr>
          <a:xfrm>
            <a:off x="896683" y="1186438"/>
            <a:ext cx="428625" cy="285750"/>
          </a:xfrm>
          <a:custGeom>
            <a:avLst/>
            <a:gdLst/>
            <a:ahLst/>
            <a:cxnLst/>
            <a:rect l="l" t="t" r="r" b="b"/>
            <a:pathLst>
              <a:path w="428625" h="285750">
                <a:moveTo>
                  <a:pt x="381000" y="285750"/>
                </a:moveTo>
                <a:lnTo>
                  <a:pt x="47625" y="285750"/>
                </a:lnTo>
                <a:lnTo>
                  <a:pt x="29101" y="282002"/>
                </a:lnTo>
                <a:lnTo>
                  <a:pt x="13961" y="271788"/>
                </a:lnTo>
                <a:lnTo>
                  <a:pt x="3747" y="256648"/>
                </a:lnTo>
                <a:lnTo>
                  <a:pt x="0" y="238125"/>
                </a:lnTo>
                <a:lnTo>
                  <a:pt x="0" y="183951"/>
                </a:lnTo>
                <a:lnTo>
                  <a:pt x="5506" y="178816"/>
                </a:lnTo>
                <a:lnTo>
                  <a:pt x="11683" y="176658"/>
                </a:lnTo>
                <a:lnTo>
                  <a:pt x="21340" y="171537"/>
                </a:lnTo>
                <a:lnTo>
                  <a:pt x="28947" y="163813"/>
                </a:lnTo>
                <a:lnTo>
                  <a:pt x="33930" y="154066"/>
                </a:lnTo>
                <a:lnTo>
                  <a:pt x="35718" y="142875"/>
                </a:lnTo>
                <a:lnTo>
                  <a:pt x="33930" y="131683"/>
                </a:lnTo>
                <a:lnTo>
                  <a:pt x="28947" y="121936"/>
                </a:lnTo>
                <a:lnTo>
                  <a:pt x="21340" y="114212"/>
                </a:lnTo>
                <a:lnTo>
                  <a:pt x="11683" y="109091"/>
                </a:lnTo>
                <a:lnTo>
                  <a:pt x="5506" y="106933"/>
                </a:lnTo>
                <a:lnTo>
                  <a:pt x="0" y="101798"/>
                </a:lnTo>
                <a:lnTo>
                  <a:pt x="0" y="47625"/>
                </a:lnTo>
                <a:lnTo>
                  <a:pt x="3747" y="29101"/>
                </a:lnTo>
                <a:lnTo>
                  <a:pt x="13961" y="13961"/>
                </a:lnTo>
                <a:lnTo>
                  <a:pt x="29101" y="3747"/>
                </a:lnTo>
                <a:lnTo>
                  <a:pt x="47625" y="0"/>
                </a:lnTo>
                <a:lnTo>
                  <a:pt x="381000" y="0"/>
                </a:lnTo>
                <a:lnTo>
                  <a:pt x="399523" y="3747"/>
                </a:lnTo>
                <a:lnTo>
                  <a:pt x="414663" y="13961"/>
                </a:lnTo>
                <a:lnTo>
                  <a:pt x="424877" y="29101"/>
                </a:lnTo>
                <a:lnTo>
                  <a:pt x="428625" y="47625"/>
                </a:lnTo>
                <a:lnTo>
                  <a:pt x="428625" y="101798"/>
                </a:lnTo>
                <a:lnTo>
                  <a:pt x="423118" y="106933"/>
                </a:lnTo>
                <a:lnTo>
                  <a:pt x="416941" y="109091"/>
                </a:lnTo>
                <a:lnTo>
                  <a:pt x="407284" y="114212"/>
                </a:lnTo>
                <a:lnTo>
                  <a:pt x="399677" y="121936"/>
                </a:lnTo>
                <a:lnTo>
                  <a:pt x="394694" y="131683"/>
                </a:lnTo>
                <a:lnTo>
                  <a:pt x="392906" y="142875"/>
                </a:lnTo>
                <a:lnTo>
                  <a:pt x="394694" y="154066"/>
                </a:lnTo>
                <a:lnTo>
                  <a:pt x="399677" y="163813"/>
                </a:lnTo>
                <a:lnTo>
                  <a:pt x="407284" y="171537"/>
                </a:lnTo>
                <a:lnTo>
                  <a:pt x="416941" y="176658"/>
                </a:lnTo>
                <a:lnTo>
                  <a:pt x="423118" y="178816"/>
                </a:lnTo>
                <a:lnTo>
                  <a:pt x="428625" y="183951"/>
                </a:lnTo>
                <a:lnTo>
                  <a:pt x="428625" y="238125"/>
                </a:lnTo>
                <a:lnTo>
                  <a:pt x="424877" y="256648"/>
                </a:lnTo>
                <a:lnTo>
                  <a:pt x="414663" y="271788"/>
                </a:lnTo>
                <a:lnTo>
                  <a:pt x="399523" y="282002"/>
                </a:lnTo>
                <a:lnTo>
                  <a:pt x="381000" y="285750"/>
                </a:lnTo>
                <a:close/>
              </a:path>
            </a:pathLst>
          </a:custGeom>
          <a:solidFill>
            <a:schemeClr val="accent4">
              <a:lumMod val="75000"/>
            </a:schemeClr>
          </a:solidFill>
          <a:ln>
            <a:solidFill>
              <a:schemeClr val="accent4">
                <a:lumMod val="20000"/>
                <a:lumOff val="80000"/>
              </a:schemeClr>
            </a:solidFill>
          </a:ln>
        </p:spPr>
        <p:txBody>
          <a:bodyPr wrap="square" lIns="0" tIns="0" rIns="0" bIns="0" rtlCol="0"/>
          <a:lstStyle/>
          <a:p>
            <a:endParaRPr sz="4000" dirty="0">
              <a:solidFill>
                <a:schemeClr val="accent4">
                  <a:lumMod val="20000"/>
                  <a:lumOff val="80000"/>
                </a:schemeClr>
              </a:solidFill>
              <a:latin typeface="+mj-lt"/>
            </a:endParaRPr>
          </a:p>
        </p:txBody>
      </p:sp>
      <p:sp>
        <p:nvSpPr>
          <p:cNvPr id="9" name="object 3">
            <a:extLst>
              <a:ext uri="{FF2B5EF4-FFF2-40B4-BE49-F238E27FC236}">
                <a16:creationId xmlns:a16="http://schemas.microsoft.com/office/drawing/2014/main" id="{9391F920-7CEA-4781-B793-FA442421DB5F}"/>
              </a:ext>
            </a:extLst>
          </p:cNvPr>
          <p:cNvSpPr txBox="1"/>
          <p:nvPr/>
        </p:nvSpPr>
        <p:spPr>
          <a:xfrm>
            <a:off x="2248673" y="4843231"/>
            <a:ext cx="4143621" cy="628377"/>
          </a:xfrm>
          <a:prstGeom prst="rect">
            <a:avLst/>
          </a:prstGeom>
        </p:spPr>
        <p:txBody>
          <a:bodyPr vert="horz" wrap="square" lIns="0" tIns="12700" rIns="0" bIns="0" rtlCol="0">
            <a:spAutoFit/>
          </a:bodyPr>
          <a:lstStyle/>
          <a:p>
            <a:pPr marL="12700">
              <a:lnSpc>
                <a:spcPct val="100000"/>
              </a:lnSpc>
              <a:spcBef>
                <a:spcPts val="100"/>
              </a:spcBef>
            </a:pPr>
            <a:r>
              <a:rPr lang="en-IN" sz="4000" b="1" spc="-10" dirty="0">
                <a:solidFill>
                  <a:schemeClr val="accent4">
                    <a:lumMod val="50000"/>
                  </a:schemeClr>
                </a:solidFill>
                <a:latin typeface="+mj-lt"/>
                <a:cs typeface="Lato"/>
              </a:rPr>
              <a:t>Vaishnavi Pandey</a:t>
            </a:r>
            <a:endParaRPr sz="4000" b="1" dirty="0">
              <a:solidFill>
                <a:schemeClr val="accent4">
                  <a:lumMod val="50000"/>
                </a:schemeClr>
              </a:solidFill>
              <a:latin typeface="+mj-lt"/>
              <a:cs typeface="Lato"/>
            </a:endParaRPr>
          </a:p>
        </p:txBody>
      </p:sp>
      <p:sp>
        <p:nvSpPr>
          <p:cNvPr id="11" name="object 10">
            <a:extLst>
              <a:ext uri="{FF2B5EF4-FFF2-40B4-BE49-F238E27FC236}">
                <a16:creationId xmlns:a16="http://schemas.microsoft.com/office/drawing/2014/main" id="{7AD1DCB1-708D-4F67-B23B-EEB7F3C16055}"/>
              </a:ext>
            </a:extLst>
          </p:cNvPr>
          <p:cNvSpPr/>
          <p:nvPr/>
        </p:nvSpPr>
        <p:spPr>
          <a:xfrm rot="19751839">
            <a:off x="853752" y="1096847"/>
            <a:ext cx="428625" cy="285750"/>
          </a:xfrm>
          <a:custGeom>
            <a:avLst/>
            <a:gdLst/>
            <a:ahLst/>
            <a:cxnLst/>
            <a:rect l="l" t="t" r="r" b="b"/>
            <a:pathLst>
              <a:path w="428625" h="285750">
                <a:moveTo>
                  <a:pt x="381000" y="285750"/>
                </a:moveTo>
                <a:lnTo>
                  <a:pt x="47625" y="285750"/>
                </a:lnTo>
                <a:lnTo>
                  <a:pt x="29101" y="282002"/>
                </a:lnTo>
                <a:lnTo>
                  <a:pt x="13961" y="271788"/>
                </a:lnTo>
                <a:lnTo>
                  <a:pt x="3747" y="256648"/>
                </a:lnTo>
                <a:lnTo>
                  <a:pt x="0" y="238125"/>
                </a:lnTo>
                <a:lnTo>
                  <a:pt x="0" y="183951"/>
                </a:lnTo>
                <a:lnTo>
                  <a:pt x="5506" y="178816"/>
                </a:lnTo>
                <a:lnTo>
                  <a:pt x="11683" y="176658"/>
                </a:lnTo>
                <a:lnTo>
                  <a:pt x="21340" y="171537"/>
                </a:lnTo>
                <a:lnTo>
                  <a:pt x="28947" y="163813"/>
                </a:lnTo>
                <a:lnTo>
                  <a:pt x="33930" y="154066"/>
                </a:lnTo>
                <a:lnTo>
                  <a:pt x="35718" y="142875"/>
                </a:lnTo>
                <a:lnTo>
                  <a:pt x="33930" y="131683"/>
                </a:lnTo>
                <a:lnTo>
                  <a:pt x="28947" y="121936"/>
                </a:lnTo>
                <a:lnTo>
                  <a:pt x="21340" y="114212"/>
                </a:lnTo>
                <a:lnTo>
                  <a:pt x="11683" y="109091"/>
                </a:lnTo>
                <a:lnTo>
                  <a:pt x="5506" y="106933"/>
                </a:lnTo>
                <a:lnTo>
                  <a:pt x="0" y="101798"/>
                </a:lnTo>
                <a:lnTo>
                  <a:pt x="0" y="47625"/>
                </a:lnTo>
                <a:lnTo>
                  <a:pt x="3747" y="29101"/>
                </a:lnTo>
                <a:lnTo>
                  <a:pt x="13961" y="13961"/>
                </a:lnTo>
                <a:lnTo>
                  <a:pt x="29101" y="3747"/>
                </a:lnTo>
                <a:lnTo>
                  <a:pt x="47625" y="0"/>
                </a:lnTo>
                <a:lnTo>
                  <a:pt x="381000" y="0"/>
                </a:lnTo>
                <a:lnTo>
                  <a:pt x="399523" y="3747"/>
                </a:lnTo>
                <a:lnTo>
                  <a:pt x="414663" y="13961"/>
                </a:lnTo>
                <a:lnTo>
                  <a:pt x="424877" y="29101"/>
                </a:lnTo>
                <a:lnTo>
                  <a:pt x="428625" y="47625"/>
                </a:lnTo>
                <a:lnTo>
                  <a:pt x="428625" y="101798"/>
                </a:lnTo>
                <a:lnTo>
                  <a:pt x="423118" y="106933"/>
                </a:lnTo>
                <a:lnTo>
                  <a:pt x="416941" y="109091"/>
                </a:lnTo>
                <a:lnTo>
                  <a:pt x="407284" y="114212"/>
                </a:lnTo>
                <a:lnTo>
                  <a:pt x="399677" y="121936"/>
                </a:lnTo>
                <a:lnTo>
                  <a:pt x="394694" y="131683"/>
                </a:lnTo>
                <a:lnTo>
                  <a:pt x="392906" y="142875"/>
                </a:lnTo>
                <a:lnTo>
                  <a:pt x="394694" y="154066"/>
                </a:lnTo>
                <a:lnTo>
                  <a:pt x="399677" y="163813"/>
                </a:lnTo>
                <a:lnTo>
                  <a:pt x="407284" y="171537"/>
                </a:lnTo>
                <a:lnTo>
                  <a:pt x="416941" y="176658"/>
                </a:lnTo>
                <a:lnTo>
                  <a:pt x="423118" y="178816"/>
                </a:lnTo>
                <a:lnTo>
                  <a:pt x="428625" y="183951"/>
                </a:lnTo>
                <a:lnTo>
                  <a:pt x="428625" y="238125"/>
                </a:lnTo>
                <a:lnTo>
                  <a:pt x="424877" y="256648"/>
                </a:lnTo>
                <a:lnTo>
                  <a:pt x="414663" y="271788"/>
                </a:lnTo>
                <a:lnTo>
                  <a:pt x="399523" y="282002"/>
                </a:lnTo>
                <a:lnTo>
                  <a:pt x="381000" y="285750"/>
                </a:lnTo>
                <a:close/>
              </a:path>
            </a:pathLst>
          </a:custGeom>
          <a:solidFill>
            <a:schemeClr val="accent4">
              <a:lumMod val="60000"/>
              <a:lumOff val="40000"/>
            </a:schemeClr>
          </a:solidFill>
          <a:ln>
            <a:solidFill>
              <a:schemeClr val="accent4">
                <a:lumMod val="50000"/>
              </a:schemeClr>
            </a:solidFill>
          </a:ln>
        </p:spPr>
        <p:txBody>
          <a:bodyPr wrap="square" lIns="0" tIns="0" rIns="0" bIns="0" rtlCol="0"/>
          <a:lstStyle/>
          <a:p>
            <a:endParaRPr sz="4000" dirty="0">
              <a:solidFill>
                <a:schemeClr val="accent4">
                  <a:lumMod val="20000"/>
                  <a:lumOff val="80000"/>
                </a:schemeClr>
              </a:solidFill>
              <a:latin typeface="+mj-lt"/>
            </a:endParaRPr>
          </a:p>
        </p:txBody>
      </p:sp>
      <p:pic>
        <p:nvPicPr>
          <p:cNvPr id="18" name="Picture 17">
            <a:extLst>
              <a:ext uri="{FF2B5EF4-FFF2-40B4-BE49-F238E27FC236}">
                <a16:creationId xmlns:a16="http://schemas.microsoft.com/office/drawing/2014/main" id="{D60AC1D1-25BA-46E1-A8AD-C0C212AEE4BD}"/>
              </a:ext>
            </a:extLst>
          </p:cNvPr>
          <p:cNvPicPr>
            <a:picLocks noChangeAspect="1"/>
          </p:cNvPicPr>
          <p:nvPr/>
        </p:nvPicPr>
        <p:blipFill rotWithShape="1">
          <a:blip r:embed="rId2" cstate="print">
            <a:duotone>
              <a:prstClr val="black"/>
              <a:srgbClr val="7030A0">
                <a:tint val="45000"/>
                <a:satMod val="400000"/>
              </a:srgbClr>
            </a:duotone>
            <a:alphaModFix amt="35000"/>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rcRect l="23350" t="10713" r="27440" b="11205"/>
          <a:stretch/>
        </p:blipFill>
        <p:spPr>
          <a:xfrm>
            <a:off x="10570061" y="-4587"/>
            <a:ext cx="1621939" cy="1548000"/>
          </a:xfrm>
          <a:prstGeom prst="teardrop">
            <a:avLst/>
          </a:prstGeom>
        </p:spPr>
      </p:pic>
      <p:pic>
        <p:nvPicPr>
          <p:cNvPr id="19" name="Picture 18">
            <a:extLst>
              <a:ext uri="{FF2B5EF4-FFF2-40B4-BE49-F238E27FC236}">
                <a16:creationId xmlns:a16="http://schemas.microsoft.com/office/drawing/2014/main" id="{772FA850-7425-4751-A3EE-59776E9D90B5}"/>
              </a:ext>
            </a:extLst>
          </p:cNvPr>
          <p:cNvPicPr>
            <a:picLocks noChangeAspect="1"/>
          </p:cNvPicPr>
          <p:nvPr/>
        </p:nvPicPr>
        <p:blipFill rotWithShape="1">
          <a:blip r:embed="rId2" cstate="print">
            <a:duotone>
              <a:prstClr val="black"/>
              <a:srgbClr val="7030A0">
                <a:tint val="45000"/>
                <a:satMod val="400000"/>
              </a:srgbClr>
            </a:duotone>
            <a:alphaModFix amt="35000"/>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rcRect l="23350" t="10713" r="27440" b="11205"/>
          <a:stretch/>
        </p:blipFill>
        <p:spPr>
          <a:xfrm rot="10800000">
            <a:off x="-18971" y="5305293"/>
            <a:ext cx="1621939" cy="1548000"/>
          </a:xfrm>
          <a:prstGeom prst="teardrop">
            <a:avLst/>
          </a:prstGeom>
        </p:spPr>
      </p:pic>
      <p:pic>
        <p:nvPicPr>
          <p:cNvPr id="20" name="Graphic 2" descr="Bar graph with upward trend with solid fill">
            <a:extLst>
              <a:ext uri="{FF2B5EF4-FFF2-40B4-BE49-F238E27FC236}">
                <a16:creationId xmlns:a16="http://schemas.microsoft.com/office/drawing/2014/main" id="{B52FE2FD-8CA0-45CE-B149-E91CB41FE1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79096" y="3236037"/>
            <a:ext cx="684000" cy="684000"/>
          </a:xfrm>
          <a:prstGeom prst="rect">
            <a:avLst/>
          </a:prstGeom>
        </p:spPr>
      </p:pic>
      <p:pic>
        <p:nvPicPr>
          <p:cNvPr id="21" name="Graphic 4" descr="Laptop with solid fill">
            <a:extLst>
              <a:ext uri="{FF2B5EF4-FFF2-40B4-BE49-F238E27FC236}">
                <a16:creationId xmlns:a16="http://schemas.microsoft.com/office/drawing/2014/main" id="{71FE9AED-539D-4CE0-A208-A15160DF46D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34273" y="4651578"/>
            <a:ext cx="914400" cy="914400"/>
          </a:xfrm>
          <a:prstGeom prst="rect">
            <a:avLst/>
          </a:prstGeom>
        </p:spPr>
      </p:pic>
      <p:pic>
        <p:nvPicPr>
          <p:cNvPr id="22" name="Graphic 6" descr="Female Profile with solid fill">
            <a:extLst>
              <a:ext uri="{FF2B5EF4-FFF2-40B4-BE49-F238E27FC236}">
                <a16:creationId xmlns:a16="http://schemas.microsoft.com/office/drawing/2014/main" id="{730063DA-0134-4799-BEEC-DD710DE51561}"/>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21416" y="4956585"/>
            <a:ext cx="340113" cy="340113"/>
          </a:xfrm>
          <a:prstGeom prst="rect">
            <a:avLst/>
          </a:prstGeom>
        </p:spPr>
      </p:pic>
      <p:sp>
        <p:nvSpPr>
          <p:cNvPr id="5" name="Equals 4">
            <a:extLst>
              <a:ext uri="{FF2B5EF4-FFF2-40B4-BE49-F238E27FC236}">
                <a16:creationId xmlns:a16="http://schemas.microsoft.com/office/drawing/2014/main" id="{59173112-F9C1-4561-8810-FAB9668176C8}"/>
              </a:ext>
            </a:extLst>
          </p:cNvPr>
          <p:cNvSpPr/>
          <p:nvPr/>
        </p:nvSpPr>
        <p:spPr>
          <a:xfrm>
            <a:off x="-2202000" y="-72000"/>
            <a:ext cx="16596000" cy="72000"/>
          </a:xfrm>
          <a:prstGeom prst="mathEqua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sz="4000">
              <a:solidFill>
                <a:schemeClr val="tx1"/>
              </a:solidFill>
              <a:latin typeface="+mj-lt"/>
            </a:endParaRPr>
          </a:p>
        </p:txBody>
      </p:sp>
      <p:sp>
        <p:nvSpPr>
          <p:cNvPr id="15" name="Equals 14">
            <a:extLst>
              <a:ext uri="{FF2B5EF4-FFF2-40B4-BE49-F238E27FC236}">
                <a16:creationId xmlns:a16="http://schemas.microsoft.com/office/drawing/2014/main" id="{A52703F2-3CC4-4F0F-9613-91C009FDEDAA}"/>
              </a:ext>
            </a:extLst>
          </p:cNvPr>
          <p:cNvSpPr/>
          <p:nvPr/>
        </p:nvSpPr>
        <p:spPr>
          <a:xfrm>
            <a:off x="-2202000" y="6820413"/>
            <a:ext cx="16596000" cy="72000"/>
          </a:xfrm>
          <a:prstGeom prst="mathEqua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sz="4000">
              <a:solidFill>
                <a:schemeClr val="tx1"/>
              </a:solidFill>
              <a:latin typeface="+mj-lt"/>
            </a:endParaRPr>
          </a:p>
        </p:txBody>
      </p:sp>
      <p:sp>
        <p:nvSpPr>
          <p:cNvPr id="16" name="Equals 15">
            <a:extLst>
              <a:ext uri="{FF2B5EF4-FFF2-40B4-BE49-F238E27FC236}">
                <a16:creationId xmlns:a16="http://schemas.microsoft.com/office/drawing/2014/main" id="{00718EE9-340A-4284-8613-09851102B0D9}"/>
              </a:ext>
            </a:extLst>
          </p:cNvPr>
          <p:cNvSpPr/>
          <p:nvPr/>
        </p:nvSpPr>
        <p:spPr>
          <a:xfrm rot="5400000">
            <a:off x="-4748475" y="3374206"/>
            <a:ext cx="9432000" cy="72000"/>
          </a:xfrm>
          <a:prstGeom prst="mathEqua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sz="4000">
              <a:solidFill>
                <a:schemeClr val="tx1"/>
              </a:solidFill>
              <a:latin typeface="+mj-lt"/>
            </a:endParaRPr>
          </a:p>
        </p:txBody>
      </p:sp>
      <p:sp>
        <p:nvSpPr>
          <p:cNvPr id="17" name="Equals 16">
            <a:extLst>
              <a:ext uri="{FF2B5EF4-FFF2-40B4-BE49-F238E27FC236}">
                <a16:creationId xmlns:a16="http://schemas.microsoft.com/office/drawing/2014/main" id="{848CEA29-D27B-4D6C-8368-076E7EE51F5D}"/>
              </a:ext>
            </a:extLst>
          </p:cNvPr>
          <p:cNvSpPr/>
          <p:nvPr/>
        </p:nvSpPr>
        <p:spPr>
          <a:xfrm rot="5400000">
            <a:off x="7476000" y="3374206"/>
            <a:ext cx="9432000" cy="72000"/>
          </a:xfrm>
          <a:prstGeom prst="mathEqua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sz="4000">
              <a:solidFill>
                <a:schemeClr val="tx1"/>
              </a:solidFill>
              <a:latin typeface="+mj-lt"/>
            </a:endParaRPr>
          </a:p>
        </p:txBody>
      </p:sp>
    </p:spTree>
    <p:extLst>
      <p:ext uri="{BB962C8B-B14F-4D97-AF65-F5344CB8AC3E}">
        <p14:creationId xmlns:p14="http://schemas.microsoft.com/office/powerpoint/2010/main" val="189380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 name="Teardrop 53">
            <a:extLst>
              <a:ext uri="{FF2B5EF4-FFF2-40B4-BE49-F238E27FC236}">
                <a16:creationId xmlns:a16="http://schemas.microsoft.com/office/drawing/2014/main" id="{9FFA670F-3125-4F6E-9F22-469067B4ECD9}"/>
              </a:ext>
            </a:extLst>
          </p:cNvPr>
          <p:cNvSpPr/>
          <p:nvPr/>
        </p:nvSpPr>
        <p:spPr>
          <a:xfrm rot="10800000">
            <a:off x="0" y="530529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52" name="Teardrop 51">
            <a:extLst>
              <a:ext uri="{FF2B5EF4-FFF2-40B4-BE49-F238E27FC236}">
                <a16:creationId xmlns:a16="http://schemas.microsoft.com/office/drawing/2014/main" id="{CF3CDE02-99CD-4054-856A-44496BD2E4E4}"/>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 name="object 2"/>
          <p:cNvSpPr txBox="1">
            <a:spLocks noGrp="1"/>
          </p:cNvSpPr>
          <p:nvPr>
            <p:ph type="title"/>
          </p:nvPr>
        </p:nvSpPr>
        <p:spPr>
          <a:xfrm>
            <a:off x="368298" y="545646"/>
            <a:ext cx="3822701" cy="442428"/>
          </a:xfrm>
          <a:prstGeom prst="rect">
            <a:avLst/>
          </a:prstGeom>
        </p:spPr>
        <p:txBody>
          <a:bodyPr vert="horz" wrap="square" lIns="0" tIns="26034" rIns="0" bIns="0" rtlCol="0">
            <a:spAutoFit/>
          </a:bodyPr>
          <a:lstStyle/>
          <a:p>
            <a:pPr marL="12700" marR="5080">
              <a:lnSpc>
                <a:spcPts val="3229"/>
              </a:lnSpc>
              <a:spcBef>
                <a:spcPts val="204"/>
              </a:spcBef>
            </a:pPr>
            <a:r>
              <a:rPr lang="en-IN" sz="3200" dirty="0">
                <a:solidFill>
                  <a:schemeClr val="accent4">
                    <a:lumMod val="50000"/>
                  </a:schemeClr>
                </a:solidFill>
                <a:latin typeface="+mj-lt"/>
              </a:rPr>
              <a:t>Problem Statement </a:t>
            </a:r>
          </a:p>
        </p:txBody>
      </p:sp>
      <p:sp>
        <p:nvSpPr>
          <p:cNvPr id="3" name="object 3"/>
          <p:cNvSpPr/>
          <p:nvPr/>
        </p:nvSpPr>
        <p:spPr>
          <a:xfrm>
            <a:off x="368298" y="949974"/>
            <a:ext cx="3312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dirty="0">
              <a:solidFill>
                <a:schemeClr val="accent4">
                  <a:lumMod val="50000"/>
                </a:schemeClr>
              </a:solidFill>
              <a:latin typeface="+mj-lt"/>
            </a:endParaRPr>
          </a:p>
        </p:txBody>
      </p:sp>
      <p:sp>
        <p:nvSpPr>
          <p:cNvPr id="21" name="object 21"/>
          <p:cNvSpPr/>
          <p:nvPr/>
        </p:nvSpPr>
        <p:spPr>
          <a:xfrm>
            <a:off x="501923" y="1540502"/>
            <a:ext cx="304800" cy="304800"/>
          </a:xfrm>
          <a:custGeom>
            <a:avLst/>
            <a:gdLst/>
            <a:ahLst/>
            <a:cxnLst/>
            <a:rect l="l" t="t" r="r" b="b"/>
            <a:pathLst>
              <a:path w="304800" h="304800">
                <a:moveTo>
                  <a:pt x="22205" y="190499"/>
                </a:moveTo>
                <a:lnTo>
                  <a:pt x="6369" y="190499"/>
                </a:lnTo>
                <a:lnTo>
                  <a:pt x="0" y="184130"/>
                </a:lnTo>
                <a:lnTo>
                  <a:pt x="0" y="152399"/>
                </a:lnTo>
                <a:lnTo>
                  <a:pt x="7784" y="104195"/>
                </a:lnTo>
                <a:lnTo>
                  <a:pt x="29401" y="62390"/>
                </a:lnTo>
                <a:lnTo>
                  <a:pt x="62390" y="29401"/>
                </a:lnTo>
                <a:lnTo>
                  <a:pt x="104226" y="7768"/>
                </a:lnTo>
                <a:lnTo>
                  <a:pt x="152399" y="0"/>
                </a:lnTo>
                <a:lnTo>
                  <a:pt x="200573" y="7768"/>
                </a:lnTo>
                <a:lnTo>
                  <a:pt x="240810" y="28574"/>
                </a:lnTo>
                <a:lnTo>
                  <a:pt x="152399" y="28574"/>
                </a:lnTo>
                <a:lnTo>
                  <a:pt x="104195" y="38303"/>
                </a:lnTo>
                <a:lnTo>
                  <a:pt x="64836" y="64836"/>
                </a:lnTo>
                <a:lnTo>
                  <a:pt x="38303" y="104195"/>
                </a:lnTo>
                <a:lnTo>
                  <a:pt x="28574" y="152399"/>
                </a:lnTo>
                <a:lnTo>
                  <a:pt x="28574" y="184130"/>
                </a:lnTo>
                <a:lnTo>
                  <a:pt x="22205" y="190499"/>
                </a:lnTo>
                <a:close/>
              </a:path>
              <a:path w="304800" h="304800">
                <a:moveTo>
                  <a:pt x="298414" y="261937"/>
                </a:moveTo>
                <a:lnTo>
                  <a:pt x="252707" y="261937"/>
                </a:lnTo>
                <a:lnTo>
                  <a:pt x="261683" y="260126"/>
                </a:lnTo>
                <a:lnTo>
                  <a:pt x="269252" y="255024"/>
                </a:lnTo>
                <a:lnTo>
                  <a:pt x="274354" y="247455"/>
                </a:lnTo>
                <a:lnTo>
                  <a:pt x="276224" y="238184"/>
                </a:lnTo>
                <a:lnTo>
                  <a:pt x="276224" y="152399"/>
                </a:lnTo>
                <a:lnTo>
                  <a:pt x="266496" y="104195"/>
                </a:lnTo>
                <a:lnTo>
                  <a:pt x="239963" y="64836"/>
                </a:lnTo>
                <a:lnTo>
                  <a:pt x="200604" y="38303"/>
                </a:lnTo>
                <a:lnTo>
                  <a:pt x="152399" y="28574"/>
                </a:lnTo>
                <a:lnTo>
                  <a:pt x="240810" y="28574"/>
                </a:lnTo>
                <a:lnTo>
                  <a:pt x="242409" y="29401"/>
                </a:lnTo>
                <a:lnTo>
                  <a:pt x="275398" y="62390"/>
                </a:lnTo>
                <a:lnTo>
                  <a:pt x="297015" y="104195"/>
                </a:lnTo>
                <a:lnTo>
                  <a:pt x="304799" y="152399"/>
                </a:lnTo>
                <a:lnTo>
                  <a:pt x="304799" y="238184"/>
                </a:lnTo>
                <a:lnTo>
                  <a:pt x="300682" y="258575"/>
                </a:lnTo>
                <a:lnTo>
                  <a:pt x="298414" y="261937"/>
                </a:lnTo>
                <a:close/>
              </a:path>
              <a:path w="304800" h="304800">
                <a:moveTo>
                  <a:pt x="95249" y="228599"/>
                </a:moveTo>
                <a:lnTo>
                  <a:pt x="85724" y="228599"/>
                </a:lnTo>
                <a:lnTo>
                  <a:pt x="70906" y="225602"/>
                </a:lnTo>
                <a:lnTo>
                  <a:pt x="58794" y="217430"/>
                </a:lnTo>
                <a:lnTo>
                  <a:pt x="50622" y="205318"/>
                </a:lnTo>
                <a:lnTo>
                  <a:pt x="47624" y="190499"/>
                </a:lnTo>
                <a:lnTo>
                  <a:pt x="47624" y="161924"/>
                </a:lnTo>
                <a:lnTo>
                  <a:pt x="50622" y="147106"/>
                </a:lnTo>
                <a:lnTo>
                  <a:pt x="58794" y="134994"/>
                </a:lnTo>
                <a:lnTo>
                  <a:pt x="70906" y="126822"/>
                </a:lnTo>
                <a:lnTo>
                  <a:pt x="85724" y="123824"/>
                </a:lnTo>
                <a:lnTo>
                  <a:pt x="95249" y="123824"/>
                </a:lnTo>
                <a:lnTo>
                  <a:pt x="102671" y="125319"/>
                </a:lnTo>
                <a:lnTo>
                  <a:pt x="108726" y="129398"/>
                </a:lnTo>
                <a:lnTo>
                  <a:pt x="112805" y="135453"/>
                </a:lnTo>
                <a:lnTo>
                  <a:pt x="114299" y="142874"/>
                </a:lnTo>
                <a:lnTo>
                  <a:pt x="114299" y="209549"/>
                </a:lnTo>
                <a:lnTo>
                  <a:pt x="112805" y="216971"/>
                </a:lnTo>
                <a:lnTo>
                  <a:pt x="108726" y="223026"/>
                </a:lnTo>
                <a:lnTo>
                  <a:pt x="102671" y="227105"/>
                </a:lnTo>
                <a:lnTo>
                  <a:pt x="95249" y="228599"/>
                </a:lnTo>
                <a:close/>
              </a:path>
              <a:path w="304800" h="304800">
                <a:moveTo>
                  <a:pt x="219074" y="228599"/>
                </a:moveTo>
                <a:lnTo>
                  <a:pt x="209549" y="228599"/>
                </a:lnTo>
                <a:lnTo>
                  <a:pt x="202128" y="227105"/>
                </a:lnTo>
                <a:lnTo>
                  <a:pt x="196073" y="223026"/>
                </a:lnTo>
                <a:lnTo>
                  <a:pt x="191994" y="216971"/>
                </a:lnTo>
                <a:lnTo>
                  <a:pt x="190499" y="209549"/>
                </a:lnTo>
                <a:lnTo>
                  <a:pt x="190499" y="142874"/>
                </a:lnTo>
                <a:lnTo>
                  <a:pt x="191994" y="135453"/>
                </a:lnTo>
                <a:lnTo>
                  <a:pt x="196073" y="129398"/>
                </a:lnTo>
                <a:lnTo>
                  <a:pt x="202128" y="125319"/>
                </a:lnTo>
                <a:lnTo>
                  <a:pt x="209549" y="123824"/>
                </a:lnTo>
                <a:lnTo>
                  <a:pt x="219074" y="123824"/>
                </a:lnTo>
                <a:lnTo>
                  <a:pt x="233893" y="126822"/>
                </a:lnTo>
                <a:lnTo>
                  <a:pt x="246005" y="134994"/>
                </a:lnTo>
                <a:lnTo>
                  <a:pt x="254177" y="147106"/>
                </a:lnTo>
                <a:lnTo>
                  <a:pt x="257174" y="161924"/>
                </a:lnTo>
                <a:lnTo>
                  <a:pt x="257174" y="190499"/>
                </a:lnTo>
                <a:lnTo>
                  <a:pt x="254177" y="205318"/>
                </a:lnTo>
                <a:lnTo>
                  <a:pt x="246005" y="217430"/>
                </a:lnTo>
                <a:lnTo>
                  <a:pt x="233893" y="225602"/>
                </a:lnTo>
                <a:lnTo>
                  <a:pt x="219074" y="228599"/>
                </a:lnTo>
                <a:close/>
              </a:path>
              <a:path w="304800" h="304800">
                <a:moveTo>
                  <a:pt x="161924" y="304799"/>
                </a:moveTo>
                <a:lnTo>
                  <a:pt x="142874" y="304799"/>
                </a:lnTo>
                <a:lnTo>
                  <a:pt x="131754" y="302553"/>
                </a:lnTo>
                <a:lnTo>
                  <a:pt x="122609" y="296336"/>
                </a:lnTo>
                <a:lnTo>
                  <a:pt x="116546" y="287345"/>
                </a:lnTo>
                <a:lnTo>
                  <a:pt x="114299" y="276224"/>
                </a:lnTo>
                <a:lnTo>
                  <a:pt x="116546" y="265104"/>
                </a:lnTo>
                <a:lnTo>
                  <a:pt x="122671" y="256021"/>
                </a:lnTo>
                <a:lnTo>
                  <a:pt x="131754" y="249896"/>
                </a:lnTo>
                <a:lnTo>
                  <a:pt x="142874" y="247649"/>
                </a:lnTo>
                <a:lnTo>
                  <a:pt x="161924" y="247649"/>
                </a:lnTo>
                <a:lnTo>
                  <a:pt x="186689" y="261937"/>
                </a:lnTo>
                <a:lnTo>
                  <a:pt x="298414" y="261937"/>
                </a:lnTo>
                <a:lnTo>
                  <a:pt x="289448" y="275227"/>
                </a:lnTo>
                <a:lnTo>
                  <a:pt x="272778" y="286455"/>
                </a:lnTo>
                <a:lnTo>
                  <a:pt x="252648" y="290512"/>
                </a:lnTo>
                <a:lnTo>
                  <a:pt x="186689" y="290512"/>
                </a:lnTo>
                <a:lnTo>
                  <a:pt x="182226" y="296336"/>
                </a:lnTo>
                <a:lnTo>
                  <a:pt x="176428" y="300848"/>
                </a:lnTo>
                <a:lnTo>
                  <a:pt x="169570" y="303764"/>
                </a:lnTo>
                <a:lnTo>
                  <a:pt x="161924" y="3047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
        <p:nvSpPr>
          <p:cNvPr id="23" name="object 23"/>
          <p:cNvSpPr/>
          <p:nvPr/>
        </p:nvSpPr>
        <p:spPr>
          <a:xfrm>
            <a:off x="1730648" y="1540502"/>
            <a:ext cx="266700" cy="304800"/>
          </a:xfrm>
          <a:custGeom>
            <a:avLst/>
            <a:gdLst/>
            <a:ahLst/>
            <a:cxnLst/>
            <a:rect l="l" t="t" r="r" b="b"/>
            <a:pathLst>
              <a:path w="266700" h="304800">
                <a:moveTo>
                  <a:pt x="133349" y="123824"/>
                </a:moveTo>
                <a:lnTo>
                  <a:pt x="81447" y="120083"/>
                </a:lnTo>
                <a:lnTo>
                  <a:pt x="39059" y="109879"/>
                </a:lnTo>
                <a:lnTo>
                  <a:pt x="10480" y="94742"/>
                </a:lnTo>
                <a:lnTo>
                  <a:pt x="0" y="76199"/>
                </a:lnTo>
                <a:lnTo>
                  <a:pt x="0" y="47624"/>
                </a:lnTo>
                <a:lnTo>
                  <a:pt x="10480" y="29082"/>
                </a:lnTo>
                <a:lnTo>
                  <a:pt x="39059" y="13945"/>
                </a:lnTo>
                <a:lnTo>
                  <a:pt x="81447" y="3741"/>
                </a:lnTo>
                <a:lnTo>
                  <a:pt x="133349" y="0"/>
                </a:lnTo>
                <a:lnTo>
                  <a:pt x="185252" y="3741"/>
                </a:lnTo>
                <a:lnTo>
                  <a:pt x="227640" y="13945"/>
                </a:lnTo>
                <a:lnTo>
                  <a:pt x="256219" y="29082"/>
                </a:lnTo>
                <a:lnTo>
                  <a:pt x="266699" y="47624"/>
                </a:lnTo>
                <a:lnTo>
                  <a:pt x="266699" y="76199"/>
                </a:lnTo>
                <a:lnTo>
                  <a:pt x="256219" y="94742"/>
                </a:lnTo>
                <a:lnTo>
                  <a:pt x="227640" y="109879"/>
                </a:lnTo>
                <a:lnTo>
                  <a:pt x="185252" y="120083"/>
                </a:lnTo>
                <a:lnTo>
                  <a:pt x="133349" y="123824"/>
                </a:lnTo>
                <a:close/>
              </a:path>
              <a:path w="266700" h="304800">
                <a:moveTo>
                  <a:pt x="133349" y="219074"/>
                </a:moveTo>
                <a:lnTo>
                  <a:pt x="81447" y="215333"/>
                </a:lnTo>
                <a:lnTo>
                  <a:pt x="39059" y="205129"/>
                </a:lnTo>
                <a:lnTo>
                  <a:pt x="10480" y="189992"/>
                </a:lnTo>
                <a:lnTo>
                  <a:pt x="0" y="171449"/>
                </a:lnTo>
                <a:lnTo>
                  <a:pt x="0" y="110787"/>
                </a:lnTo>
                <a:lnTo>
                  <a:pt x="7062" y="115766"/>
                </a:lnTo>
                <a:lnTo>
                  <a:pt x="14955" y="120260"/>
                </a:lnTo>
                <a:lnTo>
                  <a:pt x="54238" y="134185"/>
                </a:lnTo>
                <a:lnTo>
                  <a:pt x="105171" y="141861"/>
                </a:lnTo>
                <a:lnTo>
                  <a:pt x="133349" y="142874"/>
                </a:lnTo>
                <a:lnTo>
                  <a:pt x="266699" y="142874"/>
                </a:lnTo>
                <a:lnTo>
                  <a:pt x="266699" y="171449"/>
                </a:lnTo>
                <a:lnTo>
                  <a:pt x="256219" y="189992"/>
                </a:lnTo>
                <a:lnTo>
                  <a:pt x="227640" y="205129"/>
                </a:lnTo>
                <a:lnTo>
                  <a:pt x="185252" y="215333"/>
                </a:lnTo>
                <a:lnTo>
                  <a:pt x="133349" y="219074"/>
                </a:lnTo>
                <a:close/>
              </a:path>
              <a:path w="266700" h="304800">
                <a:moveTo>
                  <a:pt x="266699" y="142874"/>
                </a:moveTo>
                <a:lnTo>
                  <a:pt x="133349" y="142874"/>
                </a:lnTo>
                <a:lnTo>
                  <a:pt x="161528" y="141861"/>
                </a:lnTo>
                <a:lnTo>
                  <a:pt x="188088" y="138916"/>
                </a:lnTo>
                <a:lnTo>
                  <a:pt x="234076" y="127813"/>
                </a:lnTo>
                <a:lnTo>
                  <a:pt x="266699" y="110787"/>
                </a:lnTo>
                <a:lnTo>
                  <a:pt x="266699" y="142874"/>
                </a:lnTo>
                <a:close/>
              </a:path>
              <a:path w="266700" h="304800">
                <a:moveTo>
                  <a:pt x="133349" y="304799"/>
                </a:moveTo>
                <a:lnTo>
                  <a:pt x="81447" y="301058"/>
                </a:lnTo>
                <a:lnTo>
                  <a:pt x="39059" y="290854"/>
                </a:lnTo>
                <a:lnTo>
                  <a:pt x="10480" y="275717"/>
                </a:lnTo>
                <a:lnTo>
                  <a:pt x="0" y="257174"/>
                </a:lnTo>
                <a:lnTo>
                  <a:pt x="0" y="206037"/>
                </a:lnTo>
                <a:lnTo>
                  <a:pt x="7062" y="211016"/>
                </a:lnTo>
                <a:lnTo>
                  <a:pt x="14955" y="215510"/>
                </a:lnTo>
                <a:lnTo>
                  <a:pt x="54238" y="229435"/>
                </a:lnTo>
                <a:lnTo>
                  <a:pt x="105171" y="237111"/>
                </a:lnTo>
                <a:lnTo>
                  <a:pt x="133349" y="238124"/>
                </a:lnTo>
                <a:lnTo>
                  <a:pt x="266699" y="238124"/>
                </a:lnTo>
                <a:lnTo>
                  <a:pt x="266699" y="257174"/>
                </a:lnTo>
                <a:lnTo>
                  <a:pt x="256219" y="275717"/>
                </a:lnTo>
                <a:lnTo>
                  <a:pt x="227640" y="290854"/>
                </a:lnTo>
                <a:lnTo>
                  <a:pt x="185252" y="301058"/>
                </a:lnTo>
                <a:lnTo>
                  <a:pt x="133349" y="304799"/>
                </a:lnTo>
                <a:close/>
              </a:path>
              <a:path w="266700" h="304800">
                <a:moveTo>
                  <a:pt x="266699" y="238124"/>
                </a:moveTo>
                <a:lnTo>
                  <a:pt x="133349" y="238124"/>
                </a:lnTo>
                <a:lnTo>
                  <a:pt x="161528" y="237111"/>
                </a:lnTo>
                <a:lnTo>
                  <a:pt x="188088" y="234166"/>
                </a:lnTo>
                <a:lnTo>
                  <a:pt x="234076" y="223063"/>
                </a:lnTo>
                <a:lnTo>
                  <a:pt x="266699" y="206037"/>
                </a:lnTo>
                <a:lnTo>
                  <a:pt x="266699" y="238124"/>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
        <p:nvSpPr>
          <p:cNvPr id="26" name="object 26"/>
          <p:cNvSpPr/>
          <p:nvPr/>
        </p:nvSpPr>
        <p:spPr>
          <a:xfrm>
            <a:off x="2930797" y="1559552"/>
            <a:ext cx="304800" cy="266700"/>
          </a:xfrm>
          <a:custGeom>
            <a:avLst/>
            <a:gdLst/>
            <a:ahLst/>
            <a:cxnLst/>
            <a:rect l="l" t="t" r="r" b="b"/>
            <a:pathLst>
              <a:path w="304800" h="266700">
                <a:moveTo>
                  <a:pt x="285749" y="266699"/>
                </a:moveTo>
                <a:lnTo>
                  <a:pt x="47624" y="266699"/>
                </a:lnTo>
                <a:lnTo>
                  <a:pt x="29082" y="262958"/>
                </a:lnTo>
                <a:lnTo>
                  <a:pt x="13945" y="252754"/>
                </a:lnTo>
                <a:lnTo>
                  <a:pt x="3741" y="237617"/>
                </a:lnTo>
                <a:lnTo>
                  <a:pt x="0" y="219074"/>
                </a:lnTo>
                <a:lnTo>
                  <a:pt x="0" y="19049"/>
                </a:lnTo>
                <a:lnTo>
                  <a:pt x="1494" y="11628"/>
                </a:lnTo>
                <a:lnTo>
                  <a:pt x="5573" y="5573"/>
                </a:lnTo>
                <a:lnTo>
                  <a:pt x="11628" y="1494"/>
                </a:lnTo>
                <a:lnTo>
                  <a:pt x="19049" y="0"/>
                </a:lnTo>
                <a:lnTo>
                  <a:pt x="26471" y="1494"/>
                </a:lnTo>
                <a:lnTo>
                  <a:pt x="32526" y="5573"/>
                </a:lnTo>
                <a:lnTo>
                  <a:pt x="36605" y="11628"/>
                </a:lnTo>
                <a:lnTo>
                  <a:pt x="38099" y="19049"/>
                </a:lnTo>
                <a:lnTo>
                  <a:pt x="38099" y="224313"/>
                </a:lnTo>
                <a:lnTo>
                  <a:pt x="42386" y="228599"/>
                </a:lnTo>
                <a:lnTo>
                  <a:pt x="285749" y="228599"/>
                </a:lnTo>
                <a:lnTo>
                  <a:pt x="293171" y="230094"/>
                </a:lnTo>
                <a:lnTo>
                  <a:pt x="299226" y="234173"/>
                </a:lnTo>
                <a:lnTo>
                  <a:pt x="303305" y="240228"/>
                </a:lnTo>
                <a:lnTo>
                  <a:pt x="304799" y="247649"/>
                </a:lnTo>
                <a:lnTo>
                  <a:pt x="303305" y="255071"/>
                </a:lnTo>
                <a:lnTo>
                  <a:pt x="299226" y="261126"/>
                </a:lnTo>
                <a:lnTo>
                  <a:pt x="293171" y="265205"/>
                </a:lnTo>
                <a:lnTo>
                  <a:pt x="285749" y="266699"/>
                </a:lnTo>
                <a:close/>
              </a:path>
              <a:path w="304800" h="266700">
                <a:moveTo>
                  <a:pt x="209549" y="76199"/>
                </a:moveTo>
                <a:lnTo>
                  <a:pt x="95249" y="76199"/>
                </a:lnTo>
                <a:lnTo>
                  <a:pt x="87828" y="74705"/>
                </a:lnTo>
                <a:lnTo>
                  <a:pt x="81773" y="70626"/>
                </a:lnTo>
                <a:lnTo>
                  <a:pt x="77694" y="64571"/>
                </a:lnTo>
                <a:lnTo>
                  <a:pt x="76199" y="57149"/>
                </a:lnTo>
                <a:lnTo>
                  <a:pt x="77694" y="49728"/>
                </a:lnTo>
                <a:lnTo>
                  <a:pt x="81773" y="43673"/>
                </a:lnTo>
                <a:lnTo>
                  <a:pt x="87828" y="39594"/>
                </a:lnTo>
                <a:lnTo>
                  <a:pt x="95249" y="38099"/>
                </a:lnTo>
                <a:lnTo>
                  <a:pt x="209549" y="38099"/>
                </a:lnTo>
                <a:lnTo>
                  <a:pt x="216971" y="39594"/>
                </a:lnTo>
                <a:lnTo>
                  <a:pt x="223026" y="43673"/>
                </a:lnTo>
                <a:lnTo>
                  <a:pt x="227105" y="49728"/>
                </a:lnTo>
                <a:lnTo>
                  <a:pt x="228599" y="57149"/>
                </a:lnTo>
                <a:lnTo>
                  <a:pt x="227105" y="64571"/>
                </a:lnTo>
                <a:lnTo>
                  <a:pt x="223026" y="70626"/>
                </a:lnTo>
                <a:lnTo>
                  <a:pt x="216971" y="74705"/>
                </a:lnTo>
                <a:lnTo>
                  <a:pt x="209549" y="76199"/>
                </a:lnTo>
                <a:close/>
              </a:path>
              <a:path w="304800" h="266700">
                <a:moveTo>
                  <a:pt x="171449" y="133349"/>
                </a:moveTo>
                <a:lnTo>
                  <a:pt x="95249" y="133349"/>
                </a:lnTo>
                <a:lnTo>
                  <a:pt x="87828" y="131855"/>
                </a:lnTo>
                <a:lnTo>
                  <a:pt x="81773" y="127776"/>
                </a:lnTo>
                <a:lnTo>
                  <a:pt x="77694" y="121721"/>
                </a:lnTo>
                <a:lnTo>
                  <a:pt x="76199" y="114299"/>
                </a:lnTo>
                <a:lnTo>
                  <a:pt x="77694" y="106878"/>
                </a:lnTo>
                <a:lnTo>
                  <a:pt x="81773" y="100823"/>
                </a:lnTo>
                <a:lnTo>
                  <a:pt x="87828" y="96744"/>
                </a:lnTo>
                <a:lnTo>
                  <a:pt x="95249" y="95249"/>
                </a:lnTo>
                <a:lnTo>
                  <a:pt x="171449" y="95249"/>
                </a:lnTo>
                <a:lnTo>
                  <a:pt x="178871" y="96744"/>
                </a:lnTo>
                <a:lnTo>
                  <a:pt x="184926" y="100823"/>
                </a:lnTo>
                <a:lnTo>
                  <a:pt x="189005" y="106878"/>
                </a:lnTo>
                <a:lnTo>
                  <a:pt x="190499" y="114299"/>
                </a:lnTo>
                <a:lnTo>
                  <a:pt x="189005" y="121721"/>
                </a:lnTo>
                <a:lnTo>
                  <a:pt x="184926" y="127776"/>
                </a:lnTo>
                <a:lnTo>
                  <a:pt x="178871" y="131855"/>
                </a:lnTo>
                <a:lnTo>
                  <a:pt x="171449" y="133349"/>
                </a:lnTo>
                <a:close/>
              </a:path>
              <a:path w="304800" h="266700">
                <a:moveTo>
                  <a:pt x="247649" y="190499"/>
                </a:moveTo>
                <a:lnTo>
                  <a:pt x="95249" y="190499"/>
                </a:lnTo>
                <a:lnTo>
                  <a:pt x="87828" y="189005"/>
                </a:lnTo>
                <a:lnTo>
                  <a:pt x="81773" y="184926"/>
                </a:lnTo>
                <a:lnTo>
                  <a:pt x="77694" y="178871"/>
                </a:lnTo>
                <a:lnTo>
                  <a:pt x="76199" y="171449"/>
                </a:lnTo>
                <a:lnTo>
                  <a:pt x="77694" y="164028"/>
                </a:lnTo>
                <a:lnTo>
                  <a:pt x="81773" y="157973"/>
                </a:lnTo>
                <a:lnTo>
                  <a:pt x="87828" y="153894"/>
                </a:lnTo>
                <a:lnTo>
                  <a:pt x="95249" y="152399"/>
                </a:lnTo>
                <a:lnTo>
                  <a:pt x="247649" y="152399"/>
                </a:lnTo>
                <a:lnTo>
                  <a:pt x="255071" y="153894"/>
                </a:lnTo>
                <a:lnTo>
                  <a:pt x="261126" y="157973"/>
                </a:lnTo>
                <a:lnTo>
                  <a:pt x="265205" y="164028"/>
                </a:lnTo>
                <a:lnTo>
                  <a:pt x="266699" y="171449"/>
                </a:lnTo>
                <a:lnTo>
                  <a:pt x="265205" y="178871"/>
                </a:lnTo>
                <a:lnTo>
                  <a:pt x="261126" y="184926"/>
                </a:lnTo>
                <a:lnTo>
                  <a:pt x="255071" y="189005"/>
                </a:lnTo>
                <a:lnTo>
                  <a:pt x="247649" y="1904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
        <p:nvSpPr>
          <p:cNvPr id="49" name="Arrow: Right 48">
            <a:extLst>
              <a:ext uri="{FF2B5EF4-FFF2-40B4-BE49-F238E27FC236}">
                <a16:creationId xmlns:a16="http://schemas.microsoft.com/office/drawing/2014/main" id="{54CAA5ED-8DB7-4E2B-875E-38D8776343AE}"/>
              </a:ext>
            </a:extLst>
          </p:cNvPr>
          <p:cNvSpPr/>
          <p:nvPr/>
        </p:nvSpPr>
        <p:spPr>
          <a:xfrm>
            <a:off x="1088685" y="1660502"/>
            <a:ext cx="360000" cy="64800"/>
          </a:xfrm>
          <a:prstGeom prst="rightArrow">
            <a:avLst/>
          </a:prstGeom>
          <a:solidFill>
            <a:schemeClr val="accent4">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latin typeface="+mj-lt"/>
            </a:endParaRPr>
          </a:p>
        </p:txBody>
      </p:sp>
      <p:sp>
        <p:nvSpPr>
          <p:cNvPr id="78" name="Arrow: Right 77">
            <a:extLst>
              <a:ext uri="{FF2B5EF4-FFF2-40B4-BE49-F238E27FC236}">
                <a16:creationId xmlns:a16="http://schemas.microsoft.com/office/drawing/2014/main" id="{E369A5B6-D98F-4FA2-B64D-4183D1A2ADF3}"/>
              </a:ext>
            </a:extLst>
          </p:cNvPr>
          <p:cNvSpPr/>
          <p:nvPr/>
        </p:nvSpPr>
        <p:spPr>
          <a:xfrm>
            <a:off x="2286000" y="1628102"/>
            <a:ext cx="360000" cy="64800"/>
          </a:xfrm>
          <a:prstGeom prst="rightArrow">
            <a:avLst/>
          </a:prstGeom>
          <a:solidFill>
            <a:schemeClr val="accent4">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latin typeface="+mj-lt"/>
            </a:endParaRPr>
          </a:p>
        </p:txBody>
      </p:sp>
      <p:sp>
        <p:nvSpPr>
          <p:cNvPr id="4" name="TextBox 3">
            <a:extLst>
              <a:ext uri="{FF2B5EF4-FFF2-40B4-BE49-F238E27FC236}">
                <a16:creationId xmlns:a16="http://schemas.microsoft.com/office/drawing/2014/main" id="{4D22903A-73F6-4DA5-AED2-83B4CCD3A63B}"/>
              </a:ext>
            </a:extLst>
          </p:cNvPr>
          <p:cNvSpPr txBox="1"/>
          <p:nvPr/>
        </p:nvSpPr>
        <p:spPr>
          <a:xfrm>
            <a:off x="6324600" y="2466280"/>
            <a:ext cx="5453714" cy="3139321"/>
          </a:xfrm>
          <a:prstGeom prst="rect">
            <a:avLst/>
          </a:prstGeom>
          <a:solidFill>
            <a:schemeClr val="accent4">
              <a:lumMod val="20000"/>
              <a:lumOff val="80000"/>
            </a:schemeClr>
          </a:solidFill>
          <a:ln w="19050">
            <a:solidFill>
              <a:schemeClr val="accent4"/>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accent4">
                    <a:lumMod val="50000"/>
                  </a:schemeClr>
                </a:solidFill>
                <a:effectLst/>
                <a:latin typeface="+mj-lt"/>
              </a:rPr>
              <a:t>You  are  tasked  with  analyzing  the  IT  support  ticket  management  system  to  understand  the  performance  of  IT  agents,  the  efficiency  of  ticket  resolution,  and  the  satisfaction  levels  of  employees.  The  objective  is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 </a:t>
            </a:r>
          </a:p>
        </p:txBody>
      </p:sp>
      <p:pic>
        <p:nvPicPr>
          <p:cNvPr id="9" name="Picture 8">
            <a:extLst>
              <a:ext uri="{FF2B5EF4-FFF2-40B4-BE49-F238E27FC236}">
                <a16:creationId xmlns:a16="http://schemas.microsoft.com/office/drawing/2014/main" id="{ED2B619E-48D2-4C8C-9A61-87F13B9975CA}"/>
              </a:ext>
            </a:extLst>
          </p:cNvPr>
          <p:cNvPicPr>
            <a:picLocks noChangeAspect="1"/>
          </p:cNvPicPr>
          <p:nvPr/>
        </p:nvPicPr>
        <p:blipFill>
          <a:blip r:embed="rId2">
            <a:duotone>
              <a:schemeClr val="accent4">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621666" y="2466280"/>
            <a:ext cx="5453714" cy="3139200"/>
          </a:xfrm>
          <a:prstGeom prst="rect">
            <a:avLst/>
          </a:prstGeom>
          <a:ln w="19050">
            <a:solidFill>
              <a:schemeClr val="accent4"/>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 name="object 38"/>
          <p:cNvSpPr/>
          <p:nvPr/>
        </p:nvSpPr>
        <p:spPr>
          <a:xfrm>
            <a:off x="9077323" y="5015230"/>
            <a:ext cx="2800350" cy="1577404"/>
          </a:xfrm>
          <a:custGeom>
            <a:avLst/>
            <a:gdLst/>
            <a:ahLst/>
            <a:cxnLst/>
            <a:rect l="l" t="t" r="r" b="b"/>
            <a:pathLst>
              <a:path w="2800350" h="1152525">
                <a:moveTo>
                  <a:pt x="2800349" y="1152524"/>
                </a:moveTo>
                <a:lnTo>
                  <a:pt x="0" y="1152524"/>
                </a:lnTo>
                <a:lnTo>
                  <a:pt x="0" y="0"/>
                </a:lnTo>
                <a:lnTo>
                  <a:pt x="2800349" y="0"/>
                </a:lnTo>
                <a:lnTo>
                  <a:pt x="2800349" y="1152524"/>
                </a:lnTo>
                <a:close/>
              </a:path>
            </a:pathLst>
          </a:custGeom>
          <a:solidFill>
            <a:schemeClr val="accent4">
              <a:lumMod val="20000"/>
              <a:lumOff val="80000"/>
            </a:schemeClr>
          </a:solidFill>
          <a:ln>
            <a:solidFill>
              <a:schemeClr val="accent4">
                <a:lumMod val="50000"/>
              </a:schemeClr>
            </a:solidFill>
          </a:ln>
        </p:spPr>
        <p:txBody>
          <a:bodyPr wrap="square" lIns="0" tIns="0" rIns="0" bIns="0" rtlCol="0"/>
          <a:lstStyle/>
          <a:p>
            <a:endParaRPr sz="1600">
              <a:solidFill>
                <a:schemeClr val="accent4">
                  <a:lumMod val="50000"/>
                </a:schemeClr>
              </a:solidFill>
              <a:latin typeface="+mj-lt"/>
              <a:ea typeface="Lato" panose="020F0502020204030203" pitchFamily="34" charset="0"/>
              <a:cs typeface="Arial" panose="020B0604020202020204" pitchFamily="34" charset="0"/>
            </a:endParaRPr>
          </a:p>
        </p:txBody>
      </p:sp>
      <p:sp>
        <p:nvSpPr>
          <p:cNvPr id="40" name="object 40"/>
          <p:cNvSpPr txBox="1"/>
          <p:nvPr/>
        </p:nvSpPr>
        <p:spPr>
          <a:xfrm>
            <a:off x="9059916" y="4943603"/>
            <a:ext cx="4469610" cy="1574277"/>
          </a:xfrm>
          <a:prstGeom prst="rect">
            <a:avLst/>
          </a:prstGeom>
          <a:ln w="9524">
            <a:noFill/>
          </a:ln>
        </p:spPr>
        <p:txBody>
          <a:bodyPr vert="horz" wrap="square" lIns="0" tIns="128270" rIns="0" bIns="0" rtlCol="0">
            <a:spAutoFit/>
          </a:bodyPr>
          <a:lstStyle/>
          <a:p>
            <a:pPr marL="118745">
              <a:lnSpc>
                <a:spcPct val="100000"/>
              </a:lnSpc>
              <a:spcBef>
                <a:spcPts val="1010"/>
              </a:spcBef>
            </a:pPr>
            <a:r>
              <a:rPr lang="en-IN" b="1" dirty="0">
                <a:solidFill>
                  <a:schemeClr val="accent4">
                    <a:lumMod val="50000"/>
                  </a:schemeClr>
                </a:solidFill>
                <a:latin typeface="+mj-lt"/>
                <a:ea typeface="Lato" panose="020F0502020204030203" pitchFamily="34" charset="0"/>
                <a:cs typeface="Arial" panose="020B0604020202020204" pitchFamily="34" charset="0"/>
              </a:rPr>
              <a:t>Data Quality</a:t>
            </a:r>
            <a:endParaRPr lang="en-IN" dirty="0">
              <a:solidFill>
                <a:schemeClr val="accent4">
                  <a:lumMod val="50000"/>
                </a:schemeClr>
              </a:solidFill>
              <a:latin typeface="+mj-lt"/>
              <a:ea typeface="Lato" panose="020F0502020204030203" pitchFamily="34" charset="0"/>
              <a:cs typeface="Arial" panose="020B0604020202020204" pitchFamily="34" charset="0"/>
            </a:endParaRPr>
          </a:p>
          <a:p>
            <a:pPr marL="633095" marR="1029335" indent="-285750">
              <a:lnSpc>
                <a:spcPct val="119000"/>
              </a:lnSpc>
              <a:spcBef>
                <a:spcPts val="765"/>
              </a:spcBef>
              <a:buFont typeface="Arial" panose="020B0604020202020204" pitchFamily="34" charset="0"/>
              <a:buChar char="•"/>
            </a:pPr>
            <a:r>
              <a:rPr sz="1600" spc="-20" dirty="0">
                <a:solidFill>
                  <a:schemeClr val="accent4">
                    <a:lumMod val="50000"/>
                  </a:schemeClr>
                </a:solidFill>
                <a:latin typeface="+mj-lt"/>
                <a:ea typeface="Lato" panose="020F0502020204030203" pitchFamily="34" charset="0"/>
                <a:cs typeface="Arial" panose="020B0604020202020204" pitchFamily="34" charset="0"/>
              </a:rPr>
              <a:t>No</a:t>
            </a:r>
            <a:r>
              <a:rPr sz="1600" spc="-6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missing</a:t>
            </a:r>
            <a:r>
              <a:rPr sz="1600" spc="-5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values </a:t>
            </a:r>
            <a:endParaRPr lang="en-IN" sz="1600" spc="-10" dirty="0">
              <a:solidFill>
                <a:schemeClr val="accent4">
                  <a:lumMod val="50000"/>
                </a:schemeClr>
              </a:solidFill>
              <a:latin typeface="+mj-lt"/>
              <a:ea typeface="Lato" panose="020F0502020204030203" pitchFamily="34" charset="0"/>
              <a:cs typeface="Arial" panose="020B0604020202020204" pitchFamily="34" charset="0"/>
            </a:endParaRPr>
          </a:p>
          <a:p>
            <a:pPr marL="633095" marR="1029335" indent="-285750">
              <a:lnSpc>
                <a:spcPct val="119000"/>
              </a:lnSpc>
              <a:spcBef>
                <a:spcPts val="765"/>
              </a:spcBef>
              <a:buFont typeface="Arial" panose="020B0604020202020204" pitchFamily="34" charset="0"/>
              <a:buChar char="•"/>
            </a:pPr>
            <a:r>
              <a:rPr sz="1600" dirty="0">
                <a:solidFill>
                  <a:schemeClr val="accent4">
                    <a:lumMod val="50000"/>
                  </a:schemeClr>
                </a:solidFill>
                <a:latin typeface="+mj-lt"/>
                <a:ea typeface="Lato" panose="020F0502020204030203" pitchFamily="34" charset="0"/>
                <a:cs typeface="Arial" panose="020B0604020202020204" pitchFamily="34" charset="0"/>
              </a:rPr>
              <a:t>Standardized</a:t>
            </a:r>
            <a:r>
              <a:rPr sz="1600" spc="-3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categories </a:t>
            </a:r>
            <a:endParaRPr lang="en-IN" sz="1600" spc="-10" dirty="0">
              <a:solidFill>
                <a:schemeClr val="accent4">
                  <a:lumMod val="50000"/>
                </a:schemeClr>
              </a:solidFill>
              <a:latin typeface="+mj-lt"/>
              <a:ea typeface="Lato" panose="020F0502020204030203" pitchFamily="34" charset="0"/>
              <a:cs typeface="Arial" panose="020B0604020202020204" pitchFamily="34" charset="0"/>
            </a:endParaRPr>
          </a:p>
          <a:p>
            <a:pPr marL="633095" marR="1029335" indent="-285750">
              <a:lnSpc>
                <a:spcPct val="119000"/>
              </a:lnSpc>
              <a:spcBef>
                <a:spcPts val="765"/>
              </a:spcBef>
              <a:buFont typeface="Arial" panose="020B0604020202020204" pitchFamily="34" charset="0"/>
              <a:buChar char="•"/>
            </a:pPr>
            <a:r>
              <a:rPr sz="1600" dirty="0">
                <a:solidFill>
                  <a:schemeClr val="accent4">
                    <a:lumMod val="50000"/>
                  </a:schemeClr>
                </a:solidFill>
                <a:latin typeface="+mj-lt"/>
                <a:ea typeface="Lato" panose="020F0502020204030203" pitchFamily="34" charset="0"/>
                <a:cs typeface="Arial" panose="020B0604020202020204" pitchFamily="34" charset="0"/>
              </a:rPr>
              <a:t>Consistent</a:t>
            </a:r>
            <a:r>
              <a:rPr sz="1600" spc="-3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naming</a:t>
            </a:r>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grpSp>
        <p:nvGrpSpPr>
          <p:cNvPr id="64" name="object 38">
            <a:extLst>
              <a:ext uri="{FF2B5EF4-FFF2-40B4-BE49-F238E27FC236}">
                <a16:creationId xmlns:a16="http://schemas.microsoft.com/office/drawing/2014/main" id="{A9187B88-36A4-45F4-A2E9-21E393379DA0}"/>
              </a:ext>
            </a:extLst>
          </p:cNvPr>
          <p:cNvGrpSpPr/>
          <p:nvPr/>
        </p:nvGrpSpPr>
        <p:grpSpPr>
          <a:xfrm>
            <a:off x="6162672" y="2652320"/>
            <a:ext cx="5710237" cy="1255767"/>
            <a:chOff x="6095999" y="4314824"/>
            <a:chExt cx="2800350" cy="914400"/>
          </a:xfrm>
        </p:grpSpPr>
        <p:sp>
          <p:nvSpPr>
            <p:cNvPr id="65" name="object 39">
              <a:extLst>
                <a:ext uri="{FF2B5EF4-FFF2-40B4-BE49-F238E27FC236}">
                  <a16:creationId xmlns:a16="http://schemas.microsoft.com/office/drawing/2014/main" id="{CDB6849D-3A7B-49D2-AD06-6BBE07318226}"/>
                </a:ext>
              </a:extLst>
            </p:cNvPr>
            <p:cNvSpPr/>
            <p:nvPr/>
          </p:nvSpPr>
          <p:spPr>
            <a:xfrm>
              <a:off x="6095999" y="4314824"/>
              <a:ext cx="2800350" cy="914400"/>
            </a:xfrm>
            <a:custGeom>
              <a:avLst/>
              <a:gdLst/>
              <a:ahLst/>
              <a:cxnLst/>
              <a:rect l="l" t="t" r="r" b="b"/>
              <a:pathLst>
                <a:path w="2800350" h="914400">
                  <a:moveTo>
                    <a:pt x="2800349" y="914399"/>
                  </a:moveTo>
                  <a:lnTo>
                    <a:pt x="0" y="914399"/>
                  </a:lnTo>
                  <a:lnTo>
                    <a:pt x="0" y="0"/>
                  </a:lnTo>
                  <a:lnTo>
                    <a:pt x="2800349" y="0"/>
                  </a:lnTo>
                  <a:lnTo>
                    <a:pt x="2800349" y="914399"/>
                  </a:lnTo>
                  <a:close/>
                </a:path>
              </a:pathLst>
            </a:custGeom>
            <a:solidFill>
              <a:schemeClr val="accent4">
                <a:lumMod val="20000"/>
                <a:lumOff val="80000"/>
                <a:alpha val="79998"/>
              </a:schemeClr>
            </a:solidFill>
          </p:spPr>
          <p:txBody>
            <a:bodyPr wrap="square" lIns="0" tIns="0" rIns="0" bIns="0" rtlCol="0"/>
            <a:lstStyle/>
            <a:p>
              <a:endParaRPr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66" name="object 40">
              <a:extLst>
                <a:ext uri="{FF2B5EF4-FFF2-40B4-BE49-F238E27FC236}">
                  <a16:creationId xmlns:a16="http://schemas.microsoft.com/office/drawing/2014/main" id="{16CAD233-EEF0-4089-8060-08E519AB140A}"/>
                </a:ext>
              </a:extLst>
            </p:cNvPr>
            <p:cNvSpPr/>
            <p:nvPr/>
          </p:nvSpPr>
          <p:spPr>
            <a:xfrm>
              <a:off x="6095999" y="4314824"/>
              <a:ext cx="18632" cy="914400"/>
            </a:xfrm>
            <a:custGeom>
              <a:avLst/>
              <a:gdLst/>
              <a:ahLst/>
              <a:cxnLst/>
              <a:rect l="l" t="t" r="r" b="b"/>
              <a:pathLst>
                <a:path w="28575" h="914400">
                  <a:moveTo>
                    <a:pt x="28574" y="914399"/>
                  </a:moveTo>
                  <a:lnTo>
                    <a:pt x="0" y="914399"/>
                  </a:lnTo>
                  <a:lnTo>
                    <a:pt x="0" y="0"/>
                  </a:lnTo>
                  <a:lnTo>
                    <a:pt x="28574" y="0"/>
                  </a:lnTo>
                  <a:lnTo>
                    <a:pt x="28574" y="914399"/>
                  </a:lnTo>
                  <a:close/>
                </a:path>
              </a:pathLst>
            </a:custGeom>
            <a:solidFill>
              <a:schemeClr val="accent4">
                <a:lumMod val="50000"/>
              </a:schemeClr>
            </a:solidFill>
          </p:spPr>
          <p:txBody>
            <a:bodyPr wrap="square" lIns="0" tIns="0" rIns="0" bIns="0" rtlCol="0"/>
            <a:lstStyle/>
            <a:p>
              <a:endParaRPr dirty="0">
                <a:solidFill>
                  <a:schemeClr val="accent4">
                    <a:lumMod val="50000"/>
                  </a:schemeClr>
                </a:solidFill>
                <a:latin typeface="+mj-lt"/>
                <a:ea typeface="Lato" panose="020F0502020204030203" pitchFamily="34" charset="0"/>
                <a:cs typeface="Arial" panose="020B0604020202020204" pitchFamily="34" charset="0"/>
              </a:endParaRPr>
            </a:p>
          </p:txBody>
        </p:sp>
      </p:grpSp>
      <p:sp>
        <p:nvSpPr>
          <p:cNvPr id="59" name="Teardrop 58">
            <a:extLst>
              <a:ext uri="{FF2B5EF4-FFF2-40B4-BE49-F238E27FC236}">
                <a16:creationId xmlns:a16="http://schemas.microsoft.com/office/drawing/2014/main" id="{11549D63-9FB0-4A69-9BB5-147BE6216C0C}"/>
              </a:ext>
            </a:extLst>
          </p:cNvPr>
          <p:cNvSpPr/>
          <p:nvPr/>
        </p:nvSpPr>
        <p:spPr>
          <a:xfrm rot="10800000">
            <a:off x="3585" y="530841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4">
                  <a:lumMod val="50000"/>
                </a:schemeClr>
              </a:solidFill>
              <a:latin typeface="+mj-lt"/>
              <a:ea typeface="Lato" panose="020F0502020204030203" pitchFamily="34" charset="0"/>
              <a:cs typeface="Arial" panose="020B0604020202020204" pitchFamily="34" charset="0"/>
            </a:endParaRPr>
          </a:p>
        </p:txBody>
      </p:sp>
      <p:grpSp>
        <p:nvGrpSpPr>
          <p:cNvPr id="61" name="object 38">
            <a:extLst>
              <a:ext uri="{FF2B5EF4-FFF2-40B4-BE49-F238E27FC236}">
                <a16:creationId xmlns:a16="http://schemas.microsoft.com/office/drawing/2014/main" id="{D5B012D0-492C-4684-A851-842375A9E384}"/>
              </a:ext>
            </a:extLst>
          </p:cNvPr>
          <p:cNvGrpSpPr/>
          <p:nvPr/>
        </p:nvGrpSpPr>
        <p:grpSpPr>
          <a:xfrm>
            <a:off x="300765" y="3850664"/>
            <a:ext cx="5636206" cy="2437738"/>
            <a:chOff x="6095999" y="4314824"/>
            <a:chExt cx="2800350" cy="914400"/>
          </a:xfrm>
        </p:grpSpPr>
        <p:sp>
          <p:nvSpPr>
            <p:cNvPr id="62" name="object 39">
              <a:extLst>
                <a:ext uri="{FF2B5EF4-FFF2-40B4-BE49-F238E27FC236}">
                  <a16:creationId xmlns:a16="http://schemas.microsoft.com/office/drawing/2014/main" id="{3975D41B-A2F2-4EDC-8677-BA2E01965865}"/>
                </a:ext>
              </a:extLst>
            </p:cNvPr>
            <p:cNvSpPr/>
            <p:nvPr/>
          </p:nvSpPr>
          <p:spPr>
            <a:xfrm>
              <a:off x="6095999" y="4314824"/>
              <a:ext cx="2800350" cy="914400"/>
            </a:xfrm>
            <a:custGeom>
              <a:avLst/>
              <a:gdLst/>
              <a:ahLst/>
              <a:cxnLst/>
              <a:rect l="l" t="t" r="r" b="b"/>
              <a:pathLst>
                <a:path w="2800350" h="914400">
                  <a:moveTo>
                    <a:pt x="2800349" y="914399"/>
                  </a:moveTo>
                  <a:lnTo>
                    <a:pt x="0" y="914399"/>
                  </a:lnTo>
                  <a:lnTo>
                    <a:pt x="0" y="0"/>
                  </a:lnTo>
                  <a:lnTo>
                    <a:pt x="2800349" y="0"/>
                  </a:lnTo>
                  <a:lnTo>
                    <a:pt x="2800349" y="914399"/>
                  </a:lnTo>
                  <a:close/>
                </a:path>
              </a:pathLst>
            </a:custGeom>
            <a:solidFill>
              <a:schemeClr val="accent4">
                <a:lumMod val="20000"/>
                <a:lumOff val="80000"/>
                <a:alpha val="79998"/>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63" name="object 40">
              <a:extLst>
                <a:ext uri="{FF2B5EF4-FFF2-40B4-BE49-F238E27FC236}">
                  <a16:creationId xmlns:a16="http://schemas.microsoft.com/office/drawing/2014/main" id="{4DE79630-70AC-487A-9AE8-164A141D46D5}"/>
                </a:ext>
              </a:extLst>
            </p:cNvPr>
            <p:cNvSpPr/>
            <p:nvPr/>
          </p:nvSpPr>
          <p:spPr>
            <a:xfrm>
              <a:off x="6095999" y="4314824"/>
              <a:ext cx="18632" cy="914400"/>
            </a:xfrm>
            <a:custGeom>
              <a:avLst/>
              <a:gdLst/>
              <a:ahLst/>
              <a:cxnLst/>
              <a:rect l="l" t="t" r="r" b="b"/>
              <a:pathLst>
                <a:path w="28575" h="914400">
                  <a:moveTo>
                    <a:pt x="28574" y="914399"/>
                  </a:moveTo>
                  <a:lnTo>
                    <a:pt x="0" y="914399"/>
                  </a:lnTo>
                  <a:lnTo>
                    <a:pt x="0" y="0"/>
                  </a:lnTo>
                  <a:lnTo>
                    <a:pt x="28574" y="0"/>
                  </a:lnTo>
                  <a:lnTo>
                    <a:pt x="28574" y="9143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grpSp>
      <p:sp>
        <p:nvSpPr>
          <p:cNvPr id="60" name="Teardrop 59">
            <a:extLst>
              <a:ext uri="{FF2B5EF4-FFF2-40B4-BE49-F238E27FC236}">
                <a16:creationId xmlns:a16="http://schemas.microsoft.com/office/drawing/2014/main" id="{F026AEC6-6260-4F33-BB3C-96A0C3E5EEE4}"/>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a typeface="Lato" panose="020F0502020204030203" pitchFamily="34" charset="0"/>
              <a:cs typeface="Arial" panose="020B0604020202020204" pitchFamily="34" charset="0"/>
            </a:endParaRPr>
          </a:p>
        </p:txBody>
      </p:sp>
      <p:sp>
        <p:nvSpPr>
          <p:cNvPr id="23" name="object 23"/>
          <p:cNvSpPr txBox="1">
            <a:spLocks noGrp="1"/>
          </p:cNvSpPr>
          <p:nvPr>
            <p:ph type="title"/>
          </p:nvPr>
        </p:nvSpPr>
        <p:spPr>
          <a:xfrm>
            <a:off x="11741" y="629154"/>
            <a:ext cx="10753052" cy="289823"/>
          </a:xfrm>
          <a:prstGeom prst="rect">
            <a:avLst/>
          </a:prstGeom>
        </p:spPr>
        <p:txBody>
          <a:bodyPr vert="horz" wrap="square" lIns="0" tIns="12700" rIns="0" bIns="0" rtlCol="0">
            <a:spAutoFit/>
          </a:bodyPr>
          <a:lstStyle/>
          <a:p>
            <a:pPr marL="7283450" algn="ctr">
              <a:lnSpc>
                <a:spcPct val="100000"/>
              </a:lnSpc>
              <a:spcBef>
                <a:spcPts val="100"/>
              </a:spcBef>
            </a:pPr>
            <a:r>
              <a:rPr lang="en-IN" sz="1800" dirty="0">
                <a:solidFill>
                  <a:schemeClr val="accent4">
                    <a:lumMod val="50000"/>
                  </a:schemeClr>
                </a:solidFill>
                <a:latin typeface="+mj-lt"/>
                <a:ea typeface="Lato" panose="020F0502020204030203" pitchFamily="34" charset="0"/>
                <a:cs typeface="Arial" panose="020B0604020202020204" pitchFamily="34" charset="0"/>
              </a:rPr>
              <a:t>Dataset Structure</a:t>
            </a:r>
          </a:p>
        </p:txBody>
      </p:sp>
      <p:sp>
        <p:nvSpPr>
          <p:cNvPr id="2" name="object 2"/>
          <p:cNvSpPr txBox="1"/>
          <p:nvPr/>
        </p:nvSpPr>
        <p:spPr>
          <a:xfrm>
            <a:off x="318671" y="160082"/>
            <a:ext cx="2595208" cy="505267"/>
          </a:xfrm>
          <a:prstGeom prst="rect">
            <a:avLst/>
          </a:prstGeom>
        </p:spPr>
        <p:txBody>
          <a:bodyPr vert="horz" wrap="square" lIns="0" tIns="12700" rIns="0" bIns="0" rtlCol="0">
            <a:spAutoFit/>
          </a:bodyPr>
          <a:lstStyle/>
          <a:p>
            <a:pPr marL="12700">
              <a:lnSpc>
                <a:spcPct val="100000"/>
              </a:lnSpc>
              <a:spcBef>
                <a:spcPts val="100"/>
              </a:spcBef>
            </a:pPr>
            <a:r>
              <a:rPr lang="en-IN" sz="3200" b="1" dirty="0">
                <a:solidFill>
                  <a:schemeClr val="accent4">
                    <a:lumMod val="50000"/>
                  </a:schemeClr>
                </a:solidFill>
                <a:latin typeface="+mj-lt"/>
                <a:ea typeface="Lato" panose="020F0502020204030203" pitchFamily="34" charset="0"/>
                <a:cs typeface="Arial" panose="020B0604020202020204" pitchFamily="34" charset="0"/>
              </a:rPr>
              <a:t>Data Overview</a:t>
            </a:r>
            <a:endParaRPr lang="en-IN" sz="3200"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3" name="object 3"/>
          <p:cNvSpPr/>
          <p:nvPr/>
        </p:nvSpPr>
        <p:spPr>
          <a:xfrm>
            <a:off x="331371" y="725231"/>
            <a:ext cx="2520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sp>
        <p:nvSpPr>
          <p:cNvPr id="10" name="object 10"/>
          <p:cNvSpPr txBox="1"/>
          <p:nvPr/>
        </p:nvSpPr>
        <p:spPr>
          <a:xfrm>
            <a:off x="277678" y="918899"/>
            <a:ext cx="1690424" cy="293029"/>
          </a:xfrm>
          <a:prstGeom prst="rect">
            <a:avLst/>
          </a:prstGeom>
        </p:spPr>
        <p:txBody>
          <a:bodyPr vert="horz" wrap="square" lIns="0" tIns="15875" rIns="0" bIns="0" rtlCol="0">
            <a:spAutoFit/>
          </a:bodyPr>
          <a:lstStyle/>
          <a:p>
            <a:pPr marL="12700">
              <a:lnSpc>
                <a:spcPct val="100000"/>
              </a:lnSpc>
              <a:spcBef>
                <a:spcPts val="125"/>
              </a:spcBef>
            </a:pPr>
            <a:r>
              <a:rPr lang="en-IN" b="1" dirty="0">
                <a:solidFill>
                  <a:schemeClr val="accent4">
                    <a:lumMod val="50000"/>
                  </a:schemeClr>
                </a:solidFill>
                <a:latin typeface="+mj-lt"/>
                <a:ea typeface="Lato" panose="020F0502020204030203" pitchFamily="34" charset="0"/>
                <a:cs typeface="Arial" panose="020B0604020202020204" pitchFamily="34" charset="0"/>
              </a:rPr>
              <a:t>Datasets Used</a:t>
            </a:r>
          </a:p>
        </p:txBody>
      </p:sp>
      <p:sp>
        <p:nvSpPr>
          <p:cNvPr id="13" name="object 13"/>
          <p:cNvSpPr txBox="1"/>
          <p:nvPr/>
        </p:nvSpPr>
        <p:spPr>
          <a:xfrm>
            <a:off x="6248400" y="2666221"/>
            <a:ext cx="2895600" cy="293029"/>
          </a:xfrm>
          <a:prstGeom prst="rect">
            <a:avLst/>
          </a:prstGeom>
        </p:spPr>
        <p:txBody>
          <a:bodyPr vert="horz" wrap="square" lIns="0" tIns="15875" rIns="0" bIns="0" rtlCol="0">
            <a:spAutoFit/>
          </a:bodyPr>
          <a:lstStyle/>
          <a:p>
            <a:pPr marL="12700">
              <a:lnSpc>
                <a:spcPct val="100000"/>
              </a:lnSpc>
              <a:spcBef>
                <a:spcPts val="125"/>
              </a:spcBef>
            </a:pPr>
            <a:r>
              <a:rPr b="1" spc="-55" dirty="0">
                <a:solidFill>
                  <a:schemeClr val="accent4">
                    <a:lumMod val="50000"/>
                  </a:schemeClr>
                </a:solidFill>
                <a:latin typeface="+mj-lt"/>
                <a:ea typeface="Lato" panose="020F0502020204030203" pitchFamily="34" charset="0"/>
                <a:cs typeface="Arial" panose="020B0604020202020204" pitchFamily="34" charset="0"/>
              </a:rPr>
              <a:t>Data</a:t>
            </a:r>
            <a:r>
              <a:rPr b="1" spc="-110" dirty="0">
                <a:solidFill>
                  <a:schemeClr val="accent4">
                    <a:lumMod val="50000"/>
                  </a:schemeClr>
                </a:solidFill>
                <a:latin typeface="+mj-lt"/>
                <a:ea typeface="Lato" panose="020F0502020204030203" pitchFamily="34" charset="0"/>
                <a:cs typeface="Arial" panose="020B0604020202020204" pitchFamily="34" charset="0"/>
              </a:rPr>
              <a:t> </a:t>
            </a:r>
            <a:r>
              <a:rPr sz="1600" b="1" spc="-70" dirty="0">
                <a:solidFill>
                  <a:schemeClr val="accent4">
                    <a:lumMod val="50000"/>
                  </a:schemeClr>
                </a:solidFill>
                <a:latin typeface="+mj-lt"/>
                <a:ea typeface="Lato" panose="020F0502020204030203" pitchFamily="34" charset="0"/>
                <a:cs typeface="Arial" panose="020B0604020202020204" pitchFamily="34" charset="0"/>
              </a:rPr>
              <a:t>Cleaning</a:t>
            </a:r>
            <a:r>
              <a:rPr b="1" spc="-105" dirty="0">
                <a:solidFill>
                  <a:schemeClr val="accent4">
                    <a:lumMod val="50000"/>
                  </a:schemeClr>
                </a:solidFill>
                <a:latin typeface="+mj-lt"/>
                <a:ea typeface="Lato" panose="020F0502020204030203" pitchFamily="34" charset="0"/>
                <a:cs typeface="Arial" panose="020B0604020202020204" pitchFamily="34" charset="0"/>
              </a:rPr>
              <a:t> </a:t>
            </a:r>
            <a:r>
              <a:rPr b="1" spc="-35" dirty="0">
                <a:solidFill>
                  <a:schemeClr val="accent4">
                    <a:lumMod val="50000"/>
                  </a:schemeClr>
                </a:solidFill>
                <a:latin typeface="+mj-lt"/>
                <a:ea typeface="Lato" panose="020F0502020204030203" pitchFamily="34" charset="0"/>
                <a:cs typeface="Arial" panose="020B0604020202020204" pitchFamily="34" charset="0"/>
              </a:rPr>
              <a:t>&amp;</a:t>
            </a:r>
            <a:r>
              <a:rPr b="1" spc="-110" dirty="0">
                <a:solidFill>
                  <a:schemeClr val="accent4">
                    <a:lumMod val="50000"/>
                  </a:schemeClr>
                </a:solidFill>
                <a:latin typeface="+mj-lt"/>
                <a:ea typeface="Lato" panose="020F0502020204030203" pitchFamily="34" charset="0"/>
                <a:cs typeface="Arial" panose="020B0604020202020204" pitchFamily="34" charset="0"/>
              </a:rPr>
              <a:t> </a:t>
            </a:r>
            <a:r>
              <a:rPr b="1" spc="-125" dirty="0">
                <a:solidFill>
                  <a:schemeClr val="accent4">
                    <a:lumMod val="50000"/>
                  </a:schemeClr>
                </a:solidFill>
                <a:latin typeface="+mj-lt"/>
                <a:ea typeface="Lato" panose="020F0502020204030203" pitchFamily="34" charset="0"/>
                <a:cs typeface="Arial" panose="020B0604020202020204" pitchFamily="34" charset="0"/>
              </a:rPr>
              <a:t>Preprocessing:</a:t>
            </a:r>
            <a:endParaRPr b="1"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15" name="object 15"/>
          <p:cNvSpPr txBox="1"/>
          <p:nvPr/>
        </p:nvSpPr>
        <p:spPr>
          <a:xfrm>
            <a:off x="6280560" y="2936026"/>
            <a:ext cx="5743346" cy="879728"/>
          </a:xfrm>
          <a:prstGeom prst="rect">
            <a:avLst/>
          </a:prstGeom>
        </p:spPr>
        <p:txBody>
          <a:bodyPr vert="horz" wrap="square" lIns="0" tIns="12700" rIns="0" bIns="0" rtlCol="0">
            <a:spAutoFit/>
          </a:bodyPr>
          <a:lstStyle/>
          <a:p>
            <a:pPr marL="12700">
              <a:lnSpc>
                <a:spcPct val="100000"/>
              </a:lnSpc>
              <a:spcBef>
                <a:spcPts val="100"/>
              </a:spcBef>
            </a:pPr>
            <a:r>
              <a:rPr sz="1600" spc="-10" dirty="0">
                <a:solidFill>
                  <a:schemeClr val="accent4">
                    <a:lumMod val="50000"/>
                  </a:schemeClr>
                </a:solidFill>
                <a:latin typeface="+mj-lt"/>
                <a:ea typeface="Lato" panose="020F0502020204030203" pitchFamily="34" charset="0"/>
                <a:cs typeface="Arial" panose="020B0604020202020204" pitchFamily="34" charset="0"/>
              </a:rPr>
              <a:t>Fixed</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spelling</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inconsistencies:</a:t>
            </a:r>
            <a:r>
              <a:rPr sz="1600" spc="-4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"Mayor"</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a:t>
            </a:r>
            <a:r>
              <a:rPr sz="1600" spc="-6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"Major",</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"Mid"</a:t>
            </a:r>
            <a:r>
              <a:rPr sz="1600" spc="-4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a:t>
            </a:r>
            <a:r>
              <a:rPr sz="1600" spc="-70" dirty="0">
                <a:solidFill>
                  <a:schemeClr val="accent4">
                    <a:lumMod val="50000"/>
                  </a:schemeClr>
                </a:solidFill>
                <a:latin typeface="+mj-lt"/>
                <a:ea typeface="Lato" panose="020F0502020204030203" pitchFamily="34" charset="0"/>
                <a:cs typeface="Arial" panose="020B0604020202020204" pitchFamily="34" charset="0"/>
              </a:rPr>
              <a:t> </a:t>
            </a:r>
            <a:r>
              <a:rPr sz="1600" spc="-30" dirty="0">
                <a:solidFill>
                  <a:schemeClr val="accent4">
                    <a:lumMod val="50000"/>
                  </a:schemeClr>
                </a:solidFill>
                <a:latin typeface="+mj-lt"/>
                <a:ea typeface="Lato" panose="020F0502020204030203" pitchFamily="34" charset="0"/>
                <a:cs typeface="Arial" panose="020B0604020202020204" pitchFamily="34" charset="0"/>
              </a:rPr>
              <a:t>"Medium",</a:t>
            </a:r>
            <a:r>
              <a:rPr sz="1600" spc="-40" dirty="0">
                <a:solidFill>
                  <a:schemeClr val="accent4">
                    <a:lumMod val="50000"/>
                  </a:schemeClr>
                </a:solidFill>
                <a:latin typeface="+mj-lt"/>
                <a:ea typeface="Lato" panose="020F0502020204030203" pitchFamily="34" charset="0"/>
                <a:cs typeface="Arial" panose="020B0604020202020204" pitchFamily="34" charset="0"/>
              </a:rPr>
              <a:t> </a:t>
            </a:r>
            <a:r>
              <a:rPr sz="1600" spc="-20" dirty="0">
                <a:solidFill>
                  <a:schemeClr val="accent4">
                    <a:lumMod val="50000"/>
                  </a:schemeClr>
                </a:solidFill>
                <a:latin typeface="+mj-lt"/>
                <a:ea typeface="Lato" panose="020F0502020204030203" pitchFamily="34" charset="0"/>
                <a:cs typeface="Arial" panose="020B0604020202020204" pitchFamily="34" charset="0"/>
              </a:rPr>
              <a:t>etc.</a:t>
            </a:r>
            <a:endParaRPr sz="1600" dirty="0">
              <a:solidFill>
                <a:schemeClr val="accent4">
                  <a:lumMod val="50000"/>
                </a:schemeClr>
              </a:solidFill>
              <a:latin typeface="+mj-lt"/>
              <a:ea typeface="Lato" panose="020F0502020204030203" pitchFamily="34" charset="0"/>
              <a:cs typeface="Arial" panose="020B0604020202020204" pitchFamily="34" charset="0"/>
            </a:endParaRPr>
          </a:p>
          <a:p>
            <a:pPr marL="12700">
              <a:lnSpc>
                <a:spcPct val="100000"/>
              </a:lnSpc>
              <a:spcBef>
                <a:spcPts val="960"/>
              </a:spcBef>
            </a:pPr>
            <a:r>
              <a:rPr sz="1600" spc="-10" dirty="0">
                <a:solidFill>
                  <a:schemeClr val="accent4">
                    <a:lumMod val="50000"/>
                  </a:schemeClr>
                </a:solidFill>
                <a:latin typeface="+mj-lt"/>
                <a:ea typeface="Lato" panose="020F0502020204030203" pitchFamily="34" charset="0"/>
                <a:cs typeface="Arial" panose="020B0604020202020204" pitchFamily="34" charset="0"/>
              </a:rPr>
              <a:t>Confirmed</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spc="-20" dirty="0">
                <a:solidFill>
                  <a:schemeClr val="accent4">
                    <a:lumMod val="50000"/>
                  </a:schemeClr>
                </a:solidFill>
                <a:latin typeface="+mj-lt"/>
                <a:ea typeface="Lato" panose="020F0502020204030203" pitchFamily="34" charset="0"/>
                <a:cs typeface="Arial" panose="020B0604020202020204" pitchFamily="34" charset="0"/>
              </a:rPr>
              <a:t>no</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missing</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values</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in</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any</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column</a:t>
            </a:r>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17" name="object 17"/>
          <p:cNvSpPr txBox="1"/>
          <p:nvPr/>
        </p:nvSpPr>
        <p:spPr>
          <a:xfrm>
            <a:off x="461855" y="4010612"/>
            <a:ext cx="3717232" cy="293029"/>
          </a:xfrm>
          <a:prstGeom prst="rect">
            <a:avLst/>
          </a:prstGeom>
        </p:spPr>
        <p:txBody>
          <a:bodyPr vert="horz" wrap="square" lIns="0" tIns="15875" rIns="0" bIns="0" rtlCol="0">
            <a:spAutoFit/>
          </a:bodyPr>
          <a:lstStyle/>
          <a:p>
            <a:pPr marL="12700">
              <a:lnSpc>
                <a:spcPct val="100000"/>
              </a:lnSpc>
              <a:spcBef>
                <a:spcPts val="125"/>
              </a:spcBef>
            </a:pPr>
            <a:r>
              <a:rPr lang="en-IN" b="1" spc="-135" dirty="0">
                <a:solidFill>
                  <a:schemeClr val="accent4">
                    <a:lumMod val="50000"/>
                  </a:schemeClr>
                </a:solidFill>
                <a:latin typeface="+mj-lt"/>
                <a:ea typeface="Lato" panose="020F0502020204030203" pitchFamily="34" charset="0"/>
                <a:cs typeface="Arial" panose="020B0604020202020204" pitchFamily="34" charset="0"/>
              </a:rPr>
              <a:t> </a:t>
            </a:r>
            <a:r>
              <a:rPr b="1" spc="-50" dirty="0">
                <a:solidFill>
                  <a:schemeClr val="accent4">
                    <a:lumMod val="50000"/>
                  </a:schemeClr>
                </a:solidFill>
                <a:latin typeface="+mj-lt"/>
                <a:ea typeface="Lato" panose="020F0502020204030203" pitchFamily="34" charset="0"/>
                <a:cs typeface="Arial" panose="020B0604020202020204" pitchFamily="34" charset="0"/>
              </a:rPr>
              <a:t>Why</a:t>
            </a:r>
            <a:r>
              <a:rPr b="1" spc="-110" dirty="0">
                <a:solidFill>
                  <a:schemeClr val="accent4">
                    <a:lumMod val="50000"/>
                  </a:schemeClr>
                </a:solidFill>
                <a:latin typeface="+mj-lt"/>
                <a:ea typeface="Lato" panose="020F0502020204030203" pitchFamily="34" charset="0"/>
                <a:cs typeface="Arial" panose="020B0604020202020204" pitchFamily="34" charset="0"/>
              </a:rPr>
              <a:t> </a:t>
            </a:r>
            <a:r>
              <a:rPr b="1" spc="-75" dirty="0">
                <a:solidFill>
                  <a:schemeClr val="accent4">
                    <a:lumMod val="50000"/>
                  </a:schemeClr>
                </a:solidFill>
                <a:latin typeface="+mj-lt"/>
                <a:ea typeface="Lato" panose="020F0502020204030203" pitchFamily="34" charset="0"/>
                <a:cs typeface="Arial" panose="020B0604020202020204" pitchFamily="34" charset="0"/>
              </a:rPr>
              <a:t>This</a:t>
            </a:r>
            <a:r>
              <a:rPr b="1" spc="-110" dirty="0">
                <a:solidFill>
                  <a:schemeClr val="accent4">
                    <a:lumMod val="50000"/>
                  </a:schemeClr>
                </a:solidFill>
                <a:latin typeface="+mj-lt"/>
                <a:ea typeface="Lato" panose="020F0502020204030203" pitchFamily="34" charset="0"/>
                <a:cs typeface="Arial" panose="020B0604020202020204" pitchFamily="34" charset="0"/>
              </a:rPr>
              <a:t> </a:t>
            </a:r>
            <a:r>
              <a:rPr b="1" spc="-55" dirty="0">
                <a:solidFill>
                  <a:schemeClr val="accent4">
                    <a:lumMod val="50000"/>
                  </a:schemeClr>
                </a:solidFill>
                <a:latin typeface="+mj-lt"/>
                <a:ea typeface="Lato" panose="020F0502020204030203" pitchFamily="34" charset="0"/>
                <a:cs typeface="Arial" panose="020B0604020202020204" pitchFamily="34" charset="0"/>
              </a:rPr>
              <a:t>Data</a:t>
            </a:r>
            <a:r>
              <a:rPr b="1" spc="-105" dirty="0">
                <a:solidFill>
                  <a:schemeClr val="accent4">
                    <a:lumMod val="50000"/>
                  </a:schemeClr>
                </a:solidFill>
                <a:latin typeface="+mj-lt"/>
                <a:ea typeface="Lato" panose="020F0502020204030203" pitchFamily="34" charset="0"/>
                <a:cs typeface="Arial" panose="020B0604020202020204" pitchFamily="34" charset="0"/>
              </a:rPr>
              <a:t> </a:t>
            </a:r>
            <a:r>
              <a:rPr b="1" spc="-60" dirty="0">
                <a:solidFill>
                  <a:schemeClr val="accent4">
                    <a:lumMod val="50000"/>
                  </a:schemeClr>
                </a:solidFill>
                <a:latin typeface="+mj-lt"/>
                <a:ea typeface="Lato" panose="020F0502020204030203" pitchFamily="34" charset="0"/>
                <a:cs typeface="Arial" panose="020B0604020202020204" pitchFamily="34" charset="0"/>
              </a:rPr>
              <a:t>is</a:t>
            </a:r>
            <a:r>
              <a:rPr b="1" spc="-110" dirty="0">
                <a:solidFill>
                  <a:schemeClr val="accent4">
                    <a:lumMod val="50000"/>
                  </a:schemeClr>
                </a:solidFill>
                <a:latin typeface="+mj-lt"/>
                <a:ea typeface="Lato" panose="020F0502020204030203" pitchFamily="34" charset="0"/>
                <a:cs typeface="Arial" panose="020B0604020202020204" pitchFamily="34" charset="0"/>
              </a:rPr>
              <a:t> </a:t>
            </a:r>
            <a:r>
              <a:rPr b="1" spc="-20" dirty="0">
                <a:solidFill>
                  <a:schemeClr val="accent4">
                    <a:lumMod val="50000"/>
                  </a:schemeClr>
                </a:solidFill>
                <a:latin typeface="+mj-lt"/>
                <a:ea typeface="Lato" panose="020F0502020204030203" pitchFamily="34" charset="0"/>
                <a:cs typeface="Arial" panose="020B0604020202020204" pitchFamily="34" charset="0"/>
              </a:rPr>
              <a:t>Critical:</a:t>
            </a:r>
            <a:endParaRPr b="1"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24" name="object 24"/>
          <p:cNvSpPr txBox="1"/>
          <p:nvPr/>
        </p:nvSpPr>
        <p:spPr>
          <a:xfrm>
            <a:off x="7957500" y="4548248"/>
            <a:ext cx="2239645" cy="289823"/>
          </a:xfrm>
          <a:prstGeom prst="rect">
            <a:avLst/>
          </a:prstGeom>
        </p:spPr>
        <p:txBody>
          <a:bodyPr vert="horz" wrap="square" lIns="0" tIns="12700" rIns="0" bIns="0" rtlCol="0">
            <a:spAutoFit/>
          </a:bodyPr>
          <a:lstStyle/>
          <a:p>
            <a:pPr marL="12700">
              <a:lnSpc>
                <a:spcPct val="100000"/>
              </a:lnSpc>
              <a:spcBef>
                <a:spcPts val="100"/>
              </a:spcBef>
            </a:pPr>
            <a:r>
              <a:rPr lang="en-IN" b="1" dirty="0">
                <a:solidFill>
                  <a:schemeClr val="accent4">
                    <a:lumMod val="50000"/>
                  </a:schemeClr>
                </a:solidFill>
                <a:latin typeface="+mj-lt"/>
                <a:ea typeface="Lato" panose="020F0502020204030203" pitchFamily="34" charset="0"/>
                <a:cs typeface="Arial" panose="020B0604020202020204" pitchFamily="34" charset="0"/>
              </a:rPr>
              <a:t>Data Attributes</a:t>
            </a:r>
            <a:endParaRPr lang="en-IN"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34" name="object 34"/>
          <p:cNvSpPr/>
          <p:nvPr/>
        </p:nvSpPr>
        <p:spPr>
          <a:xfrm>
            <a:off x="6162673" y="5015229"/>
            <a:ext cx="2879836" cy="1577403"/>
          </a:xfrm>
          <a:custGeom>
            <a:avLst/>
            <a:gdLst/>
            <a:ahLst/>
            <a:cxnLst/>
            <a:rect l="l" t="t" r="r" b="b"/>
            <a:pathLst>
              <a:path w="2800350" h="1152525">
                <a:moveTo>
                  <a:pt x="2800349" y="1152524"/>
                </a:moveTo>
                <a:lnTo>
                  <a:pt x="0" y="1152524"/>
                </a:lnTo>
                <a:lnTo>
                  <a:pt x="0" y="0"/>
                </a:lnTo>
                <a:lnTo>
                  <a:pt x="2800349" y="0"/>
                </a:lnTo>
                <a:lnTo>
                  <a:pt x="2800349" y="1152524"/>
                </a:lnTo>
                <a:close/>
              </a:path>
            </a:pathLst>
          </a:custGeom>
          <a:solidFill>
            <a:schemeClr val="accent4">
              <a:lumMod val="20000"/>
              <a:lumOff val="80000"/>
            </a:schemeClr>
          </a:solidFill>
          <a:ln>
            <a:solidFill>
              <a:schemeClr val="accent4">
                <a:lumMod val="50000"/>
              </a:schemeClr>
            </a:solidFill>
          </a:ln>
        </p:spPr>
        <p:txBody>
          <a:bodyPr wrap="square" lIns="0" tIns="0" rIns="0" bIns="0" rtlCol="0"/>
          <a:lstStyle/>
          <a:p>
            <a:endParaRPr sz="1600">
              <a:solidFill>
                <a:schemeClr val="accent4">
                  <a:lumMod val="50000"/>
                </a:schemeClr>
              </a:solidFill>
              <a:latin typeface="+mj-lt"/>
              <a:ea typeface="Lato" panose="020F0502020204030203" pitchFamily="34" charset="0"/>
              <a:cs typeface="Arial" panose="020B0604020202020204" pitchFamily="34" charset="0"/>
            </a:endParaRPr>
          </a:p>
        </p:txBody>
      </p:sp>
      <p:sp>
        <p:nvSpPr>
          <p:cNvPr id="36" name="object 36"/>
          <p:cNvSpPr txBox="1"/>
          <p:nvPr/>
        </p:nvSpPr>
        <p:spPr>
          <a:xfrm>
            <a:off x="6164316" y="4963680"/>
            <a:ext cx="2895600" cy="1324722"/>
          </a:xfrm>
          <a:prstGeom prst="rect">
            <a:avLst/>
          </a:prstGeom>
          <a:ln w="9524">
            <a:noFill/>
          </a:ln>
        </p:spPr>
        <p:txBody>
          <a:bodyPr vert="horz" wrap="square" lIns="0" tIns="128270" rIns="0" bIns="0" rtlCol="0">
            <a:spAutoFit/>
          </a:bodyPr>
          <a:lstStyle/>
          <a:p>
            <a:pPr marL="118745">
              <a:lnSpc>
                <a:spcPct val="100000"/>
              </a:lnSpc>
              <a:spcBef>
                <a:spcPts val="1010"/>
              </a:spcBef>
            </a:pPr>
            <a:r>
              <a:rPr b="1" spc="145" dirty="0">
                <a:solidFill>
                  <a:schemeClr val="accent4">
                    <a:lumMod val="50000"/>
                  </a:schemeClr>
                </a:solidFill>
                <a:latin typeface="+mj-lt"/>
                <a:ea typeface="Lato" panose="020F0502020204030203" pitchFamily="34" charset="0"/>
                <a:cs typeface="Arial" panose="020B0604020202020204" pitchFamily="34" charset="0"/>
              </a:rPr>
              <a:t>TIME</a:t>
            </a:r>
            <a:r>
              <a:rPr b="1" spc="80" dirty="0">
                <a:solidFill>
                  <a:schemeClr val="accent4">
                    <a:lumMod val="50000"/>
                  </a:schemeClr>
                </a:solidFill>
                <a:latin typeface="+mj-lt"/>
                <a:ea typeface="Lato" panose="020F0502020204030203" pitchFamily="34" charset="0"/>
                <a:cs typeface="Arial" panose="020B0604020202020204" pitchFamily="34" charset="0"/>
              </a:rPr>
              <a:t> </a:t>
            </a:r>
            <a:r>
              <a:rPr b="1" spc="190" dirty="0">
                <a:solidFill>
                  <a:schemeClr val="accent4">
                    <a:lumMod val="50000"/>
                  </a:schemeClr>
                </a:solidFill>
                <a:latin typeface="+mj-lt"/>
                <a:ea typeface="Lato" panose="020F0502020204030203" pitchFamily="34" charset="0"/>
                <a:cs typeface="Arial" panose="020B0604020202020204" pitchFamily="34" charset="0"/>
              </a:rPr>
              <a:t>SPAN</a:t>
            </a:r>
            <a:endParaRPr dirty="0">
              <a:solidFill>
                <a:schemeClr val="accent4">
                  <a:lumMod val="50000"/>
                </a:schemeClr>
              </a:solidFill>
              <a:latin typeface="+mj-lt"/>
              <a:ea typeface="Lato" panose="020F0502020204030203" pitchFamily="34" charset="0"/>
              <a:cs typeface="Arial" panose="020B0604020202020204" pitchFamily="34" charset="0"/>
            </a:endParaRPr>
          </a:p>
          <a:p>
            <a:pPr marL="633095" indent="-285750">
              <a:lnSpc>
                <a:spcPct val="100000"/>
              </a:lnSpc>
              <a:spcBef>
                <a:spcPts val="1005"/>
              </a:spcBef>
              <a:buFont typeface="Arial" panose="020B0604020202020204" pitchFamily="34" charset="0"/>
              <a:buChar char="•"/>
            </a:pPr>
            <a:r>
              <a:rPr sz="1600" spc="-10" dirty="0">
                <a:solidFill>
                  <a:schemeClr val="accent4">
                    <a:lumMod val="50000"/>
                  </a:schemeClr>
                </a:solidFill>
                <a:latin typeface="+mj-lt"/>
                <a:ea typeface="Lato" panose="020F0502020204030203" pitchFamily="34" charset="0"/>
                <a:cs typeface="Arial" panose="020B0604020202020204" pitchFamily="34" charset="0"/>
              </a:rPr>
              <a:t>5</a:t>
            </a:r>
            <a:r>
              <a:rPr sz="1600" spc="-3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Years</a:t>
            </a:r>
            <a:r>
              <a:rPr sz="1600" spc="-3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(2016-2020)</a:t>
            </a:r>
            <a:endParaRPr sz="1600" dirty="0">
              <a:solidFill>
                <a:schemeClr val="accent4">
                  <a:lumMod val="50000"/>
                </a:schemeClr>
              </a:solidFill>
              <a:latin typeface="+mj-lt"/>
              <a:ea typeface="Lato" panose="020F0502020204030203" pitchFamily="34" charset="0"/>
              <a:cs typeface="Arial" panose="020B0604020202020204" pitchFamily="34" charset="0"/>
            </a:endParaRPr>
          </a:p>
          <a:p>
            <a:pPr marL="633095" indent="-285750">
              <a:lnSpc>
                <a:spcPct val="100000"/>
              </a:lnSpc>
              <a:spcBef>
                <a:spcPts val="240"/>
              </a:spcBef>
              <a:buFont typeface="Arial" panose="020B0604020202020204" pitchFamily="34" charset="0"/>
              <a:buChar char="•"/>
            </a:pPr>
            <a:r>
              <a:rPr sz="1600" spc="-10" dirty="0">
                <a:solidFill>
                  <a:schemeClr val="accent4">
                    <a:lumMod val="50000"/>
                  </a:schemeClr>
                </a:solidFill>
                <a:latin typeface="+mj-lt"/>
                <a:ea typeface="Lato" panose="020F0502020204030203" pitchFamily="34" charset="0"/>
                <a:cs typeface="Arial" panose="020B0604020202020204" pitchFamily="34" charset="0"/>
              </a:rPr>
              <a:t>20</a:t>
            </a:r>
            <a:r>
              <a:rPr sz="1600" spc="-6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Quarters</a:t>
            </a:r>
            <a:r>
              <a:rPr lang="en-IN" sz="1600" spc="-1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Complete</a:t>
            </a:r>
            <a:r>
              <a:rPr sz="1600" spc="-6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data</a:t>
            </a:r>
            <a:r>
              <a:rPr sz="1600" spc="-55" dirty="0">
                <a:solidFill>
                  <a:schemeClr val="accent4">
                    <a:lumMod val="50000"/>
                  </a:schemeClr>
                </a:solidFill>
                <a:latin typeface="+mj-lt"/>
                <a:ea typeface="Lato" panose="020F0502020204030203" pitchFamily="34" charset="0"/>
                <a:cs typeface="Arial" panose="020B0604020202020204" pitchFamily="34" charset="0"/>
              </a:rPr>
              <a:t> </a:t>
            </a:r>
            <a:endParaRPr lang="en-IN" sz="1600" spc="-55" dirty="0">
              <a:solidFill>
                <a:schemeClr val="accent4">
                  <a:lumMod val="50000"/>
                </a:schemeClr>
              </a:solidFill>
              <a:latin typeface="+mj-lt"/>
              <a:ea typeface="Lato" panose="020F0502020204030203" pitchFamily="34" charset="0"/>
              <a:cs typeface="Arial" panose="020B0604020202020204" pitchFamily="34" charset="0"/>
            </a:endParaRPr>
          </a:p>
          <a:p>
            <a:pPr marL="347345">
              <a:lnSpc>
                <a:spcPct val="100000"/>
              </a:lnSpc>
              <a:spcBef>
                <a:spcPts val="240"/>
              </a:spcBef>
            </a:pPr>
            <a:r>
              <a:rPr lang="en-IN" sz="1600" spc="-1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lifecycle</a:t>
            </a:r>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grpSp>
        <p:nvGrpSpPr>
          <p:cNvPr id="41" name="object 41"/>
          <p:cNvGrpSpPr/>
          <p:nvPr/>
        </p:nvGrpSpPr>
        <p:grpSpPr>
          <a:xfrm>
            <a:off x="9207189" y="1078083"/>
            <a:ext cx="1200150" cy="1200150"/>
            <a:chOff x="9077323" y="1228724"/>
            <a:chExt cx="1200150" cy="1200150"/>
          </a:xfrm>
          <a:solidFill>
            <a:schemeClr val="accent4">
              <a:lumMod val="20000"/>
              <a:lumOff val="80000"/>
            </a:schemeClr>
          </a:solidFill>
        </p:grpSpPr>
        <p:sp>
          <p:nvSpPr>
            <p:cNvPr id="43" name="object 43"/>
            <p:cNvSpPr/>
            <p:nvPr/>
          </p:nvSpPr>
          <p:spPr>
            <a:xfrm>
              <a:off x="9077323" y="1228724"/>
              <a:ext cx="1200150" cy="1200150"/>
            </a:xfrm>
            <a:custGeom>
              <a:avLst/>
              <a:gdLst/>
              <a:ahLst/>
              <a:cxnLst/>
              <a:rect l="l" t="t" r="r" b="b"/>
              <a:pathLst>
                <a:path w="1200150" h="1200150">
                  <a:moveTo>
                    <a:pt x="1158840" y="1200149"/>
                  </a:moveTo>
                  <a:lnTo>
                    <a:pt x="41309" y="1200149"/>
                  </a:lnTo>
                  <a:lnTo>
                    <a:pt x="35233" y="1198941"/>
                  </a:lnTo>
                  <a:lnTo>
                    <a:pt x="1208" y="1164915"/>
                  </a:lnTo>
                  <a:lnTo>
                    <a:pt x="0" y="1158840"/>
                  </a:lnTo>
                  <a:lnTo>
                    <a:pt x="0" y="1152524"/>
                  </a:lnTo>
                  <a:lnTo>
                    <a:pt x="0" y="41309"/>
                  </a:lnTo>
                  <a:lnTo>
                    <a:pt x="23564" y="6041"/>
                  </a:lnTo>
                  <a:lnTo>
                    <a:pt x="41309" y="0"/>
                  </a:lnTo>
                  <a:lnTo>
                    <a:pt x="1158840" y="0"/>
                  </a:lnTo>
                  <a:lnTo>
                    <a:pt x="1194107" y="23564"/>
                  </a:lnTo>
                  <a:lnTo>
                    <a:pt x="1200149" y="41309"/>
                  </a:lnTo>
                  <a:lnTo>
                    <a:pt x="1200149" y="1158840"/>
                  </a:lnTo>
                  <a:lnTo>
                    <a:pt x="1176584" y="1194107"/>
                  </a:lnTo>
                  <a:lnTo>
                    <a:pt x="1164915" y="1198941"/>
                  </a:lnTo>
                  <a:lnTo>
                    <a:pt x="1158840" y="120014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sp>
          <p:nvSpPr>
            <p:cNvPr id="44" name="object 44"/>
            <p:cNvSpPr/>
            <p:nvPr/>
          </p:nvSpPr>
          <p:spPr>
            <a:xfrm>
              <a:off x="9077323" y="1228724"/>
              <a:ext cx="1200150" cy="1200150"/>
            </a:xfrm>
            <a:custGeom>
              <a:avLst/>
              <a:gdLst/>
              <a:ahLst/>
              <a:cxnLst/>
              <a:rect l="l" t="t" r="r" b="b"/>
              <a:pathLst>
                <a:path w="1200150" h="1200150">
                  <a:moveTo>
                    <a:pt x="0" y="1152524"/>
                  </a:moveTo>
                  <a:lnTo>
                    <a:pt x="0" y="47624"/>
                  </a:lnTo>
                  <a:lnTo>
                    <a:pt x="0" y="41309"/>
                  </a:lnTo>
                  <a:lnTo>
                    <a:pt x="1208" y="35234"/>
                  </a:lnTo>
                  <a:lnTo>
                    <a:pt x="3624" y="29399"/>
                  </a:lnTo>
                  <a:lnTo>
                    <a:pt x="6041" y="23564"/>
                  </a:lnTo>
                  <a:lnTo>
                    <a:pt x="9483" y="18414"/>
                  </a:lnTo>
                  <a:lnTo>
                    <a:pt x="13949" y="13948"/>
                  </a:lnTo>
                  <a:lnTo>
                    <a:pt x="18414" y="9483"/>
                  </a:lnTo>
                  <a:lnTo>
                    <a:pt x="23564" y="6041"/>
                  </a:lnTo>
                  <a:lnTo>
                    <a:pt x="29399" y="3625"/>
                  </a:lnTo>
                  <a:lnTo>
                    <a:pt x="35233" y="1208"/>
                  </a:lnTo>
                  <a:lnTo>
                    <a:pt x="41309" y="0"/>
                  </a:lnTo>
                  <a:lnTo>
                    <a:pt x="47625" y="0"/>
                  </a:lnTo>
                  <a:lnTo>
                    <a:pt x="1152525" y="0"/>
                  </a:lnTo>
                  <a:lnTo>
                    <a:pt x="1158840" y="0"/>
                  </a:lnTo>
                  <a:lnTo>
                    <a:pt x="1164915" y="1208"/>
                  </a:lnTo>
                  <a:lnTo>
                    <a:pt x="1170749" y="3625"/>
                  </a:lnTo>
                  <a:lnTo>
                    <a:pt x="1176584" y="6041"/>
                  </a:lnTo>
                  <a:lnTo>
                    <a:pt x="1181735" y="9483"/>
                  </a:lnTo>
                  <a:lnTo>
                    <a:pt x="1186201" y="13948"/>
                  </a:lnTo>
                  <a:lnTo>
                    <a:pt x="1190667" y="18414"/>
                  </a:lnTo>
                  <a:lnTo>
                    <a:pt x="1194107" y="23564"/>
                  </a:lnTo>
                  <a:lnTo>
                    <a:pt x="1196523" y="29399"/>
                  </a:lnTo>
                  <a:lnTo>
                    <a:pt x="1198941" y="35234"/>
                  </a:lnTo>
                  <a:lnTo>
                    <a:pt x="1200149" y="41309"/>
                  </a:lnTo>
                  <a:lnTo>
                    <a:pt x="1200150" y="47624"/>
                  </a:lnTo>
                  <a:lnTo>
                    <a:pt x="1200150" y="1152524"/>
                  </a:lnTo>
                  <a:lnTo>
                    <a:pt x="1200149" y="1158840"/>
                  </a:lnTo>
                  <a:lnTo>
                    <a:pt x="1198941" y="1164915"/>
                  </a:lnTo>
                  <a:lnTo>
                    <a:pt x="1196523" y="1170749"/>
                  </a:lnTo>
                  <a:lnTo>
                    <a:pt x="1194107" y="1176584"/>
                  </a:lnTo>
                  <a:lnTo>
                    <a:pt x="1170749" y="1196524"/>
                  </a:lnTo>
                  <a:lnTo>
                    <a:pt x="1164915" y="1198941"/>
                  </a:lnTo>
                  <a:lnTo>
                    <a:pt x="1158840" y="1200149"/>
                  </a:lnTo>
                  <a:lnTo>
                    <a:pt x="1152525" y="1200149"/>
                  </a:lnTo>
                  <a:lnTo>
                    <a:pt x="47625" y="1200149"/>
                  </a:lnTo>
                  <a:lnTo>
                    <a:pt x="13949" y="1186200"/>
                  </a:lnTo>
                  <a:lnTo>
                    <a:pt x="9483" y="1181734"/>
                  </a:lnTo>
                  <a:lnTo>
                    <a:pt x="6041" y="1176584"/>
                  </a:lnTo>
                  <a:lnTo>
                    <a:pt x="3624" y="1170749"/>
                  </a:lnTo>
                  <a:lnTo>
                    <a:pt x="1208" y="1164915"/>
                  </a:lnTo>
                  <a:lnTo>
                    <a:pt x="0" y="1158840"/>
                  </a:lnTo>
                  <a:lnTo>
                    <a:pt x="0" y="1152524"/>
                  </a:lnTo>
                  <a:close/>
                </a:path>
              </a:pathLst>
            </a:custGeom>
            <a:grpFill/>
            <a:ln w="19049">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sp>
          <p:nvSpPr>
            <p:cNvPr id="45" name="object 45"/>
            <p:cNvSpPr/>
            <p:nvPr/>
          </p:nvSpPr>
          <p:spPr>
            <a:xfrm>
              <a:off x="9524999" y="1400174"/>
              <a:ext cx="300355" cy="342900"/>
            </a:xfrm>
            <a:custGeom>
              <a:avLst/>
              <a:gdLst/>
              <a:ahLst/>
              <a:cxnLst/>
              <a:rect l="l" t="t" r="r" b="b"/>
              <a:pathLst>
                <a:path w="300354" h="342900">
                  <a:moveTo>
                    <a:pt x="155647" y="171449"/>
                  </a:moveTo>
                  <a:lnTo>
                    <a:pt x="144389" y="171449"/>
                  </a:lnTo>
                  <a:lnTo>
                    <a:pt x="138815" y="170900"/>
                  </a:lnTo>
                  <a:lnTo>
                    <a:pt x="97712" y="153875"/>
                  </a:lnTo>
                  <a:lnTo>
                    <a:pt x="72973" y="123730"/>
                  </a:lnTo>
                  <a:lnTo>
                    <a:pt x="64293" y="91353"/>
                  </a:lnTo>
                  <a:lnTo>
                    <a:pt x="64293" y="80096"/>
                  </a:lnTo>
                  <a:lnTo>
                    <a:pt x="75613" y="42778"/>
                  </a:lnTo>
                  <a:lnTo>
                    <a:pt x="107072" y="11320"/>
                  </a:lnTo>
                  <a:lnTo>
                    <a:pt x="144389" y="0"/>
                  </a:lnTo>
                  <a:lnTo>
                    <a:pt x="155647" y="0"/>
                  </a:lnTo>
                  <a:lnTo>
                    <a:pt x="192964" y="11320"/>
                  </a:lnTo>
                  <a:lnTo>
                    <a:pt x="224423" y="42778"/>
                  </a:lnTo>
                  <a:lnTo>
                    <a:pt x="235743" y="80096"/>
                  </a:lnTo>
                  <a:lnTo>
                    <a:pt x="235743" y="91353"/>
                  </a:lnTo>
                  <a:lnTo>
                    <a:pt x="224423" y="128671"/>
                  </a:lnTo>
                  <a:lnTo>
                    <a:pt x="192964" y="160129"/>
                  </a:lnTo>
                  <a:lnTo>
                    <a:pt x="155647" y="171449"/>
                  </a:lnTo>
                  <a:close/>
                </a:path>
                <a:path w="300354" h="342900">
                  <a:moveTo>
                    <a:pt x="182299" y="323544"/>
                  </a:moveTo>
                  <a:lnTo>
                    <a:pt x="117737" y="323544"/>
                  </a:lnTo>
                  <a:lnTo>
                    <a:pt x="140039" y="240565"/>
                  </a:lnTo>
                  <a:lnTo>
                    <a:pt x="130797" y="225162"/>
                  </a:lnTo>
                  <a:lnTo>
                    <a:pt x="127609" y="219737"/>
                  </a:lnTo>
                  <a:lnTo>
                    <a:pt x="125466" y="216187"/>
                  </a:lnTo>
                  <a:lnTo>
                    <a:pt x="123401" y="212638"/>
                  </a:lnTo>
                  <a:lnTo>
                    <a:pt x="128520" y="203596"/>
                  </a:lnTo>
                  <a:lnTo>
                    <a:pt x="171583" y="203596"/>
                  </a:lnTo>
                  <a:lnTo>
                    <a:pt x="176740" y="212638"/>
                  </a:lnTo>
                  <a:lnTo>
                    <a:pt x="159997" y="240565"/>
                  </a:lnTo>
                  <a:lnTo>
                    <a:pt x="182299" y="323544"/>
                  </a:lnTo>
                  <a:close/>
                </a:path>
                <a:path w="300354" h="342900">
                  <a:moveTo>
                    <a:pt x="279476" y="342899"/>
                  </a:moveTo>
                  <a:lnTo>
                    <a:pt x="20560" y="342899"/>
                  </a:lnTo>
                  <a:lnTo>
                    <a:pt x="12559" y="341279"/>
                  </a:lnTo>
                  <a:lnTo>
                    <a:pt x="6018" y="336864"/>
                  </a:lnTo>
                  <a:lnTo>
                    <a:pt x="1615" y="330326"/>
                  </a:lnTo>
                  <a:lnTo>
                    <a:pt x="0" y="322339"/>
                  </a:lnTo>
                  <a:lnTo>
                    <a:pt x="6163" y="286289"/>
                  </a:lnTo>
                  <a:lnTo>
                    <a:pt x="23239" y="255400"/>
                  </a:lnTo>
                  <a:lnTo>
                    <a:pt x="49105" y="231794"/>
                  </a:lnTo>
                  <a:lnTo>
                    <a:pt x="81639" y="217594"/>
                  </a:lnTo>
                  <a:lnTo>
                    <a:pt x="87064" y="216187"/>
                  </a:lnTo>
                  <a:lnTo>
                    <a:pt x="92288" y="219737"/>
                  </a:lnTo>
                  <a:lnTo>
                    <a:pt x="117737" y="323544"/>
                  </a:lnTo>
                  <a:lnTo>
                    <a:pt x="299794" y="323544"/>
                  </a:lnTo>
                  <a:lnTo>
                    <a:pt x="298425" y="330326"/>
                  </a:lnTo>
                  <a:lnTo>
                    <a:pt x="294026" y="336864"/>
                  </a:lnTo>
                  <a:lnTo>
                    <a:pt x="287492" y="341279"/>
                  </a:lnTo>
                  <a:lnTo>
                    <a:pt x="279476" y="342899"/>
                  </a:lnTo>
                  <a:close/>
                </a:path>
                <a:path w="300354" h="342900">
                  <a:moveTo>
                    <a:pt x="299794" y="323544"/>
                  </a:moveTo>
                  <a:lnTo>
                    <a:pt x="182299" y="323544"/>
                  </a:lnTo>
                  <a:lnTo>
                    <a:pt x="206409" y="225162"/>
                  </a:lnTo>
                  <a:lnTo>
                    <a:pt x="207847" y="219737"/>
                  </a:lnTo>
                  <a:lnTo>
                    <a:pt x="213071" y="216187"/>
                  </a:lnTo>
                  <a:lnTo>
                    <a:pt x="212701" y="216187"/>
                  </a:lnTo>
                  <a:lnTo>
                    <a:pt x="250931" y="231794"/>
                  </a:lnTo>
                  <a:lnTo>
                    <a:pt x="293873" y="286289"/>
                  </a:lnTo>
                  <a:lnTo>
                    <a:pt x="300037" y="322339"/>
                  </a:lnTo>
                  <a:lnTo>
                    <a:pt x="299794" y="323544"/>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grpSp>
      <p:grpSp>
        <p:nvGrpSpPr>
          <p:cNvPr id="47" name="object 47"/>
          <p:cNvGrpSpPr/>
          <p:nvPr/>
        </p:nvGrpSpPr>
        <p:grpSpPr>
          <a:xfrm>
            <a:off x="7749865" y="1068558"/>
            <a:ext cx="1219200" cy="1219200"/>
            <a:chOff x="7619999" y="1219199"/>
            <a:chExt cx="1219200" cy="1219200"/>
          </a:xfrm>
          <a:solidFill>
            <a:schemeClr val="accent4">
              <a:lumMod val="20000"/>
              <a:lumOff val="80000"/>
            </a:schemeClr>
          </a:solidFill>
        </p:grpSpPr>
        <p:sp>
          <p:nvSpPr>
            <p:cNvPr id="48" name="object 48"/>
            <p:cNvSpPr/>
            <p:nvPr/>
          </p:nvSpPr>
          <p:spPr>
            <a:xfrm>
              <a:off x="7629524" y="1228724"/>
              <a:ext cx="1200150" cy="1200150"/>
            </a:xfrm>
            <a:custGeom>
              <a:avLst/>
              <a:gdLst/>
              <a:ahLst/>
              <a:cxnLst/>
              <a:rect l="l" t="t" r="r" b="b"/>
              <a:pathLst>
                <a:path w="1200150" h="1200150">
                  <a:moveTo>
                    <a:pt x="1158840" y="1200149"/>
                  </a:moveTo>
                  <a:lnTo>
                    <a:pt x="41308" y="1200149"/>
                  </a:lnTo>
                  <a:lnTo>
                    <a:pt x="35233" y="1198941"/>
                  </a:lnTo>
                  <a:lnTo>
                    <a:pt x="1208" y="1164915"/>
                  </a:lnTo>
                  <a:lnTo>
                    <a:pt x="0" y="1158840"/>
                  </a:lnTo>
                  <a:lnTo>
                    <a:pt x="0" y="1152524"/>
                  </a:lnTo>
                  <a:lnTo>
                    <a:pt x="0" y="41309"/>
                  </a:lnTo>
                  <a:lnTo>
                    <a:pt x="23563" y="6041"/>
                  </a:lnTo>
                  <a:lnTo>
                    <a:pt x="41308" y="0"/>
                  </a:lnTo>
                  <a:lnTo>
                    <a:pt x="1158840" y="0"/>
                  </a:lnTo>
                  <a:lnTo>
                    <a:pt x="1194107" y="23564"/>
                  </a:lnTo>
                  <a:lnTo>
                    <a:pt x="1200149" y="41309"/>
                  </a:lnTo>
                  <a:lnTo>
                    <a:pt x="1200149" y="1158840"/>
                  </a:lnTo>
                  <a:lnTo>
                    <a:pt x="1176584" y="1194107"/>
                  </a:lnTo>
                  <a:lnTo>
                    <a:pt x="1164914" y="1198941"/>
                  </a:lnTo>
                  <a:lnTo>
                    <a:pt x="1158840" y="120014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sp>
          <p:nvSpPr>
            <p:cNvPr id="49" name="object 49"/>
            <p:cNvSpPr/>
            <p:nvPr/>
          </p:nvSpPr>
          <p:spPr>
            <a:xfrm>
              <a:off x="7629524" y="1228724"/>
              <a:ext cx="1200150" cy="1200150"/>
            </a:xfrm>
            <a:custGeom>
              <a:avLst/>
              <a:gdLst/>
              <a:ahLst/>
              <a:cxnLst/>
              <a:rect l="l" t="t" r="r" b="b"/>
              <a:pathLst>
                <a:path w="1200150" h="1200150">
                  <a:moveTo>
                    <a:pt x="0" y="1152524"/>
                  </a:moveTo>
                  <a:lnTo>
                    <a:pt x="0" y="47624"/>
                  </a:lnTo>
                  <a:lnTo>
                    <a:pt x="0" y="41309"/>
                  </a:lnTo>
                  <a:lnTo>
                    <a:pt x="1208" y="35234"/>
                  </a:lnTo>
                  <a:lnTo>
                    <a:pt x="3624" y="29399"/>
                  </a:lnTo>
                  <a:lnTo>
                    <a:pt x="6041" y="23564"/>
                  </a:lnTo>
                  <a:lnTo>
                    <a:pt x="9482" y="18414"/>
                  </a:lnTo>
                  <a:lnTo>
                    <a:pt x="13948" y="13948"/>
                  </a:lnTo>
                  <a:lnTo>
                    <a:pt x="18414" y="9483"/>
                  </a:lnTo>
                  <a:lnTo>
                    <a:pt x="23563" y="6041"/>
                  </a:lnTo>
                  <a:lnTo>
                    <a:pt x="29398" y="3625"/>
                  </a:lnTo>
                  <a:lnTo>
                    <a:pt x="35233" y="1208"/>
                  </a:lnTo>
                  <a:lnTo>
                    <a:pt x="41308" y="0"/>
                  </a:lnTo>
                  <a:lnTo>
                    <a:pt x="47624" y="0"/>
                  </a:lnTo>
                  <a:lnTo>
                    <a:pt x="1152524" y="0"/>
                  </a:lnTo>
                  <a:lnTo>
                    <a:pt x="1158840" y="0"/>
                  </a:lnTo>
                  <a:lnTo>
                    <a:pt x="1164914" y="1208"/>
                  </a:lnTo>
                  <a:lnTo>
                    <a:pt x="1170749" y="3625"/>
                  </a:lnTo>
                  <a:lnTo>
                    <a:pt x="1176584" y="6041"/>
                  </a:lnTo>
                  <a:lnTo>
                    <a:pt x="1196523" y="29399"/>
                  </a:lnTo>
                  <a:lnTo>
                    <a:pt x="1198940" y="35234"/>
                  </a:lnTo>
                  <a:lnTo>
                    <a:pt x="1200149" y="41309"/>
                  </a:lnTo>
                  <a:lnTo>
                    <a:pt x="1200149" y="47624"/>
                  </a:lnTo>
                  <a:lnTo>
                    <a:pt x="1200149" y="1152524"/>
                  </a:lnTo>
                  <a:lnTo>
                    <a:pt x="1200149" y="1158840"/>
                  </a:lnTo>
                  <a:lnTo>
                    <a:pt x="1198940" y="1164915"/>
                  </a:lnTo>
                  <a:lnTo>
                    <a:pt x="1196523" y="1170749"/>
                  </a:lnTo>
                  <a:lnTo>
                    <a:pt x="1194107" y="1176584"/>
                  </a:lnTo>
                  <a:lnTo>
                    <a:pt x="1170749" y="1196524"/>
                  </a:lnTo>
                  <a:lnTo>
                    <a:pt x="1164914" y="1198941"/>
                  </a:lnTo>
                  <a:lnTo>
                    <a:pt x="1158840" y="1200149"/>
                  </a:lnTo>
                  <a:lnTo>
                    <a:pt x="1152524" y="1200149"/>
                  </a:lnTo>
                  <a:lnTo>
                    <a:pt x="47624" y="1200149"/>
                  </a:lnTo>
                  <a:lnTo>
                    <a:pt x="13948" y="1186200"/>
                  </a:lnTo>
                  <a:lnTo>
                    <a:pt x="9482" y="1181734"/>
                  </a:lnTo>
                  <a:lnTo>
                    <a:pt x="6041" y="1176584"/>
                  </a:lnTo>
                  <a:lnTo>
                    <a:pt x="3624" y="1170749"/>
                  </a:lnTo>
                  <a:lnTo>
                    <a:pt x="1208" y="1164915"/>
                  </a:lnTo>
                  <a:lnTo>
                    <a:pt x="0" y="1158840"/>
                  </a:lnTo>
                  <a:lnTo>
                    <a:pt x="0" y="1152524"/>
                  </a:lnTo>
                  <a:close/>
                </a:path>
              </a:pathLst>
            </a:custGeom>
            <a:grpFill/>
            <a:ln w="19049">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sp>
          <p:nvSpPr>
            <p:cNvPr id="50" name="object 50"/>
            <p:cNvSpPr/>
            <p:nvPr/>
          </p:nvSpPr>
          <p:spPr>
            <a:xfrm>
              <a:off x="8039099" y="1443037"/>
              <a:ext cx="386080" cy="257175"/>
            </a:xfrm>
            <a:custGeom>
              <a:avLst/>
              <a:gdLst/>
              <a:ahLst/>
              <a:cxnLst/>
              <a:rect l="l" t="t" r="r" b="b"/>
              <a:pathLst>
                <a:path w="386079" h="257175">
                  <a:moveTo>
                    <a:pt x="342899" y="257174"/>
                  </a:moveTo>
                  <a:lnTo>
                    <a:pt x="42862" y="257174"/>
                  </a:lnTo>
                  <a:lnTo>
                    <a:pt x="26191" y="253802"/>
                  </a:lnTo>
                  <a:lnTo>
                    <a:pt x="12565" y="244609"/>
                  </a:lnTo>
                  <a:lnTo>
                    <a:pt x="3372" y="230983"/>
                  </a:lnTo>
                  <a:lnTo>
                    <a:pt x="0" y="214312"/>
                  </a:lnTo>
                  <a:lnTo>
                    <a:pt x="0" y="165556"/>
                  </a:lnTo>
                  <a:lnTo>
                    <a:pt x="4955" y="160935"/>
                  </a:lnTo>
                  <a:lnTo>
                    <a:pt x="10514" y="158993"/>
                  </a:lnTo>
                  <a:lnTo>
                    <a:pt x="19206" y="154383"/>
                  </a:lnTo>
                  <a:lnTo>
                    <a:pt x="26052" y="147431"/>
                  </a:lnTo>
                  <a:lnTo>
                    <a:pt x="30537" y="138659"/>
                  </a:lnTo>
                  <a:lnTo>
                    <a:pt x="32146" y="128587"/>
                  </a:lnTo>
                  <a:lnTo>
                    <a:pt x="30537" y="118515"/>
                  </a:lnTo>
                  <a:lnTo>
                    <a:pt x="26052" y="109743"/>
                  </a:lnTo>
                  <a:lnTo>
                    <a:pt x="19206" y="102791"/>
                  </a:lnTo>
                  <a:lnTo>
                    <a:pt x="10514" y="98181"/>
                  </a:lnTo>
                  <a:lnTo>
                    <a:pt x="4955" y="96239"/>
                  </a:lnTo>
                  <a:lnTo>
                    <a:pt x="0" y="91618"/>
                  </a:lnTo>
                  <a:lnTo>
                    <a:pt x="0" y="42862"/>
                  </a:lnTo>
                  <a:lnTo>
                    <a:pt x="3372" y="26191"/>
                  </a:lnTo>
                  <a:lnTo>
                    <a:pt x="12565" y="12565"/>
                  </a:lnTo>
                  <a:lnTo>
                    <a:pt x="26191" y="3372"/>
                  </a:lnTo>
                  <a:lnTo>
                    <a:pt x="42862" y="0"/>
                  </a:lnTo>
                  <a:lnTo>
                    <a:pt x="342899" y="0"/>
                  </a:lnTo>
                  <a:lnTo>
                    <a:pt x="359570" y="3372"/>
                  </a:lnTo>
                  <a:lnTo>
                    <a:pt x="373196" y="12565"/>
                  </a:lnTo>
                  <a:lnTo>
                    <a:pt x="382389" y="26191"/>
                  </a:lnTo>
                  <a:lnTo>
                    <a:pt x="385762" y="42862"/>
                  </a:lnTo>
                  <a:lnTo>
                    <a:pt x="385762" y="91618"/>
                  </a:lnTo>
                  <a:lnTo>
                    <a:pt x="380806" y="96239"/>
                  </a:lnTo>
                  <a:lnTo>
                    <a:pt x="375247" y="98181"/>
                  </a:lnTo>
                  <a:lnTo>
                    <a:pt x="366555" y="102791"/>
                  </a:lnTo>
                  <a:lnTo>
                    <a:pt x="359710" y="109743"/>
                  </a:lnTo>
                  <a:lnTo>
                    <a:pt x="355225" y="118515"/>
                  </a:lnTo>
                  <a:lnTo>
                    <a:pt x="353615" y="128587"/>
                  </a:lnTo>
                  <a:lnTo>
                    <a:pt x="355225" y="138659"/>
                  </a:lnTo>
                  <a:lnTo>
                    <a:pt x="359710" y="147431"/>
                  </a:lnTo>
                  <a:lnTo>
                    <a:pt x="366555" y="154383"/>
                  </a:lnTo>
                  <a:lnTo>
                    <a:pt x="375247" y="158993"/>
                  </a:lnTo>
                  <a:lnTo>
                    <a:pt x="380806" y="160935"/>
                  </a:lnTo>
                  <a:lnTo>
                    <a:pt x="385762" y="165556"/>
                  </a:lnTo>
                  <a:lnTo>
                    <a:pt x="385762" y="214312"/>
                  </a:lnTo>
                  <a:lnTo>
                    <a:pt x="382389" y="230983"/>
                  </a:lnTo>
                  <a:lnTo>
                    <a:pt x="373196" y="244609"/>
                  </a:lnTo>
                  <a:lnTo>
                    <a:pt x="359570" y="253802"/>
                  </a:lnTo>
                  <a:lnTo>
                    <a:pt x="342899" y="257174"/>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grpSp>
      <p:sp>
        <p:nvSpPr>
          <p:cNvPr id="51" name="object 51"/>
          <p:cNvSpPr txBox="1"/>
          <p:nvPr/>
        </p:nvSpPr>
        <p:spPr>
          <a:xfrm>
            <a:off x="7903258" y="1634860"/>
            <a:ext cx="912494" cy="590546"/>
          </a:xfrm>
          <a:prstGeom prst="rect">
            <a:avLst/>
          </a:prstGeom>
        </p:spPr>
        <p:txBody>
          <a:bodyPr vert="horz" wrap="square" lIns="0" tIns="59055" rIns="0" bIns="0" rtlCol="0">
            <a:spAutoFit/>
          </a:bodyPr>
          <a:lstStyle/>
          <a:p>
            <a:pPr algn="ctr">
              <a:lnSpc>
                <a:spcPct val="100000"/>
              </a:lnSpc>
              <a:spcBef>
                <a:spcPts val="465"/>
              </a:spcBef>
            </a:pPr>
            <a:r>
              <a:rPr sz="1600" b="1" spc="-10" dirty="0">
                <a:solidFill>
                  <a:schemeClr val="accent4">
                    <a:lumMod val="50000"/>
                  </a:schemeClr>
                </a:solidFill>
                <a:latin typeface="+mj-lt"/>
                <a:ea typeface="Lato" panose="020F0502020204030203" pitchFamily="34" charset="0"/>
                <a:cs typeface="Arial" panose="020B0604020202020204" pitchFamily="34" charset="0"/>
              </a:rPr>
              <a:t>Tickets</a:t>
            </a:r>
            <a:endParaRPr sz="1600" b="1" dirty="0">
              <a:solidFill>
                <a:schemeClr val="accent4">
                  <a:lumMod val="50000"/>
                </a:schemeClr>
              </a:solidFill>
              <a:latin typeface="+mj-lt"/>
              <a:ea typeface="Lato" panose="020F0502020204030203" pitchFamily="34" charset="0"/>
              <a:cs typeface="Arial" panose="020B0604020202020204" pitchFamily="34" charset="0"/>
            </a:endParaRPr>
          </a:p>
          <a:p>
            <a:pPr algn="ctr">
              <a:lnSpc>
                <a:spcPct val="100000"/>
              </a:lnSpc>
              <a:spcBef>
                <a:spcPts val="265"/>
              </a:spcBef>
            </a:pPr>
            <a:r>
              <a:rPr sz="1600" b="1" spc="-10" dirty="0">
                <a:solidFill>
                  <a:schemeClr val="accent4">
                    <a:lumMod val="50000"/>
                  </a:schemeClr>
                </a:solidFill>
                <a:latin typeface="+mj-lt"/>
                <a:ea typeface="Lato" panose="020F0502020204030203" pitchFamily="34" charset="0"/>
                <a:cs typeface="Arial" panose="020B0604020202020204" pitchFamily="34" charset="0"/>
              </a:rPr>
              <a:t>97,498</a:t>
            </a:r>
            <a:r>
              <a:rPr sz="1600" b="1" spc="-60" dirty="0">
                <a:solidFill>
                  <a:schemeClr val="accent4">
                    <a:lumMod val="50000"/>
                  </a:schemeClr>
                </a:solidFill>
                <a:latin typeface="+mj-lt"/>
                <a:ea typeface="Lato" panose="020F0502020204030203" pitchFamily="34" charset="0"/>
                <a:cs typeface="Arial" panose="020B0604020202020204" pitchFamily="34" charset="0"/>
              </a:rPr>
              <a:t> </a:t>
            </a:r>
            <a:endParaRPr sz="1600" b="1"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52" name="object 52"/>
          <p:cNvSpPr txBox="1"/>
          <p:nvPr/>
        </p:nvSpPr>
        <p:spPr>
          <a:xfrm>
            <a:off x="9481133" y="1634860"/>
            <a:ext cx="652145" cy="590546"/>
          </a:xfrm>
          <a:prstGeom prst="rect">
            <a:avLst/>
          </a:prstGeom>
        </p:spPr>
        <p:txBody>
          <a:bodyPr vert="horz" wrap="square" lIns="0" tIns="59055" rIns="0" bIns="0" rtlCol="0">
            <a:spAutoFit/>
          </a:bodyPr>
          <a:lstStyle/>
          <a:p>
            <a:pPr algn="ctr">
              <a:lnSpc>
                <a:spcPct val="100000"/>
              </a:lnSpc>
              <a:spcBef>
                <a:spcPts val="465"/>
              </a:spcBef>
            </a:pPr>
            <a:r>
              <a:rPr sz="1600" b="1" spc="-10" dirty="0">
                <a:solidFill>
                  <a:schemeClr val="accent4">
                    <a:lumMod val="50000"/>
                  </a:schemeClr>
                </a:solidFill>
                <a:latin typeface="+mj-lt"/>
                <a:ea typeface="Lato" panose="020F0502020204030203" pitchFamily="34" charset="0"/>
                <a:cs typeface="Arial" panose="020B0604020202020204" pitchFamily="34" charset="0"/>
              </a:rPr>
              <a:t>Agents</a:t>
            </a:r>
            <a:endParaRPr sz="1600" b="1" dirty="0">
              <a:solidFill>
                <a:schemeClr val="accent4">
                  <a:lumMod val="50000"/>
                </a:schemeClr>
              </a:solidFill>
              <a:latin typeface="+mj-lt"/>
              <a:ea typeface="Lato" panose="020F0502020204030203" pitchFamily="34" charset="0"/>
              <a:cs typeface="Arial" panose="020B0604020202020204" pitchFamily="34" charset="0"/>
            </a:endParaRPr>
          </a:p>
          <a:p>
            <a:pPr algn="ctr">
              <a:lnSpc>
                <a:spcPct val="100000"/>
              </a:lnSpc>
              <a:spcBef>
                <a:spcPts val="265"/>
              </a:spcBef>
            </a:pPr>
            <a:r>
              <a:rPr sz="1600" b="1" spc="-10" dirty="0">
                <a:solidFill>
                  <a:schemeClr val="accent4">
                    <a:lumMod val="50000"/>
                  </a:schemeClr>
                </a:solidFill>
                <a:latin typeface="+mj-lt"/>
                <a:ea typeface="Lato" panose="020F0502020204030203" pitchFamily="34" charset="0"/>
                <a:cs typeface="Arial" panose="020B0604020202020204" pitchFamily="34" charset="0"/>
              </a:rPr>
              <a:t>50</a:t>
            </a:r>
            <a:r>
              <a:rPr sz="1600" b="1" spc="-65" dirty="0">
                <a:solidFill>
                  <a:schemeClr val="accent4">
                    <a:lumMod val="50000"/>
                  </a:schemeClr>
                </a:solidFill>
                <a:latin typeface="+mj-lt"/>
                <a:ea typeface="Lato" panose="020F0502020204030203" pitchFamily="34" charset="0"/>
                <a:cs typeface="Arial" panose="020B0604020202020204" pitchFamily="34" charset="0"/>
              </a:rPr>
              <a:t> </a:t>
            </a:r>
            <a:endParaRPr sz="1600" b="1" dirty="0">
              <a:solidFill>
                <a:schemeClr val="accent4">
                  <a:lumMod val="50000"/>
                </a:schemeClr>
              </a:solidFill>
              <a:latin typeface="+mj-lt"/>
              <a:ea typeface="Lato" panose="020F0502020204030203" pitchFamily="34" charset="0"/>
              <a:cs typeface="Arial" panose="020B0604020202020204" pitchFamily="34" charset="0"/>
            </a:endParaRPr>
          </a:p>
        </p:txBody>
      </p:sp>
      <p:grpSp>
        <p:nvGrpSpPr>
          <p:cNvPr id="46" name="object 38">
            <a:extLst>
              <a:ext uri="{FF2B5EF4-FFF2-40B4-BE49-F238E27FC236}">
                <a16:creationId xmlns:a16="http://schemas.microsoft.com/office/drawing/2014/main" id="{8672A46B-31B7-458E-8205-616261095891}"/>
              </a:ext>
            </a:extLst>
          </p:cNvPr>
          <p:cNvGrpSpPr/>
          <p:nvPr/>
        </p:nvGrpSpPr>
        <p:grpSpPr>
          <a:xfrm>
            <a:off x="-6054345" y="3378854"/>
            <a:ext cx="5410800" cy="608400"/>
            <a:chOff x="6095999" y="4314824"/>
            <a:chExt cx="2800350" cy="914400"/>
          </a:xfrm>
          <a:solidFill>
            <a:schemeClr val="accent4">
              <a:lumMod val="20000"/>
              <a:lumOff val="80000"/>
            </a:schemeClr>
          </a:solidFill>
        </p:grpSpPr>
        <p:sp>
          <p:nvSpPr>
            <p:cNvPr id="54" name="object 39">
              <a:extLst>
                <a:ext uri="{FF2B5EF4-FFF2-40B4-BE49-F238E27FC236}">
                  <a16:creationId xmlns:a16="http://schemas.microsoft.com/office/drawing/2014/main" id="{494B5617-B403-4378-B1E7-3BA3BFF64A83}"/>
                </a:ext>
              </a:extLst>
            </p:cNvPr>
            <p:cNvSpPr/>
            <p:nvPr/>
          </p:nvSpPr>
          <p:spPr>
            <a:xfrm>
              <a:off x="6095999" y="4314824"/>
              <a:ext cx="2800350" cy="914400"/>
            </a:xfrm>
            <a:custGeom>
              <a:avLst/>
              <a:gdLst/>
              <a:ahLst/>
              <a:cxnLst/>
              <a:rect l="l" t="t" r="r" b="b"/>
              <a:pathLst>
                <a:path w="2800350" h="914400">
                  <a:moveTo>
                    <a:pt x="2800349" y="914399"/>
                  </a:moveTo>
                  <a:lnTo>
                    <a:pt x="0" y="914399"/>
                  </a:lnTo>
                  <a:lnTo>
                    <a:pt x="0" y="0"/>
                  </a:lnTo>
                  <a:lnTo>
                    <a:pt x="2800349" y="0"/>
                  </a:lnTo>
                  <a:lnTo>
                    <a:pt x="2800349" y="914399"/>
                  </a:lnTo>
                  <a:close/>
                </a:path>
              </a:pathLst>
            </a:custGeom>
            <a:grpFill/>
          </p:spPr>
          <p:txBody>
            <a:bodyPr wrap="square" lIns="0" tIns="0" rIns="0" bIns="0" rtlCol="0"/>
            <a:lstStyle/>
            <a:p>
              <a:endParaRPr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55" name="object 40">
              <a:extLst>
                <a:ext uri="{FF2B5EF4-FFF2-40B4-BE49-F238E27FC236}">
                  <a16:creationId xmlns:a16="http://schemas.microsoft.com/office/drawing/2014/main" id="{A44E059E-E917-4B20-9EE4-6FDC440A0191}"/>
                </a:ext>
              </a:extLst>
            </p:cNvPr>
            <p:cNvSpPr/>
            <p:nvPr/>
          </p:nvSpPr>
          <p:spPr>
            <a:xfrm>
              <a:off x="6095999" y="4314824"/>
              <a:ext cx="18632" cy="914400"/>
            </a:xfrm>
            <a:custGeom>
              <a:avLst/>
              <a:gdLst/>
              <a:ahLst/>
              <a:cxnLst/>
              <a:rect l="l" t="t" r="r" b="b"/>
              <a:pathLst>
                <a:path w="28575" h="914400">
                  <a:moveTo>
                    <a:pt x="28574" y="914399"/>
                  </a:moveTo>
                  <a:lnTo>
                    <a:pt x="0" y="914399"/>
                  </a:lnTo>
                  <a:lnTo>
                    <a:pt x="0" y="0"/>
                  </a:lnTo>
                  <a:lnTo>
                    <a:pt x="28574" y="0"/>
                  </a:lnTo>
                  <a:lnTo>
                    <a:pt x="28574" y="914399"/>
                  </a:lnTo>
                  <a:close/>
                </a:path>
              </a:pathLst>
            </a:custGeom>
            <a:grpFill/>
          </p:spPr>
          <p:txBody>
            <a:bodyPr wrap="square" lIns="0" tIns="0" rIns="0" bIns="0" rtlCol="0"/>
            <a:lstStyle/>
            <a:p>
              <a:endParaRPr dirty="0">
                <a:solidFill>
                  <a:schemeClr val="accent4">
                    <a:lumMod val="50000"/>
                  </a:schemeClr>
                </a:solidFill>
                <a:latin typeface="+mj-lt"/>
                <a:ea typeface="Lato" panose="020F0502020204030203" pitchFamily="34" charset="0"/>
                <a:cs typeface="Arial" panose="020B0604020202020204" pitchFamily="34" charset="0"/>
              </a:endParaRPr>
            </a:p>
          </p:txBody>
        </p:sp>
      </p:grpSp>
      <p:grpSp>
        <p:nvGrpSpPr>
          <p:cNvPr id="56" name="object 38">
            <a:extLst>
              <a:ext uri="{FF2B5EF4-FFF2-40B4-BE49-F238E27FC236}">
                <a16:creationId xmlns:a16="http://schemas.microsoft.com/office/drawing/2014/main" id="{F2B411E0-FEE7-4426-BF36-FE19DBE80F91}"/>
              </a:ext>
            </a:extLst>
          </p:cNvPr>
          <p:cNvGrpSpPr/>
          <p:nvPr/>
        </p:nvGrpSpPr>
        <p:grpSpPr>
          <a:xfrm>
            <a:off x="292059" y="1299600"/>
            <a:ext cx="5636206" cy="1115307"/>
            <a:chOff x="6095999" y="4314824"/>
            <a:chExt cx="2863255" cy="1554668"/>
          </a:xfrm>
        </p:grpSpPr>
        <p:sp>
          <p:nvSpPr>
            <p:cNvPr id="57" name="object 39">
              <a:extLst>
                <a:ext uri="{FF2B5EF4-FFF2-40B4-BE49-F238E27FC236}">
                  <a16:creationId xmlns:a16="http://schemas.microsoft.com/office/drawing/2014/main" id="{89F12B9B-9040-423F-966D-BA2FD0A0228F}"/>
                </a:ext>
              </a:extLst>
            </p:cNvPr>
            <p:cNvSpPr/>
            <p:nvPr/>
          </p:nvSpPr>
          <p:spPr>
            <a:xfrm>
              <a:off x="6095999" y="4314824"/>
              <a:ext cx="2863255" cy="1554668"/>
            </a:xfrm>
            <a:custGeom>
              <a:avLst/>
              <a:gdLst/>
              <a:ahLst/>
              <a:cxnLst/>
              <a:rect l="l" t="t" r="r" b="b"/>
              <a:pathLst>
                <a:path w="2800350" h="914400">
                  <a:moveTo>
                    <a:pt x="2800349" y="914399"/>
                  </a:moveTo>
                  <a:lnTo>
                    <a:pt x="0" y="914399"/>
                  </a:lnTo>
                  <a:lnTo>
                    <a:pt x="0" y="0"/>
                  </a:lnTo>
                  <a:lnTo>
                    <a:pt x="2800349" y="0"/>
                  </a:lnTo>
                  <a:lnTo>
                    <a:pt x="2800349" y="914399"/>
                  </a:lnTo>
                  <a:close/>
                </a:path>
              </a:pathLst>
            </a:custGeom>
            <a:solidFill>
              <a:schemeClr val="accent4">
                <a:lumMod val="20000"/>
                <a:lumOff val="80000"/>
                <a:alpha val="79998"/>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58" name="object 40">
              <a:extLst>
                <a:ext uri="{FF2B5EF4-FFF2-40B4-BE49-F238E27FC236}">
                  <a16:creationId xmlns:a16="http://schemas.microsoft.com/office/drawing/2014/main" id="{08695B27-F841-4331-90EC-44A61BCB8845}"/>
                </a:ext>
              </a:extLst>
            </p:cNvPr>
            <p:cNvSpPr/>
            <p:nvPr/>
          </p:nvSpPr>
          <p:spPr>
            <a:xfrm>
              <a:off x="6095999" y="4314824"/>
              <a:ext cx="18632" cy="1554479"/>
            </a:xfrm>
            <a:custGeom>
              <a:avLst/>
              <a:gdLst/>
              <a:ahLst/>
              <a:cxnLst/>
              <a:rect l="l" t="t" r="r" b="b"/>
              <a:pathLst>
                <a:path w="28575" h="914400">
                  <a:moveTo>
                    <a:pt x="28574" y="914399"/>
                  </a:moveTo>
                  <a:lnTo>
                    <a:pt x="0" y="914399"/>
                  </a:lnTo>
                  <a:lnTo>
                    <a:pt x="0" y="0"/>
                  </a:lnTo>
                  <a:lnTo>
                    <a:pt x="28574" y="0"/>
                  </a:lnTo>
                  <a:lnTo>
                    <a:pt x="28574" y="9143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grpSp>
      <p:sp>
        <p:nvSpPr>
          <p:cNvPr id="11" name="object 11"/>
          <p:cNvSpPr txBox="1"/>
          <p:nvPr/>
        </p:nvSpPr>
        <p:spPr>
          <a:xfrm>
            <a:off x="472603" y="1390482"/>
            <a:ext cx="6105526" cy="901401"/>
          </a:xfrm>
          <a:prstGeom prst="rect">
            <a:avLst/>
          </a:prstGeom>
        </p:spPr>
        <p:txBody>
          <a:bodyPr vert="horz" wrap="square" lIns="0" tIns="20955" rIns="0" bIns="0" rtlCol="0">
            <a:spAutoFit/>
          </a:bodyPr>
          <a:lstStyle/>
          <a:p>
            <a:pPr marL="114300" marR="514350">
              <a:lnSpc>
                <a:spcPct val="121800"/>
              </a:lnSpc>
              <a:spcBef>
                <a:spcPts val="165"/>
              </a:spcBef>
            </a:pPr>
            <a:r>
              <a:rPr sz="1600" spc="-60" dirty="0">
                <a:solidFill>
                  <a:schemeClr val="accent4">
                    <a:lumMod val="50000"/>
                  </a:schemeClr>
                </a:solidFill>
                <a:latin typeface="+mj-lt"/>
                <a:ea typeface="Lato" panose="020F0502020204030203" pitchFamily="34" charset="0"/>
                <a:cs typeface="Arial" panose="020B0604020202020204" pitchFamily="34" charset="0"/>
              </a:rPr>
              <a:t>Tickets</a:t>
            </a:r>
            <a:r>
              <a:rPr sz="1600" spc="-100" dirty="0">
                <a:solidFill>
                  <a:schemeClr val="accent4">
                    <a:lumMod val="50000"/>
                  </a:schemeClr>
                </a:solidFill>
                <a:latin typeface="+mj-lt"/>
                <a:ea typeface="Lato" panose="020F0502020204030203" pitchFamily="34" charset="0"/>
                <a:cs typeface="Arial" panose="020B0604020202020204" pitchFamily="34" charset="0"/>
              </a:rPr>
              <a:t> </a:t>
            </a:r>
            <a:r>
              <a:rPr sz="1600" spc="-85" dirty="0">
                <a:solidFill>
                  <a:schemeClr val="accent4">
                    <a:lumMod val="50000"/>
                  </a:schemeClr>
                </a:solidFill>
                <a:latin typeface="+mj-lt"/>
                <a:ea typeface="Lato" panose="020F0502020204030203" pitchFamily="34" charset="0"/>
                <a:cs typeface="Arial" panose="020B0604020202020204" pitchFamily="34" charset="0"/>
              </a:rPr>
              <a:t>Sheet:</a:t>
            </a:r>
            <a:r>
              <a:rPr sz="1600" spc="-9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97,498</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records</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with</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attributes</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like</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lang="en-IN" sz="1600" spc="-50" dirty="0">
                <a:solidFill>
                  <a:schemeClr val="accent4">
                    <a:lumMod val="50000"/>
                  </a:schemeClr>
                </a:solidFill>
                <a:latin typeface="+mj-lt"/>
                <a:ea typeface="Lato" panose="020F0502020204030203" pitchFamily="34" charset="0"/>
                <a:cs typeface="Arial" panose="020B0604020202020204" pitchFamily="34" charset="0"/>
              </a:rPr>
              <a:t>ID Ticket, </a:t>
            </a:r>
            <a:r>
              <a:rPr lang="en-IN" sz="1600" spc="-50" dirty="0" err="1">
                <a:solidFill>
                  <a:schemeClr val="accent4">
                    <a:lumMod val="50000"/>
                  </a:schemeClr>
                </a:solidFill>
                <a:latin typeface="+mj-lt"/>
                <a:ea typeface="Lato" panose="020F0502020204030203" pitchFamily="34" charset="0"/>
                <a:cs typeface="Arial" panose="020B0604020202020204" pitchFamily="34" charset="0"/>
              </a:rPr>
              <a:t>Fecha</a:t>
            </a:r>
            <a:r>
              <a:rPr lang="en-IN" sz="1600" spc="-50" dirty="0">
                <a:solidFill>
                  <a:schemeClr val="accent4">
                    <a:lumMod val="50000"/>
                  </a:schemeClr>
                </a:solidFill>
                <a:latin typeface="+mj-lt"/>
                <a:ea typeface="Lato" panose="020F0502020204030203" pitchFamily="34" charset="0"/>
                <a:cs typeface="Arial" panose="020B0604020202020204" pitchFamily="34" charset="0"/>
              </a:rPr>
              <a:t>, Employee ID Agent ID, Request Category, Issue </a:t>
            </a:r>
            <a:r>
              <a:rPr lang="en-IN" sz="1600" spc="-10" dirty="0">
                <a:solidFill>
                  <a:schemeClr val="accent4">
                    <a:lumMod val="50000"/>
                  </a:schemeClr>
                </a:solidFill>
                <a:latin typeface="+mj-lt"/>
                <a:ea typeface="Lato" panose="020F0502020204030203" pitchFamily="34" charset="0"/>
                <a:cs typeface="Arial" panose="020B0604020202020204" pitchFamily="34" charset="0"/>
              </a:rPr>
              <a:t>T</a:t>
            </a:r>
            <a:r>
              <a:rPr sz="1600" spc="-10" dirty="0" err="1">
                <a:solidFill>
                  <a:schemeClr val="accent4">
                    <a:lumMod val="50000"/>
                  </a:schemeClr>
                </a:solidFill>
                <a:latin typeface="+mj-lt"/>
                <a:ea typeface="Lato" panose="020F0502020204030203" pitchFamily="34" charset="0"/>
                <a:cs typeface="Arial" panose="020B0604020202020204" pitchFamily="34" charset="0"/>
              </a:rPr>
              <a:t>ype</a:t>
            </a:r>
            <a:r>
              <a:rPr sz="1600" spc="-10" dirty="0">
                <a:solidFill>
                  <a:schemeClr val="accent4">
                    <a:lumMod val="50000"/>
                  </a:schemeClr>
                </a:solidFill>
                <a:latin typeface="+mj-lt"/>
                <a:ea typeface="Lato" panose="020F0502020204030203" pitchFamily="34" charset="0"/>
                <a:cs typeface="Arial" panose="020B0604020202020204" pitchFamily="34" charset="0"/>
              </a:rPr>
              <a:t>,</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lang="en-IN" sz="1600" spc="-10" dirty="0">
                <a:solidFill>
                  <a:schemeClr val="accent4">
                    <a:lumMod val="50000"/>
                  </a:schemeClr>
                </a:solidFill>
                <a:latin typeface="+mj-lt"/>
                <a:ea typeface="Lato" panose="020F0502020204030203" pitchFamily="34" charset="0"/>
                <a:cs typeface="Arial" panose="020B0604020202020204" pitchFamily="34" charset="0"/>
              </a:rPr>
              <a:t>S</a:t>
            </a:r>
            <a:r>
              <a:rPr sz="1600" spc="-10" dirty="0" err="1">
                <a:solidFill>
                  <a:schemeClr val="accent4">
                    <a:lumMod val="50000"/>
                  </a:schemeClr>
                </a:solidFill>
                <a:latin typeface="+mj-lt"/>
                <a:ea typeface="Lato" panose="020F0502020204030203" pitchFamily="34" charset="0"/>
                <a:cs typeface="Arial" panose="020B0604020202020204" pitchFamily="34" charset="0"/>
              </a:rPr>
              <a:t>everity</a:t>
            </a:r>
            <a:r>
              <a:rPr lang="en-IN" sz="1600" spc="-10" dirty="0">
                <a:solidFill>
                  <a:schemeClr val="accent4">
                    <a:lumMod val="50000"/>
                  </a:schemeClr>
                </a:solidFill>
                <a:latin typeface="+mj-lt"/>
                <a:ea typeface="Lato" panose="020F0502020204030203" pitchFamily="34" charset="0"/>
                <a:cs typeface="Arial" panose="020B0604020202020204" pitchFamily="34" charset="0"/>
              </a:rPr>
              <a:t>, Priority</a:t>
            </a:r>
            <a:r>
              <a:rPr sz="1600" spc="-10" dirty="0">
                <a:solidFill>
                  <a:schemeClr val="accent4">
                    <a:lumMod val="50000"/>
                  </a:schemeClr>
                </a:solidFill>
                <a:latin typeface="+mj-lt"/>
                <a:ea typeface="Lato" panose="020F0502020204030203" pitchFamily="34" charset="0"/>
                <a:cs typeface="Arial" panose="020B0604020202020204" pitchFamily="34" charset="0"/>
              </a:rPr>
              <a:t>, </a:t>
            </a:r>
            <a:r>
              <a:rPr lang="en-IN" sz="1600" spc="-10" dirty="0">
                <a:solidFill>
                  <a:schemeClr val="accent4">
                    <a:lumMod val="50000"/>
                  </a:schemeClr>
                </a:solidFill>
                <a:latin typeface="+mj-lt"/>
                <a:ea typeface="Lato" panose="020F0502020204030203" pitchFamily="34" charset="0"/>
                <a:cs typeface="Arial" panose="020B0604020202020204" pitchFamily="34" charset="0"/>
              </a:rPr>
              <a:t>R</a:t>
            </a:r>
            <a:r>
              <a:rPr sz="1600" dirty="0" err="1">
                <a:solidFill>
                  <a:schemeClr val="accent4">
                    <a:lumMod val="50000"/>
                  </a:schemeClr>
                </a:solidFill>
                <a:latin typeface="+mj-lt"/>
                <a:ea typeface="Lato" panose="020F0502020204030203" pitchFamily="34" charset="0"/>
                <a:cs typeface="Arial" panose="020B0604020202020204" pitchFamily="34" charset="0"/>
              </a:rPr>
              <a:t>esolution</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lang="en-IN" sz="1600" spc="-10" dirty="0">
                <a:solidFill>
                  <a:schemeClr val="accent4">
                    <a:lumMod val="50000"/>
                  </a:schemeClr>
                </a:solidFill>
                <a:latin typeface="+mj-lt"/>
                <a:ea typeface="Lato" panose="020F0502020204030203" pitchFamily="34" charset="0"/>
                <a:cs typeface="Arial" panose="020B0604020202020204" pitchFamily="34" charset="0"/>
              </a:rPr>
              <a:t>T</a:t>
            </a:r>
            <a:r>
              <a:rPr sz="1600" spc="-10" dirty="0" err="1">
                <a:solidFill>
                  <a:schemeClr val="accent4">
                    <a:lumMod val="50000"/>
                  </a:schemeClr>
                </a:solidFill>
                <a:latin typeface="+mj-lt"/>
                <a:ea typeface="Lato" panose="020F0502020204030203" pitchFamily="34" charset="0"/>
                <a:cs typeface="Arial" panose="020B0604020202020204" pitchFamily="34" charset="0"/>
              </a:rPr>
              <a:t>ime</a:t>
            </a:r>
            <a:r>
              <a:rPr lang="en-IN" sz="1600" spc="-10" dirty="0">
                <a:solidFill>
                  <a:schemeClr val="accent4">
                    <a:lumMod val="50000"/>
                  </a:schemeClr>
                </a:solidFill>
                <a:latin typeface="+mj-lt"/>
                <a:ea typeface="Lato" panose="020F0502020204030203" pitchFamily="34" charset="0"/>
                <a:cs typeface="Arial" panose="020B0604020202020204" pitchFamily="34" charset="0"/>
              </a:rPr>
              <a:t> (Days)</a:t>
            </a:r>
            <a:r>
              <a:rPr sz="1600" spc="-10" dirty="0">
                <a:solidFill>
                  <a:schemeClr val="accent4">
                    <a:lumMod val="50000"/>
                  </a:schemeClr>
                </a:solidFill>
                <a:latin typeface="+mj-lt"/>
                <a:ea typeface="Lato" panose="020F0502020204030203" pitchFamily="34" charset="0"/>
                <a:cs typeface="Arial" panose="020B0604020202020204" pitchFamily="34" charset="0"/>
              </a:rPr>
              <a:t>,</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lang="en-IN" sz="1600" spc="-10" dirty="0">
                <a:solidFill>
                  <a:schemeClr val="accent4">
                    <a:lumMod val="50000"/>
                  </a:schemeClr>
                </a:solidFill>
                <a:latin typeface="+mj-lt"/>
                <a:ea typeface="Lato" panose="020F0502020204030203" pitchFamily="34" charset="0"/>
                <a:cs typeface="Arial" panose="020B0604020202020204" pitchFamily="34" charset="0"/>
              </a:rPr>
              <a:t>S</a:t>
            </a:r>
            <a:r>
              <a:rPr sz="1600" spc="-10" dirty="0" err="1">
                <a:solidFill>
                  <a:schemeClr val="accent4">
                    <a:lumMod val="50000"/>
                  </a:schemeClr>
                </a:solidFill>
                <a:latin typeface="+mj-lt"/>
                <a:ea typeface="Lato" panose="020F0502020204030203" pitchFamily="34" charset="0"/>
                <a:cs typeface="Arial" panose="020B0604020202020204" pitchFamily="34" charset="0"/>
              </a:rPr>
              <a:t>atisfaction</a:t>
            </a:r>
            <a:r>
              <a:rPr lang="en-IN" sz="1600" spc="-10" dirty="0">
                <a:solidFill>
                  <a:schemeClr val="accent4">
                    <a:lumMod val="50000"/>
                  </a:schemeClr>
                </a:solidFill>
                <a:latin typeface="+mj-lt"/>
                <a:ea typeface="Lato" panose="020F0502020204030203" pitchFamily="34" charset="0"/>
                <a:cs typeface="Arial" panose="020B0604020202020204" pitchFamily="34" charset="0"/>
              </a:rPr>
              <a:t> Rate.</a:t>
            </a:r>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19" name="object 19"/>
          <p:cNvSpPr txBox="1"/>
          <p:nvPr/>
        </p:nvSpPr>
        <p:spPr>
          <a:xfrm>
            <a:off x="532016" y="4386926"/>
            <a:ext cx="5404955" cy="1818447"/>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pPr>
            <a:r>
              <a:rPr sz="1600" spc="-10" dirty="0">
                <a:solidFill>
                  <a:schemeClr val="accent4">
                    <a:lumMod val="50000"/>
                  </a:schemeClr>
                </a:solidFill>
                <a:latin typeface="+mj-lt"/>
                <a:ea typeface="Lato" panose="020F0502020204030203" pitchFamily="34" charset="0"/>
                <a:cs typeface="Arial" panose="020B0604020202020204" pitchFamily="34" charset="0"/>
              </a:rPr>
              <a:t>Offers</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full-cycle</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visibility</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from</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ticket</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assignment</a:t>
            </a:r>
            <a:r>
              <a:rPr sz="1600" spc="-4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to</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resolution</a:t>
            </a:r>
            <a:endParaRPr sz="1600" dirty="0">
              <a:solidFill>
                <a:schemeClr val="accent4">
                  <a:lumMod val="50000"/>
                </a:schemeClr>
              </a:solidFill>
              <a:latin typeface="+mj-lt"/>
              <a:ea typeface="Lato" panose="020F0502020204030203" pitchFamily="34" charset="0"/>
              <a:cs typeface="Arial" panose="020B0604020202020204" pitchFamily="34" charset="0"/>
            </a:endParaRPr>
          </a:p>
          <a:p>
            <a:pPr marL="298450" indent="-285750">
              <a:lnSpc>
                <a:spcPct val="100000"/>
              </a:lnSpc>
              <a:spcBef>
                <a:spcPts val="960"/>
              </a:spcBef>
              <a:buFont typeface="Arial" panose="020B0604020202020204" pitchFamily="34" charset="0"/>
              <a:buChar char="•"/>
            </a:pPr>
            <a:r>
              <a:rPr sz="1600" spc="-10" dirty="0">
                <a:solidFill>
                  <a:schemeClr val="accent4">
                    <a:lumMod val="50000"/>
                  </a:schemeClr>
                </a:solidFill>
                <a:latin typeface="+mj-lt"/>
                <a:ea typeface="Lato" panose="020F0502020204030203" pitchFamily="34" charset="0"/>
                <a:cs typeface="Arial" panose="020B0604020202020204" pitchFamily="34" charset="0"/>
              </a:rPr>
              <a:t>Enables</a:t>
            </a:r>
            <a:r>
              <a:rPr sz="1600" spc="-4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agent-level</a:t>
            </a:r>
            <a:r>
              <a:rPr sz="1600" spc="-4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productivity</a:t>
            </a:r>
            <a:r>
              <a:rPr sz="1600" spc="-4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analysis</a:t>
            </a:r>
            <a:endParaRPr sz="1600" dirty="0">
              <a:solidFill>
                <a:schemeClr val="accent4">
                  <a:lumMod val="50000"/>
                </a:schemeClr>
              </a:solidFill>
              <a:latin typeface="+mj-lt"/>
              <a:ea typeface="Lato" panose="020F0502020204030203" pitchFamily="34" charset="0"/>
              <a:cs typeface="Arial" panose="020B0604020202020204" pitchFamily="34" charset="0"/>
            </a:endParaRPr>
          </a:p>
          <a:p>
            <a:pPr marL="298450" marR="5080" indent="-285750">
              <a:lnSpc>
                <a:spcPct val="166700"/>
              </a:lnSpc>
              <a:buFont typeface="Arial" panose="020B0604020202020204" pitchFamily="34" charset="0"/>
              <a:buChar char="•"/>
            </a:pPr>
            <a:r>
              <a:rPr sz="1600" spc="-10" dirty="0">
                <a:solidFill>
                  <a:schemeClr val="accent4">
                    <a:lumMod val="50000"/>
                  </a:schemeClr>
                </a:solidFill>
                <a:latin typeface="+mj-lt"/>
                <a:ea typeface="Lato" panose="020F0502020204030203" pitchFamily="34" charset="0"/>
                <a:cs typeface="Arial" panose="020B0604020202020204" pitchFamily="34" charset="0"/>
              </a:rPr>
              <a:t>Identifies</a:t>
            </a:r>
            <a:r>
              <a:rPr sz="1600" spc="-1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bottlenecks,</a:t>
            </a:r>
            <a:r>
              <a:rPr sz="1600" spc="-1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underperformance,</a:t>
            </a:r>
            <a:r>
              <a:rPr sz="1600" spc="-1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and</a:t>
            </a:r>
            <a:r>
              <a:rPr sz="1600" spc="-15"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satisfaction</a:t>
            </a:r>
            <a:r>
              <a:rPr sz="1600" spc="-10" dirty="0">
                <a:solidFill>
                  <a:schemeClr val="accent4">
                    <a:lumMod val="50000"/>
                  </a:schemeClr>
                </a:solidFill>
                <a:latin typeface="+mj-lt"/>
                <a:ea typeface="Lato" panose="020F0502020204030203" pitchFamily="34" charset="0"/>
                <a:cs typeface="Arial" panose="020B0604020202020204" pitchFamily="34" charset="0"/>
              </a:rPr>
              <a:t> drivers Supports</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KPIs</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for</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both</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operational</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and</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strategic</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planning</a:t>
            </a:r>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grpSp>
        <p:nvGrpSpPr>
          <p:cNvPr id="69" name="object 38">
            <a:extLst>
              <a:ext uri="{FF2B5EF4-FFF2-40B4-BE49-F238E27FC236}">
                <a16:creationId xmlns:a16="http://schemas.microsoft.com/office/drawing/2014/main" id="{533A0B0F-33F6-4CD9-A983-457F24D2DB6A}"/>
              </a:ext>
            </a:extLst>
          </p:cNvPr>
          <p:cNvGrpSpPr/>
          <p:nvPr/>
        </p:nvGrpSpPr>
        <p:grpSpPr>
          <a:xfrm>
            <a:off x="300765" y="2594134"/>
            <a:ext cx="5636206" cy="1005974"/>
            <a:chOff x="6095999" y="4314824"/>
            <a:chExt cx="2863255" cy="1554668"/>
          </a:xfrm>
        </p:grpSpPr>
        <p:sp>
          <p:nvSpPr>
            <p:cNvPr id="70" name="object 39">
              <a:extLst>
                <a:ext uri="{FF2B5EF4-FFF2-40B4-BE49-F238E27FC236}">
                  <a16:creationId xmlns:a16="http://schemas.microsoft.com/office/drawing/2014/main" id="{BC4768A6-466E-45C7-8DE7-514C646F72CF}"/>
                </a:ext>
              </a:extLst>
            </p:cNvPr>
            <p:cNvSpPr/>
            <p:nvPr/>
          </p:nvSpPr>
          <p:spPr>
            <a:xfrm>
              <a:off x="6095999" y="4314824"/>
              <a:ext cx="2863255" cy="1554668"/>
            </a:xfrm>
            <a:custGeom>
              <a:avLst/>
              <a:gdLst/>
              <a:ahLst/>
              <a:cxnLst/>
              <a:rect l="l" t="t" r="r" b="b"/>
              <a:pathLst>
                <a:path w="2800350" h="914400">
                  <a:moveTo>
                    <a:pt x="2800349" y="914399"/>
                  </a:moveTo>
                  <a:lnTo>
                    <a:pt x="0" y="914399"/>
                  </a:lnTo>
                  <a:lnTo>
                    <a:pt x="0" y="0"/>
                  </a:lnTo>
                  <a:lnTo>
                    <a:pt x="2800349" y="0"/>
                  </a:lnTo>
                  <a:lnTo>
                    <a:pt x="2800349" y="914399"/>
                  </a:lnTo>
                  <a:close/>
                </a:path>
              </a:pathLst>
            </a:custGeom>
            <a:solidFill>
              <a:schemeClr val="accent4">
                <a:lumMod val="20000"/>
                <a:lumOff val="80000"/>
                <a:alpha val="79998"/>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71" name="object 40">
              <a:extLst>
                <a:ext uri="{FF2B5EF4-FFF2-40B4-BE49-F238E27FC236}">
                  <a16:creationId xmlns:a16="http://schemas.microsoft.com/office/drawing/2014/main" id="{B8005B67-76C5-47D2-9261-1258690FB1E9}"/>
                </a:ext>
              </a:extLst>
            </p:cNvPr>
            <p:cNvSpPr/>
            <p:nvPr/>
          </p:nvSpPr>
          <p:spPr>
            <a:xfrm>
              <a:off x="6095999" y="4314824"/>
              <a:ext cx="18632" cy="1554479"/>
            </a:xfrm>
            <a:custGeom>
              <a:avLst/>
              <a:gdLst/>
              <a:ahLst/>
              <a:cxnLst/>
              <a:rect l="l" t="t" r="r" b="b"/>
              <a:pathLst>
                <a:path w="28575" h="914400">
                  <a:moveTo>
                    <a:pt x="28574" y="914399"/>
                  </a:moveTo>
                  <a:lnTo>
                    <a:pt x="0" y="914399"/>
                  </a:lnTo>
                  <a:lnTo>
                    <a:pt x="0" y="0"/>
                  </a:lnTo>
                  <a:lnTo>
                    <a:pt x="28574" y="0"/>
                  </a:lnTo>
                  <a:lnTo>
                    <a:pt x="28574" y="9143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grpSp>
      <p:sp>
        <p:nvSpPr>
          <p:cNvPr id="12" name="object 12"/>
          <p:cNvSpPr txBox="1"/>
          <p:nvPr/>
        </p:nvSpPr>
        <p:spPr>
          <a:xfrm>
            <a:off x="520311" y="2770368"/>
            <a:ext cx="5381625" cy="600998"/>
          </a:xfrm>
          <a:prstGeom prst="rect">
            <a:avLst/>
          </a:prstGeom>
        </p:spPr>
        <p:txBody>
          <a:bodyPr vert="horz" wrap="square" lIns="0" tIns="20955" rIns="0" bIns="0" rtlCol="0">
            <a:spAutoFit/>
          </a:bodyPr>
          <a:lstStyle/>
          <a:p>
            <a:pPr marL="114300" marR="169545">
              <a:lnSpc>
                <a:spcPct val="121800"/>
              </a:lnSpc>
              <a:spcBef>
                <a:spcPts val="165"/>
              </a:spcBef>
            </a:pPr>
            <a:r>
              <a:rPr sz="1600" spc="-55" dirty="0">
                <a:solidFill>
                  <a:schemeClr val="accent4">
                    <a:lumMod val="50000"/>
                  </a:schemeClr>
                </a:solidFill>
                <a:latin typeface="+mj-lt"/>
                <a:ea typeface="Lato" panose="020F0502020204030203" pitchFamily="34" charset="0"/>
                <a:cs typeface="Arial" panose="020B0604020202020204" pitchFamily="34" charset="0"/>
              </a:rPr>
              <a:t>IT</a:t>
            </a:r>
            <a:r>
              <a:rPr sz="1600" spc="-100" dirty="0">
                <a:solidFill>
                  <a:schemeClr val="accent4">
                    <a:lumMod val="50000"/>
                  </a:schemeClr>
                </a:solidFill>
                <a:latin typeface="+mj-lt"/>
                <a:ea typeface="Lato" panose="020F0502020204030203" pitchFamily="34" charset="0"/>
                <a:cs typeface="Arial" panose="020B0604020202020204" pitchFamily="34" charset="0"/>
              </a:rPr>
              <a:t> </a:t>
            </a:r>
            <a:r>
              <a:rPr sz="1600" spc="-70" dirty="0">
                <a:solidFill>
                  <a:schemeClr val="accent4">
                    <a:lumMod val="50000"/>
                  </a:schemeClr>
                </a:solidFill>
                <a:latin typeface="+mj-lt"/>
                <a:ea typeface="Lato" panose="020F0502020204030203" pitchFamily="34" charset="0"/>
                <a:cs typeface="Arial" panose="020B0604020202020204" pitchFamily="34" charset="0"/>
              </a:rPr>
              <a:t>Agents</a:t>
            </a:r>
            <a:r>
              <a:rPr sz="1600" spc="-100" dirty="0">
                <a:solidFill>
                  <a:schemeClr val="accent4">
                    <a:lumMod val="50000"/>
                  </a:schemeClr>
                </a:solidFill>
                <a:latin typeface="+mj-lt"/>
                <a:ea typeface="Lato" panose="020F0502020204030203" pitchFamily="34" charset="0"/>
                <a:cs typeface="Arial" panose="020B0604020202020204" pitchFamily="34" charset="0"/>
              </a:rPr>
              <a:t> </a:t>
            </a:r>
            <a:r>
              <a:rPr sz="1600" spc="-85" dirty="0">
                <a:solidFill>
                  <a:schemeClr val="accent4">
                    <a:lumMod val="50000"/>
                  </a:schemeClr>
                </a:solidFill>
                <a:latin typeface="+mj-lt"/>
                <a:ea typeface="Lato" panose="020F0502020204030203" pitchFamily="34" charset="0"/>
                <a:cs typeface="Arial" panose="020B0604020202020204" pitchFamily="34" charset="0"/>
              </a:rPr>
              <a:t>Sheet:</a:t>
            </a:r>
            <a:r>
              <a:rPr sz="1600" spc="-10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50</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agents</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dirty="0">
                <a:solidFill>
                  <a:schemeClr val="accent4">
                    <a:lumMod val="50000"/>
                  </a:schemeClr>
                </a:solidFill>
                <a:latin typeface="+mj-lt"/>
                <a:ea typeface="Lato" panose="020F0502020204030203" pitchFamily="34" charset="0"/>
                <a:cs typeface="Arial" panose="020B0604020202020204" pitchFamily="34" charset="0"/>
              </a:rPr>
              <a:t>with</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demographic</a:t>
            </a:r>
            <a:r>
              <a:rPr sz="1600" spc="-45"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info</a:t>
            </a:r>
            <a:r>
              <a:rPr sz="1600" spc="-50" dirty="0">
                <a:solidFill>
                  <a:schemeClr val="accent4">
                    <a:lumMod val="50000"/>
                  </a:schemeClr>
                </a:solidFill>
                <a:latin typeface="+mj-lt"/>
                <a:ea typeface="Lato" panose="020F0502020204030203" pitchFamily="34" charset="0"/>
                <a:cs typeface="Arial" panose="020B0604020202020204" pitchFamily="34" charset="0"/>
              </a:rPr>
              <a:t> </a:t>
            </a:r>
            <a:r>
              <a:rPr sz="1600" spc="-10" dirty="0">
                <a:solidFill>
                  <a:schemeClr val="accent4">
                    <a:lumMod val="50000"/>
                  </a:schemeClr>
                </a:solidFill>
                <a:latin typeface="+mj-lt"/>
                <a:ea typeface="Lato" panose="020F0502020204030203" pitchFamily="34" charset="0"/>
                <a:cs typeface="Arial" panose="020B0604020202020204" pitchFamily="34" charset="0"/>
              </a:rPr>
              <a:t>(</a:t>
            </a:r>
            <a:r>
              <a:rPr lang="en-IN" sz="1600" spc="-10" dirty="0">
                <a:solidFill>
                  <a:schemeClr val="accent4">
                    <a:lumMod val="50000"/>
                  </a:schemeClr>
                </a:solidFill>
                <a:latin typeface="+mj-lt"/>
                <a:ea typeface="Lato" panose="020F0502020204030203" pitchFamily="34" charset="0"/>
                <a:cs typeface="Arial" panose="020B0604020202020204" pitchFamily="34" charset="0"/>
              </a:rPr>
              <a:t>Agent ID, Full </a:t>
            </a:r>
            <a:r>
              <a:rPr sz="1600" spc="-10" dirty="0">
                <a:solidFill>
                  <a:schemeClr val="accent4">
                    <a:lumMod val="50000"/>
                  </a:schemeClr>
                </a:solidFill>
                <a:latin typeface="+mj-lt"/>
                <a:ea typeface="Lato" panose="020F0502020204030203" pitchFamily="34" charset="0"/>
                <a:cs typeface="Arial" panose="020B0604020202020204" pitchFamily="34" charset="0"/>
              </a:rPr>
              <a:t>Name</a:t>
            </a:r>
            <a:r>
              <a:rPr lang="en-IN" sz="1600" spc="-10" dirty="0">
                <a:solidFill>
                  <a:schemeClr val="accent4">
                    <a:lumMod val="50000"/>
                  </a:schemeClr>
                </a:solidFill>
                <a:latin typeface="+mj-lt"/>
                <a:ea typeface="Lato" panose="020F0502020204030203" pitchFamily="34" charset="0"/>
                <a:cs typeface="Arial" panose="020B0604020202020204" pitchFamily="34" charset="0"/>
              </a:rPr>
              <a:t>, Year of Birth, Month of Birth, Day of Birth</a:t>
            </a:r>
            <a:r>
              <a:rPr sz="1600" spc="-20" dirty="0">
                <a:solidFill>
                  <a:schemeClr val="accent4">
                    <a:lumMod val="50000"/>
                  </a:schemeClr>
                </a:solidFill>
                <a:latin typeface="+mj-lt"/>
                <a:ea typeface="Lato" panose="020F0502020204030203" pitchFamily="34" charset="0"/>
                <a:cs typeface="Arial" panose="020B0604020202020204" pitchFamily="34" charset="0"/>
              </a:rPr>
              <a:t>)</a:t>
            </a:r>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object 4"/>
          <p:cNvGrpSpPr/>
          <p:nvPr/>
        </p:nvGrpSpPr>
        <p:grpSpPr>
          <a:xfrm>
            <a:off x="380166" y="1556673"/>
            <a:ext cx="5616000" cy="609600"/>
            <a:chOff x="380999" y="1933574"/>
            <a:chExt cx="5410200" cy="609600"/>
          </a:xfrm>
        </p:grpSpPr>
        <p:sp>
          <p:nvSpPr>
            <p:cNvPr id="5" name="object 5"/>
            <p:cNvSpPr/>
            <p:nvPr/>
          </p:nvSpPr>
          <p:spPr>
            <a:xfrm>
              <a:off x="380999" y="1933574"/>
              <a:ext cx="5410200" cy="609600"/>
            </a:xfrm>
            <a:custGeom>
              <a:avLst/>
              <a:gdLst/>
              <a:ahLst/>
              <a:cxnLst/>
              <a:rect l="l" t="t" r="r" b="b"/>
              <a:pathLst>
                <a:path w="5410200" h="609600">
                  <a:moveTo>
                    <a:pt x="5410199" y="609599"/>
                  </a:moveTo>
                  <a:lnTo>
                    <a:pt x="0" y="609599"/>
                  </a:lnTo>
                  <a:lnTo>
                    <a:pt x="0" y="0"/>
                  </a:lnTo>
                  <a:lnTo>
                    <a:pt x="5410199" y="0"/>
                  </a:lnTo>
                  <a:lnTo>
                    <a:pt x="5410199" y="609599"/>
                  </a:lnTo>
                  <a:close/>
                </a:path>
              </a:pathLst>
            </a:custGeom>
            <a:solidFill>
              <a:schemeClr val="accent4">
                <a:lumMod val="20000"/>
                <a:lumOff val="80000"/>
              </a:schemeClr>
            </a:solidFill>
          </p:spPr>
          <p:txBody>
            <a:bodyPr wrap="square" lIns="0" tIns="0" rIns="0" bIns="0" rtlCol="0"/>
            <a:lstStyle/>
            <a:p>
              <a:endParaRPr sz="1600" dirty="0">
                <a:solidFill>
                  <a:schemeClr val="accent4">
                    <a:lumMod val="50000"/>
                  </a:schemeClr>
                </a:solidFill>
                <a:latin typeface="+mj-lt"/>
              </a:endParaRPr>
            </a:p>
          </p:txBody>
        </p:sp>
        <p:sp>
          <p:nvSpPr>
            <p:cNvPr id="6" name="object 6"/>
            <p:cNvSpPr/>
            <p:nvPr/>
          </p:nvSpPr>
          <p:spPr>
            <a:xfrm>
              <a:off x="380999" y="1933574"/>
              <a:ext cx="28575" cy="609600"/>
            </a:xfrm>
            <a:custGeom>
              <a:avLst/>
              <a:gdLst/>
              <a:ahLst/>
              <a:cxnLst/>
              <a:rect l="l" t="t" r="r" b="b"/>
              <a:pathLst>
                <a:path w="28575" h="609600">
                  <a:moveTo>
                    <a:pt x="28574" y="609599"/>
                  </a:moveTo>
                  <a:lnTo>
                    <a:pt x="0" y="609599"/>
                  </a:lnTo>
                  <a:lnTo>
                    <a:pt x="0" y="0"/>
                  </a:lnTo>
                  <a:lnTo>
                    <a:pt x="28574" y="0"/>
                  </a:lnTo>
                  <a:lnTo>
                    <a:pt x="28574" y="6095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ndParaRPr>
            </a:p>
          </p:txBody>
        </p:sp>
      </p:grpSp>
      <p:sp>
        <p:nvSpPr>
          <p:cNvPr id="18" name="object 18"/>
          <p:cNvSpPr txBox="1"/>
          <p:nvPr/>
        </p:nvSpPr>
        <p:spPr>
          <a:xfrm>
            <a:off x="408741" y="1574637"/>
            <a:ext cx="5692019" cy="600998"/>
          </a:xfrm>
          <a:prstGeom prst="rect">
            <a:avLst/>
          </a:prstGeom>
        </p:spPr>
        <p:txBody>
          <a:bodyPr vert="horz" wrap="square" lIns="0" tIns="20955" rIns="0" bIns="0" rtlCol="0">
            <a:spAutoFit/>
          </a:bodyPr>
          <a:lstStyle/>
          <a:p>
            <a:pPr marL="114300" marR="483870">
              <a:lnSpc>
                <a:spcPct val="121800"/>
              </a:lnSpc>
              <a:spcBef>
                <a:spcPts val="165"/>
              </a:spcBef>
            </a:pPr>
            <a:r>
              <a:rPr sz="1600" spc="-65" dirty="0">
                <a:solidFill>
                  <a:schemeClr val="accent4">
                    <a:lumMod val="50000"/>
                  </a:schemeClr>
                </a:solidFill>
                <a:latin typeface="+mj-lt"/>
                <a:cs typeface="Arial"/>
              </a:rPr>
              <a:t>Functions:</a:t>
            </a:r>
            <a:r>
              <a:rPr sz="1600" spc="-75" dirty="0">
                <a:solidFill>
                  <a:schemeClr val="accent4">
                    <a:lumMod val="50000"/>
                  </a:schemeClr>
                </a:solidFill>
                <a:latin typeface="+mj-lt"/>
                <a:cs typeface="Arial"/>
              </a:rPr>
              <a:t> </a:t>
            </a:r>
            <a:r>
              <a:rPr sz="1600" spc="-20" dirty="0">
                <a:solidFill>
                  <a:schemeClr val="accent4">
                    <a:lumMod val="50000"/>
                  </a:schemeClr>
                </a:solidFill>
                <a:latin typeface="+mj-lt"/>
                <a:cs typeface="Lato"/>
              </a:rPr>
              <a:t>AVERAGE,</a:t>
            </a:r>
            <a:r>
              <a:rPr sz="1600" spc="-25" dirty="0">
                <a:solidFill>
                  <a:schemeClr val="accent4">
                    <a:lumMod val="50000"/>
                  </a:schemeClr>
                </a:solidFill>
                <a:latin typeface="+mj-lt"/>
                <a:cs typeface="Lato"/>
              </a:rPr>
              <a:t> </a:t>
            </a:r>
            <a:r>
              <a:rPr sz="1600" spc="-35" dirty="0">
                <a:solidFill>
                  <a:schemeClr val="accent4">
                    <a:lumMod val="50000"/>
                  </a:schemeClr>
                </a:solidFill>
                <a:latin typeface="+mj-lt"/>
                <a:cs typeface="Lato"/>
              </a:rPr>
              <a:t>VLOOKUP,</a:t>
            </a:r>
            <a:r>
              <a:rPr sz="1600" spc="-25" dirty="0">
                <a:solidFill>
                  <a:schemeClr val="accent4">
                    <a:lumMod val="50000"/>
                  </a:schemeClr>
                </a:solidFill>
                <a:latin typeface="+mj-lt"/>
                <a:cs typeface="Lato"/>
              </a:rPr>
              <a:t> </a:t>
            </a:r>
            <a:r>
              <a:rPr sz="1600" spc="-40" dirty="0">
                <a:solidFill>
                  <a:schemeClr val="accent4">
                    <a:lumMod val="50000"/>
                  </a:schemeClr>
                </a:solidFill>
                <a:latin typeface="+mj-lt"/>
                <a:cs typeface="Lato"/>
              </a:rPr>
              <a:t>IF,</a:t>
            </a:r>
            <a:r>
              <a:rPr sz="1600" spc="-25" dirty="0">
                <a:solidFill>
                  <a:schemeClr val="accent4">
                    <a:lumMod val="50000"/>
                  </a:schemeClr>
                </a:solidFill>
                <a:latin typeface="+mj-lt"/>
                <a:cs typeface="Lato"/>
              </a:rPr>
              <a:t> </a:t>
            </a:r>
            <a:r>
              <a:rPr sz="1600" spc="-30" dirty="0">
                <a:solidFill>
                  <a:schemeClr val="accent4">
                    <a:lumMod val="50000"/>
                  </a:schemeClr>
                </a:solidFill>
                <a:latin typeface="+mj-lt"/>
                <a:cs typeface="Lato"/>
              </a:rPr>
              <a:t>INDEX/MATCH,</a:t>
            </a:r>
            <a:r>
              <a:rPr sz="1600" spc="-25" dirty="0">
                <a:solidFill>
                  <a:schemeClr val="accent4">
                    <a:lumMod val="50000"/>
                  </a:schemeClr>
                </a:solidFill>
                <a:latin typeface="+mj-lt"/>
                <a:cs typeface="Lato"/>
              </a:rPr>
              <a:t> </a:t>
            </a:r>
            <a:r>
              <a:rPr sz="1600" spc="-35" dirty="0">
                <a:solidFill>
                  <a:schemeClr val="accent4">
                    <a:lumMod val="50000"/>
                  </a:schemeClr>
                </a:solidFill>
                <a:latin typeface="+mj-lt"/>
                <a:cs typeface="Lato"/>
              </a:rPr>
              <a:t>TEXT,</a:t>
            </a:r>
            <a:r>
              <a:rPr sz="1600" spc="-25" dirty="0">
                <a:solidFill>
                  <a:schemeClr val="accent4">
                    <a:lumMod val="50000"/>
                  </a:schemeClr>
                </a:solidFill>
                <a:latin typeface="+mj-lt"/>
                <a:cs typeface="Lato"/>
              </a:rPr>
              <a:t> RIGHT, </a:t>
            </a:r>
            <a:r>
              <a:rPr sz="1600" spc="-20" dirty="0">
                <a:solidFill>
                  <a:schemeClr val="accent4">
                    <a:lumMod val="50000"/>
                  </a:schemeClr>
                </a:solidFill>
                <a:latin typeface="+mj-lt"/>
                <a:cs typeface="Lato"/>
              </a:rPr>
              <a:t>LEN, FIND</a:t>
            </a:r>
            <a:r>
              <a:rPr lang="en-IN" sz="1600" spc="-20" dirty="0">
                <a:solidFill>
                  <a:schemeClr val="accent4">
                    <a:lumMod val="50000"/>
                  </a:schemeClr>
                </a:solidFill>
                <a:latin typeface="+mj-lt"/>
                <a:cs typeface="Lato"/>
              </a:rPr>
              <a:t>. ARRAY</a:t>
            </a:r>
            <a:endParaRPr sz="1600" dirty="0">
              <a:solidFill>
                <a:schemeClr val="accent4">
                  <a:lumMod val="50000"/>
                </a:schemeClr>
              </a:solidFill>
              <a:latin typeface="+mj-lt"/>
              <a:cs typeface="Lato"/>
            </a:endParaRPr>
          </a:p>
        </p:txBody>
      </p:sp>
      <p:sp>
        <p:nvSpPr>
          <p:cNvPr id="74" name="Teardrop 73">
            <a:extLst>
              <a:ext uri="{FF2B5EF4-FFF2-40B4-BE49-F238E27FC236}">
                <a16:creationId xmlns:a16="http://schemas.microsoft.com/office/drawing/2014/main" id="{1CFE1DC7-5412-4F19-AAD2-129C138C9169}"/>
              </a:ext>
            </a:extLst>
          </p:cNvPr>
          <p:cNvSpPr/>
          <p:nvPr/>
        </p:nvSpPr>
        <p:spPr>
          <a:xfrm rot="10800000">
            <a:off x="0" y="530529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grpSp>
        <p:nvGrpSpPr>
          <p:cNvPr id="77" name="object 13">
            <a:extLst>
              <a:ext uri="{FF2B5EF4-FFF2-40B4-BE49-F238E27FC236}">
                <a16:creationId xmlns:a16="http://schemas.microsoft.com/office/drawing/2014/main" id="{AA48FE00-638B-4AA6-BD6C-DF34477CB2A8}"/>
              </a:ext>
            </a:extLst>
          </p:cNvPr>
          <p:cNvGrpSpPr/>
          <p:nvPr/>
        </p:nvGrpSpPr>
        <p:grpSpPr>
          <a:xfrm>
            <a:off x="356502" y="4249565"/>
            <a:ext cx="4566836" cy="2122528"/>
            <a:chOff x="380999" y="3762374"/>
            <a:chExt cx="5410200" cy="381000"/>
          </a:xfrm>
        </p:grpSpPr>
        <p:sp>
          <p:nvSpPr>
            <p:cNvPr id="78" name="object 14">
              <a:extLst>
                <a:ext uri="{FF2B5EF4-FFF2-40B4-BE49-F238E27FC236}">
                  <a16:creationId xmlns:a16="http://schemas.microsoft.com/office/drawing/2014/main" id="{8B6CDC2B-9189-4359-A5C7-13378AA8F678}"/>
                </a:ext>
              </a:extLst>
            </p:cNvPr>
            <p:cNvSpPr/>
            <p:nvPr/>
          </p:nvSpPr>
          <p:spPr>
            <a:xfrm>
              <a:off x="380999" y="3762374"/>
              <a:ext cx="5410200" cy="381000"/>
            </a:xfrm>
            <a:custGeom>
              <a:avLst/>
              <a:gdLst/>
              <a:ahLst/>
              <a:cxnLst/>
              <a:rect l="l" t="t" r="r" b="b"/>
              <a:pathLst>
                <a:path w="5410200" h="381000">
                  <a:moveTo>
                    <a:pt x="5410199" y="380999"/>
                  </a:moveTo>
                  <a:lnTo>
                    <a:pt x="0" y="380999"/>
                  </a:lnTo>
                  <a:lnTo>
                    <a:pt x="0" y="0"/>
                  </a:lnTo>
                  <a:lnTo>
                    <a:pt x="5410199" y="0"/>
                  </a:lnTo>
                  <a:lnTo>
                    <a:pt x="5410199" y="380999"/>
                  </a:lnTo>
                  <a:close/>
                </a:path>
              </a:pathLst>
            </a:custGeom>
            <a:solidFill>
              <a:schemeClr val="accent4">
                <a:lumMod val="20000"/>
                <a:lumOff val="80000"/>
              </a:schemeClr>
            </a:solidFill>
          </p:spPr>
          <p:txBody>
            <a:bodyPr wrap="square" lIns="0" tIns="0" rIns="0" bIns="0" rtlCol="0"/>
            <a:lstStyle/>
            <a:p>
              <a:endParaRPr sz="1600" dirty="0">
                <a:solidFill>
                  <a:schemeClr val="accent4">
                    <a:lumMod val="50000"/>
                  </a:schemeClr>
                </a:solidFill>
                <a:latin typeface="+mj-lt"/>
              </a:endParaRPr>
            </a:p>
          </p:txBody>
        </p:sp>
        <p:sp>
          <p:nvSpPr>
            <p:cNvPr id="79" name="object 15">
              <a:extLst>
                <a:ext uri="{FF2B5EF4-FFF2-40B4-BE49-F238E27FC236}">
                  <a16:creationId xmlns:a16="http://schemas.microsoft.com/office/drawing/2014/main" id="{851D8489-77F4-4A33-A598-19D3B33114F2}"/>
                </a:ext>
              </a:extLst>
            </p:cNvPr>
            <p:cNvSpPr/>
            <p:nvPr/>
          </p:nvSpPr>
          <p:spPr>
            <a:xfrm>
              <a:off x="380999" y="3762374"/>
              <a:ext cx="28575" cy="381000"/>
            </a:xfrm>
            <a:custGeom>
              <a:avLst/>
              <a:gdLst/>
              <a:ahLst/>
              <a:cxnLst/>
              <a:rect l="l" t="t" r="r" b="b"/>
              <a:pathLst>
                <a:path w="28575" h="381000">
                  <a:moveTo>
                    <a:pt x="28574" y="380999"/>
                  </a:moveTo>
                  <a:lnTo>
                    <a:pt x="0" y="380999"/>
                  </a:lnTo>
                  <a:lnTo>
                    <a:pt x="0" y="0"/>
                  </a:lnTo>
                  <a:lnTo>
                    <a:pt x="28574" y="0"/>
                  </a:lnTo>
                  <a:lnTo>
                    <a:pt x="28574" y="380999"/>
                  </a:lnTo>
                  <a:close/>
                </a:path>
              </a:pathLst>
            </a:custGeom>
            <a:solidFill>
              <a:schemeClr val="accent4">
                <a:lumMod val="50000"/>
              </a:schemeClr>
            </a:solidFill>
          </p:spPr>
          <p:txBody>
            <a:bodyPr wrap="square" lIns="0" tIns="0" rIns="0" bIns="0" rtlCol="0"/>
            <a:lstStyle/>
            <a:p>
              <a:endParaRPr sz="1600">
                <a:solidFill>
                  <a:schemeClr val="accent4">
                    <a:lumMod val="50000"/>
                  </a:schemeClr>
                </a:solidFill>
                <a:latin typeface="+mj-lt"/>
              </a:endParaRPr>
            </a:p>
          </p:txBody>
        </p:sp>
      </p:grpSp>
      <p:sp>
        <p:nvSpPr>
          <p:cNvPr id="76" name="Teardrop 75">
            <a:extLst>
              <a:ext uri="{FF2B5EF4-FFF2-40B4-BE49-F238E27FC236}">
                <a16:creationId xmlns:a16="http://schemas.microsoft.com/office/drawing/2014/main" id="{C6D4191B-F0FD-45EB-BE47-63797D823AFC}"/>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 name="object 2"/>
          <p:cNvSpPr txBox="1">
            <a:spLocks noGrp="1"/>
          </p:cNvSpPr>
          <p:nvPr>
            <p:ph type="title"/>
          </p:nvPr>
        </p:nvSpPr>
        <p:spPr>
          <a:xfrm>
            <a:off x="343802" y="244237"/>
            <a:ext cx="2922905" cy="505267"/>
          </a:xfrm>
          <a:prstGeom prst="rect">
            <a:avLst/>
          </a:prstGeom>
        </p:spPr>
        <p:txBody>
          <a:bodyPr vert="horz" wrap="square" lIns="0" tIns="12700" rIns="0" bIns="0" rtlCol="0">
            <a:spAutoFit/>
          </a:bodyPr>
          <a:lstStyle/>
          <a:p>
            <a:pPr marL="12700">
              <a:lnSpc>
                <a:spcPct val="100000"/>
              </a:lnSpc>
              <a:spcBef>
                <a:spcPts val="100"/>
              </a:spcBef>
            </a:pPr>
            <a:r>
              <a:rPr lang="en-IN" sz="3200" dirty="0">
                <a:solidFill>
                  <a:schemeClr val="accent4">
                    <a:lumMod val="50000"/>
                  </a:schemeClr>
                </a:solidFill>
                <a:latin typeface="+mj-lt"/>
              </a:rPr>
              <a:t>Methodology</a:t>
            </a:r>
          </a:p>
        </p:txBody>
      </p:sp>
      <p:sp>
        <p:nvSpPr>
          <p:cNvPr id="3" name="object 3"/>
          <p:cNvSpPr/>
          <p:nvPr/>
        </p:nvSpPr>
        <p:spPr>
          <a:xfrm>
            <a:off x="356502" y="799861"/>
            <a:ext cx="2268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pSp>
        <p:nvGrpSpPr>
          <p:cNvPr id="7" name="object 7"/>
          <p:cNvGrpSpPr/>
          <p:nvPr/>
        </p:nvGrpSpPr>
        <p:grpSpPr>
          <a:xfrm>
            <a:off x="380166" y="2318673"/>
            <a:ext cx="5616000" cy="381000"/>
            <a:chOff x="380999" y="2695574"/>
            <a:chExt cx="5410200" cy="381000"/>
          </a:xfrm>
        </p:grpSpPr>
        <p:sp>
          <p:nvSpPr>
            <p:cNvPr id="8" name="object 8"/>
            <p:cNvSpPr/>
            <p:nvPr/>
          </p:nvSpPr>
          <p:spPr>
            <a:xfrm>
              <a:off x="380999" y="2695574"/>
              <a:ext cx="5410200" cy="381000"/>
            </a:xfrm>
            <a:custGeom>
              <a:avLst/>
              <a:gdLst/>
              <a:ahLst/>
              <a:cxnLst/>
              <a:rect l="l" t="t" r="r" b="b"/>
              <a:pathLst>
                <a:path w="5410200" h="381000">
                  <a:moveTo>
                    <a:pt x="5410199" y="380999"/>
                  </a:moveTo>
                  <a:lnTo>
                    <a:pt x="0" y="380999"/>
                  </a:lnTo>
                  <a:lnTo>
                    <a:pt x="0" y="0"/>
                  </a:lnTo>
                  <a:lnTo>
                    <a:pt x="5410199" y="0"/>
                  </a:lnTo>
                  <a:lnTo>
                    <a:pt x="5410199" y="380999"/>
                  </a:lnTo>
                  <a:close/>
                </a:path>
              </a:pathLst>
            </a:custGeom>
            <a:solidFill>
              <a:schemeClr val="accent4">
                <a:lumMod val="20000"/>
                <a:lumOff val="80000"/>
              </a:schemeClr>
            </a:solidFill>
          </p:spPr>
          <p:txBody>
            <a:bodyPr wrap="square" lIns="0" tIns="0" rIns="0" bIns="0" rtlCol="0"/>
            <a:lstStyle/>
            <a:p>
              <a:endParaRPr sz="1600">
                <a:solidFill>
                  <a:schemeClr val="accent4">
                    <a:lumMod val="50000"/>
                  </a:schemeClr>
                </a:solidFill>
                <a:latin typeface="+mj-lt"/>
              </a:endParaRPr>
            </a:p>
          </p:txBody>
        </p:sp>
        <p:sp>
          <p:nvSpPr>
            <p:cNvPr id="9" name="object 9"/>
            <p:cNvSpPr/>
            <p:nvPr/>
          </p:nvSpPr>
          <p:spPr>
            <a:xfrm>
              <a:off x="380999" y="2695574"/>
              <a:ext cx="28575" cy="381000"/>
            </a:xfrm>
            <a:custGeom>
              <a:avLst/>
              <a:gdLst/>
              <a:ahLst/>
              <a:cxnLst/>
              <a:rect l="l" t="t" r="r" b="b"/>
              <a:pathLst>
                <a:path w="28575" h="381000">
                  <a:moveTo>
                    <a:pt x="28574" y="380999"/>
                  </a:moveTo>
                  <a:lnTo>
                    <a:pt x="0" y="380999"/>
                  </a:lnTo>
                  <a:lnTo>
                    <a:pt x="0" y="0"/>
                  </a:lnTo>
                  <a:lnTo>
                    <a:pt x="28574" y="0"/>
                  </a:lnTo>
                  <a:lnTo>
                    <a:pt x="28574" y="3809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ndParaRPr>
            </a:p>
          </p:txBody>
        </p:sp>
      </p:grpSp>
      <p:grpSp>
        <p:nvGrpSpPr>
          <p:cNvPr id="10" name="object 10"/>
          <p:cNvGrpSpPr/>
          <p:nvPr/>
        </p:nvGrpSpPr>
        <p:grpSpPr>
          <a:xfrm>
            <a:off x="380165" y="2852073"/>
            <a:ext cx="5615999" cy="381000"/>
            <a:chOff x="380999" y="3228974"/>
            <a:chExt cx="5410200" cy="381000"/>
          </a:xfrm>
        </p:grpSpPr>
        <p:sp>
          <p:nvSpPr>
            <p:cNvPr id="11" name="object 11"/>
            <p:cNvSpPr/>
            <p:nvPr/>
          </p:nvSpPr>
          <p:spPr>
            <a:xfrm>
              <a:off x="380999" y="3228974"/>
              <a:ext cx="5410200" cy="381000"/>
            </a:xfrm>
            <a:custGeom>
              <a:avLst/>
              <a:gdLst/>
              <a:ahLst/>
              <a:cxnLst/>
              <a:rect l="l" t="t" r="r" b="b"/>
              <a:pathLst>
                <a:path w="5410200" h="381000">
                  <a:moveTo>
                    <a:pt x="5410199" y="380999"/>
                  </a:moveTo>
                  <a:lnTo>
                    <a:pt x="0" y="380999"/>
                  </a:lnTo>
                  <a:lnTo>
                    <a:pt x="0" y="0"/>
                  </a:lnTo>
                  <a:lnTo>
                    <a:pt x="5410199" y="0"/>
                  </a:lnTo>
                  <a:lnTo>
                    <a:pt x="5410199" y="380999"/>
                  </a:lnTo>
                  <a:close/>
                </a:path>
              </a:pathLst>
            </a:custGeom>
            <a:solidFill>
              <a:schemeClr val="accent4">
                <a:lumMod val="20000"/>
                <a:lumOff val="80000"/>
              </a:schemeClr>
            </a:solidFill>
          </p:spPr>
          <p:txBody>
            <a:bodyPr wrap="square" lIns="0" tIns="0" rIns="0" bIns="0" rtlCol="0"/>
            <a:lstStyle/>
            <a:p>
              <a:endParaRPr sz="1600" dirty="0">
                <a:solidFill>
                  <a:schemeClr val="accent4">
                    <a:lumMod val="50000"/>
                  </a:schemeClr>
                </a:solidFill>
                <a:latin typeface="+mj-lt"/>
              </a:endParaRPr>
            </a:p>
          </p:txBody>
        </p:sp>
        <p:sp>
          <p:nvSpPr>
            <p:cNvPr id="12" name="object 12"/>
            <p:cNvSpPr/>
            <p:nvPr/>
          </p:nvSpPr>
          <p:spPr>
            <a:xfrm>
              <a:off x="380999" y="3228974"/>
              <a:ext cx="28575" cy="381000"/>
            </a:xfrm>
            <a:custGeom>
              <a:avLst/>
              <a:gdLst/>
              <a:ahLst/>
              <a:cxnLst/>
              <a:rect l="l" t="t" r="r" b="b"/>
              <a:pathLst>
                <a:path w="28575" h="381000">
                  <a:moveTo>
                    <a:pt x="28574" y="380999"/>
                  </a:moveTo>
                  <a:lnTo>
                    <a:pt x="0" y="380999"/>
                  </a:lnTo>
                  <a:lnTo>
                    <a:pt x="0" y="0"/>
                  </a:lnTo>
                  <a:lnTo>
                    <a:pt x="28574" y="0"/>
                  </a:lnTo>
                  <a:lnTo>
                    <a:pt x="28574" y="380999"/>
                  </a:lnTo>
                  <a:close/>
                </a:path>
              </a:pathLst>
            </a:custGeom>
            <a:solidFill>
              <a:schemeClr val="accent4">
                <a:lumMod val="50000"/>
              </a:schemeClr>
            </a:solidFill>
          </p:spPr>
          <p:txBody>
            <a:bodyPr wrap="square" lIns="0" tIns="0" rIns="0" bIns="0" rtlCol="0"/>
            <a:lstStyle/>
            <a:p>
              <a:endParaRPr sz="1600">
                <a:solidFill>
                  <a:schemeClr val="accent4">
                    <a:lumMod val="50000"/>
                  </a:schemeClr>
                </a:solidFill>
                <a:latin typeface="+mj-lt"/>
              </a:endParaRPr>
            </a:p>
          </p:txBody>
        </p:sp>
      </p:grpSp>
      <p:grpSp>
        <p:nvGrpSpPr>
          <p:cNvPr id="13" name="object 13"/>
          <p:cNvGrpSpPr/>
          <p:nvPr/>
        </p:nvGrpSpPr>
        <p:grpSpPr>
          <a:xfrm>
            <a:off x="380166" y="3385473"/>
            <a:ext cx="5615998" cy="381000"/>
            <a:chOff x="380999" y="3762374"/>
            <a:chExt cx="5410200" cy="381000"/>
          </a:xfrm>
        </p:grpSpPr>
        <p:sp>
          <p:nvSpPr>
            <p:cNvPr id="14" name="object 14"/>
            <p:cNvSpPr/>
            <p:nvPr/>
          </p:nvSpPr>
          <p:spPr>
            <a:xfrm>
              <a:off x="380999" y="3762374"/>
              <a:ext cx="5410200" cy="381000"/>
            </a:xfrm>
            <a:custGeom>
              <a:avLst/>
              <a:gdLst/>
              <a:ahLst/>
              <a:cxnLst/>
              <a:rect l="l" t="t" r="r" b="b"/>
              <a:pathLst>
                <a:path w="5410200" h="381000">
                  <a:moveTo>
                    <a:pt x="5410199" y="380999"/>
                  </a:moveTo>
                  <a:lnTo>
                    <a:pt x="0" y="380999"/>
                  </a:lnTo>
                  <a:lnTo>
                    <a:pt x="0" y="0"/>
                  </a:lnTo>
                  <a:lnTo>
                    <a:pt x="5410199" y="0"/>
                  </a:lnTo>
                  <a:lnTo>
                    <a:pt x="5410199" y="380999"/>
                  </a:lnTo>
                  <a:close/>
                </a:path>
              </a:pathLst>
            </a:custGeom>
            <a:solidFill>
              <a:schemeClr val="accent4">
                <a:lumMod val="20000"/>
                <a:lumOff val="80000"/>
              </a:schemeClr>
            </a:solidFill>
          </p:spPr>
          <p:txBody>
            <a:bodyPr wrap="square" lIns="0" tIns="0" rIns="0" bIns="0" rtlCol="0"/>
            <a:lstStyle/>
            <a:p>
              <a:endParaRPr sz="1600" dirty="0">
                <a:solidFill>
                  <a:schemeClr val="accent4">
                    <a:lumMod val="50000"/>
                  </a:schemeClr>
                </a:solidFill>
                <a:latin typeface="+mj-lt"/>
              </a:endParaRPr>
            </a:p>
          </p:txBody>
        </p:sp>
        <p:sp>
          <p:nvSpPr>
            <p:cNvPr id="15" name="object 15"/>
            <p:cNvSpPr/>
            <p:nvPr/>
          </p:nvSpPr>
          <p:spPr>
            <a:xfrm>
              <a:off x="380999" y="3762374"/>
              <a:ext cx="28575" cy="381000"/>
            </a:xfrm>
            <a:custGeom>
              <a:avLst/>
              <a:gdLst/>
              <a:ahLst/>
              <a:cxnLst/>
              <a:rect l="l" t="t" r="r" b="b"/>
              <a:pathLst>
                <a:path w="28575" h="381000">
                  <a:moveTo>
                    <a:pt x="28574" y="380999"/>
                  </a:moveTo>
                  <a:lnTo>
                    <a:pt x="0" y="380999"/>
                  </a:lnTo>
                  <a:lnTo>
                    <a:pt x="0" y="0"/>
                  </a:lnTo>
                  <a:lnTo>
                    <a:pt x="28574" y="0"/>
                  </a:lnTo>
                  <a:lnTo>
                    <a:pt x="28574" y="380999"/>
                  </a:lnTo>
                  <a:close/>
                </a:path>
              </a:pathLst>
            </a:custGeom>
            <a:solidFill>
              <a:schemeClr val="accent4">
                <a:lumMod val="50000"/>
              </a:schemeClr>
            </a:solidFill>
          </p:spPr>
          <p:txBody>
            <a:bodyPr wrap="square" lIns="0" tIns="0" rIns="0" bIns="0" rtlCol="0"/>
            <a:lstStyle/>
            <a:p>
              <a:endParaRPr sz="1600">
                <a:solidFill>
                  <a:schemeClr val="accent4">
                    <a:lumMod val="50000"/>
                  </a:schemeClr>
                </a:solidFill>
                <a:latin typeface="+mj-lt"/>
              </a:endParaRPr>
            </a:p>
          </p:txBody>
        </p:sp>
      </p:grpSp>
      <p:sp>
        <p:nvSpPr>
          <p:cNvPr id="17" name="object 17"/>
          <p:cNvSpPr txBox="1"/>
          <p:nvPr/>
        </p:nvSpPr>
        <p:spPr>
          <a:xfrm>
            <a:off x="367466" y="1164506"/>
            <a:ext cx="1700898" cy="294311"/>
          </a:xfrm>
          <a:prstGeom prst="rect">
            <a:avLst/>
          </a:prstGeom>
        </p:spPr>
        <p:txBody>
          <a:bodyPr vert="horz" wrap="square" lIns="0" tIns="17145" rIns="0" bIns="0" rtlCol="0">
            <a:spAutoFit/>
          </a:bodyPr>
          <a:lstStyle/>
          <a:p>
            <a:pPr marL="12700">
              <a:lnSpc>
                <a:spcPct val="100000"/>
              </a:lnSpc>
              <a:spcBef>
                <a:spcPts val="135"/>
              </a:spcBef>
            </a:pPr>
            <a:r>
              <a:rPr b="1" spc="-90" dirty="0">
                <a:solidFill>
                  <a:schemeClr val="accent4">
                    <a:lumMod val="50000"/>
                  </a:schemeClr>
                </a:solidFill>
                <a:latin typeface="+mj-lt"/>
                <a:cs typeface="Arial"/>
              </a:rPr>
              <a:t>Techniques</a:t>
            </a:r>
            <a:r>
              <a:rPr b="1" spc="-70" dirty="0">
                <a:solidFill>
                  <a:schemeClr val="accent4">
                    <a:lumMod val="50000"/>
                  </a:schemeClr>
                </a:solidFill>
                <a:latin typeface="+mj-lt"/>
                <a:cs typeface="Arial"/>
              </a:rPr>
              <a:t> </a:t>
            </a:r>
            <a:r>
              <a:rPr b="1" spc="-75" dirty="0">
                <a:solidFill>
                  <a:schemeClr val="accent4">
                    <a:lumMod val="50000"/>
                  </a:schemeClr>
                </a:solidFill>
                <a:latin typeface="+mj-lt"/>
                <a:cs typeface="Arial"/>
              </a:rPr>
              <a:t>Used:</a:t>
            </a:r>
            <a:endParaRPr b="1" dirty="0">
              <a:solidFill>
                <a:schemeClr val="accent4">
                  <a:lumMod val="50000"/>
                </a:schemeClr>
              </a:solidFill>
              <a:latin typeface="+mj-lt"/>
              <a:cs typeface="Arial"/>
            </a:endParaRPr>
          </a:p>
        </p:txBody>
      </p:sp>
      <p:sp>
        <p:nvSpPr>
          <p:cNvPr id="19" name="object 19"/>
          <p:cNvSpPr txBox="1"/>
          <p:nvPr/>
        </p:nvSpPr>
        <p:spPr>
          <a:xfrm>
            <a:off x="408741" y="2383706"/>
            <a:ext cx="5750610" cy="263534"/>
          </a:xfrm>
          <a:prstGeom prst="rect">
            <a:avLst/>
          </a:prstGeom>
        </p:spPr>
        <p:txBody>
          <a:bodyPr vert="horz" wrap="square" lIns="0" tIns="17145" rIns="0" bIns="0" rtlCol="0">
            <a:spAutoFit/>
          </a:bodyPr>
          <a:lstStyle/>
          <a:p>
            <a:pPr marL="114300">
              <a:lnSpc>
                <a:spcPct val="100000"/>
              </a:lnSpc>
              <a:spcBef>
                <a:spcPts val="135"/>
              </a:spcBef>
            </a:pPr>
            <a:r>
              <a:rPr sz="1600" spc="-40" dirty="0">
                <a:solidFill>
                  <a:schemeClr val="accent4">
                    <a:lumMod val="50000"/>
                  </a:schemeClr>
                </a:solidFill>
                <a:latin typeface="+mj-lt"/>
                <a:cs typeface="Arial"/>
              </a:rPr>
              <a:t>Pivot</a:t>
            </a:r>
            <a:r>
              <a:rPr sz="1600" spc="-90" dirty="0">
                <a:solidFill>
                  <a:schemeClr val="accent4">
                    <a:lumMod val="50000"/>
                  </a:schemeClr>
                </a:solidFill>
                <a:latin typeface="+mj-lt"/>
                <a:cs typeface="Arial"/>
              </a:rPr>
              <a:t> </a:t>
            </a:r>
            <a:r>
              <a:rPr sz="1600" spc="-105" dirty="0">
                <a:solidFill>
                  <a:schemeClr val="accent4">
                    <a:lumMod val="50000"/>
                  </a:schemeClr>
                </a:solidFill>
                <a:latin typeface="+mj-lt"/>
                <a:cs typeface="Arial"/>
              </a:rPr>
              <a:t>Tables:</a:t>
            </a:r>
            <a:r>
              <a:rPr sz="1600" spc="-85" dirty="0">
                <a:solidFill>
                  <a:schemeClr val="accent4">
                    <a:lumMod val="50000"/>
                  </a:schemeClr>
                </a:solidFill>
                <a:latin typeface="+mj-lt"/>
                <a:cs typeface="Arial"/>
              </a:rPr>
              <a:t> </a:t>
            </a:r>
            <a:r>
              <a:rPr sz="1600" dirty="0">
                <a:solidFill>
                  <a:schemeClr val="accent4">
                    <a:lumMod val="50000"/>
                  </a:schemeClr>
                </a:solidFill>
                <a:latin typeface="+mj-lt"/>
                <a:cs typeface="Lato"/>
              </a:rPr>
              <a:t>Built</a:t>
            </a:r>
            <a:r>
              <a:rPr sz="1600" spc="-35" dirty="0">
                <a:solidFill>
                  <a:schemeClr val="accent4">
                    <a:lumMod val="50000"/>
                  </a:schemeClr>
                </a:solidFill>
                <a:latin typeface="+mj-lt"/>
                <a:cs typeface="Lato"/>
              </a:rPr>
              <a:t> </a:t>
            </a:r>
            <a:r>
              <a:rPr sz="1600" dirty="0">
                <a:solidFill>
                  <a:schemeClr val="accent4">
                    <a:lumMod val="50000"/>
                  </a:schemeClr>
                </a:solidFill>
                <a:latin typeface="+mj-lt"/>
                <a:cs typeface="Lato"/>
              </a:rPr>
              <a:t>for</a:t>
            </a:r>
            <a:r>
              <a:rPr sz="1600" spc="-35" dirty="0">
                <a:solidFill>
                  <a:schemeClr val="accent4">
                    <a:lumMod val="50000"/>
                  </a:schemeClr>
                </a:solidFill>
                <a:latin typeface="+mj-lt"/>
                <a:cs typeface="Lato"/>
              </a:rPr>
              <a:t> </a:t>
            </a:r>
            <a:r>
              <a:rPr sz="1600" spc="-10" dirty="0">
                <a:solidFill>
                  <a:schemeClr val="accent4">
                    <a:lumMod val="50000"/>
                  </a:schemeClr>
                </a:solidFill>
                <a:latin typeface="+mj-lt"/>
                <a:cs typeface="Lato"/>
              </a:rPr>
              <a:t>category-wise</a:t>
            </a:r>
            <a:r>
              <a:rPr sz="1600" spc="-40" dirty="0">
                <a:solidFill>
                  <a:schemeClr val="accent4">
                    <a:lumMod val="50000"/>
                  </a:schemeClr>
                </a:solidFill>
                <a:latin typeface="+mj-lt"/>
                <a:cs typeface="Lato"/>
              </a:rPr>
              <a:t> </a:t>
            </a:r>
            <a:r>
              <a:rPr sz="1600" spc="-20" dirty="0">
                <a:solidFill>
                  <a:schemeClr val="accent4">
                    <a:lumMod val="50000"/>
                  </a:schemeClr>
                </a:solidFill>
                <a:latin typeface="+mj-lt"/>
                <a:cs typeface="Lato"/>
              </a:rPr>
              <a:t>volume,</a:t>
            </a:r>
            <a:r>
              <a:rPr sz="1600" spc="-35" dirty="0">
                <a:solidFill>
                  <a:schemeClr val="accent4">
                    <a:lumMod val="50000"/>
                  </a:schemeClr>
                </a:solidFill>
                <a:latin typeface="+mj-lt"/>
                <a:cs typeface="Lato"/>
              </a:rPr>
              <a:t> </a:t>
            </a:r>
            <a:r>
              <a:rPr sz="1600" spc="-10" dirty="0">
                <a:solidFill>
                  <a:schemeClr val="accent4">
                    <a:lumMod val="50000"/>
                  </a:schemeClr>
                </a:solidFill>
                <a:latin typeface="+mj-lt"/>
                <a:cs typeface="Lato"/>
              </a:rPr>
              <a:t>agent</a:t>
            </a:r>
            <a:r>
              <a:rPr sz="1600" spc="-35" dirty="0">
                <a:solidFill>
                  <a:schemeClr val="accent4">
                    <a:lumMod val="50000"/>
                  </a:schemeClr>
                </a:solidFill>
                <a:latin typeface="+mj-lt"/>
                <a:cs typeface="Lato"/>
              </a:rPr>
              <a:t> </a:t>
            </a:r>
            <a:r>
              <a:rPr sz="1600" dirty="0">
                <a:solidFill>
                  <a:schemeClr val="accent4">
                    <a:lumMod val="50000"/>
                  </a:schemeClr>
                </a:solidFill>
                <a:latin typeface="+mj-lt"/>
                <a:cs typeface="Lato"/>
              </a:rPr>
              <a:t>KPIs,</a:t>
            </a:r>
            <a:r>
              <a:rPr sz="1600" spc="-35" dirty="0">
                <a:solidFill>
                  <a:schemeClr val="accent4">
                    <a:lumMod val="50000"/>
                  </a:schemeClr>
                </a:solidFill>
                <a:latin typeface="+mj-lt"/>
                <a:cs typeface="Lato"/>
              </a:rPr>
              <a:t> </a:t>
            </a:r>
            <a:r>
              <a:rPr sz="1600" dirty="0">
                <a:solidFill>
                  <a:schemeClr val="accent4">
                    <a:lumMod val="50000"/>
                  </a:schemeClr>
                </a:solidFill>
                <a:latin typeface="+mj-lt"/>
                <a:cs typeface="Lato"/>
              </a:rPr>
              <a:t>trend</a:t>
            </a:r>
            <a:r>
              <a:rPr sz="1600" spc="-40" dirty="0">
                <a:solidFill>
                  <a:schemeClr val="accent4">
                    <a:lumMod val="50000"/>
                  </a:schemeClr>
                </a:solidFill>
                <a:latin typeface="+mj-lt"/>
                <a:cs typeface="Lato"/>
              </a:rPr>
              <a:t> </a:t>
            </a:r>
            <a:r>
              <a:rPr sz="1600" spc="-10" dirty="0">
                <a:solidFill>
                  <a:schemeClr val="accent4">
                    <a:lumMod val="50000"/>
                  </a:schemeClr>
                </a:solidFill>
                <a:latin typeface="+mj-lt"/>
                <a:cs typeface="Lato"/>
              </a:rPr>
              <a:t>charts</a:t>
            </a:r>
            <a:endParaRPr sz="1600" dirty="0">
              <a:solidFill>
                <a:schemeClr val="accent4">
                  <a:lumMod val="50000"/>
                </a:schemeClr>
              </a:solidFill>
              <a:latin typeface="+mj-lt"/>
              <a:cs typeface="Lato"/>
            </a:endParaRPr>
          </a:p>
        </p:txBody>
      </p:sp>
      <p:sp>
        <p:nvSpPr>
          <p:cNvPr id="20" name="object 20"/>
          <p:cNvSpPr txBox="1"/>
          <p:nvPr/>
        </p:nvSpPr>
        <p:spPr>
          <a:xfrm>
            <a:off x="408741" y="2917106"/>
            <a:ext cx="5381625" cy="263534"/>
          </a:xfrm>
          <a:prstGeom prst="rect">
            <a:avLst/>
          </a:prstGeom>
        </p:spPr>
        <p:txBody>
          <a:bodyPr vert="horz" wrap="square" lIns="0" tIns="17145" rIns="0" bIns="0" rtlCol="0">
            <a:spAutoFit/>
          </a:bodyPr>
          <a:lstStyle/>
          <a:p>
            <a:pPr marL="114300">
              <a:lnSpc>
                <a:spcPct val="100000"/>
              </a:lnSpc>
              <a:spcBef>
                <a:spcPts val="135"/>
              </a:spcBef>
            </a:pPr>
            <a:r>
              <a:rPr sz="1600" spc="-90" dirty="0">
                <a:solidFill>
                  <a:schemeClr val="accent4">
                    <a:lumMod val="50000"/>
                  </a:schemeClr>
                </a:solidFill>
                <a:latin typeface="+mj-lt"/>
                <a:cs typeface="Arial"/>
              </a:rPr>
              <a:t>Age</a:t>
            </a:r>
            <a:r>
              <a:rPr sz="1600" spc="-95" dirty="0">
                <a:solidFill>
                  <a:schemeClr val="accent4">
                    <a:lumMod val="50000"/>
                  </a:schemeClr>
                </a:solidFill>
                <a:latin typeface="+mj-lt"/>
                <a:cs typeface="Arial"/>
              </a:rPr>
              <a:t> </a:t>
            </a:r>
            <a:r>
              <a:rPr sz="1600" spc="-50" dirty="0">
                <a:solidFill>
                  <a:schemeClr val="accent4">
                    <a:lumMod val="50000"/>
                  </a:schemeClr>
                </a:solidFill>
                <a:latin typeface="+mj-lt"/>
                <a:cs typeface="Arial"/>
              </a:rPr>
              <a:t>Calculation:</a:t>
            </a:r>
            <a:r>
              <a:rPr sz="1600" spc="-95" dirty="0">
                <a:solidFill>
                  <a:schemeClr val="accent4">
                    <a:lumMod val="50000"/>
                  </a:schemeClr>
                </a:solidFill>
                <a:latin typeface="+mj-lt"/>
                <a:cs typeface="Arial"/>
              </a:rPr>
              <a:t> </a:t>
            </a:r>
            <a:r>
              <a:rPr sz="1600" spc="-10" dirty="0">
                <a:solidFill>
                  <a:schemeClr val="accent4">
                    <a:lumMod val="50000"/>
                  </a:schemeClr>
                </a:solidFill>
                <a:latin typeface="+mj-lt"/>
                <a:cs typeface="Lato"/>
              </a:rPr>
              <a:t>Derived</a:t>
            </a:r>
            <a:r>
              <a:rPr sz="1600" spc="-45" dirty="0">
                <a:solidFill>
                  <a:schemeClr val="accent4">
                    <a:lumMod val="50000"/>
                  </a:schemeClr>
                </a:solidFill>
                <a:latin typeface="+mj-lt"/>
                <a:cs typeface="Lato"/>
              </a:rPr>
              <a:t> </a:t>
            </a:r>
            <a:r>
              <a:rPr sz="1600" spc="-10" dirty="0">
                <a:solidFill>
                  <a:schemeClr val="accent4">
                    <a:lumMod val="50000"/>
                  </a:schemeClr>
                </a:solidFill>
                <a:latin typeface="+mj-lt"/>
                <a:cs typeface="Lato"/>
              </a:rPr>
              <a:t>from</a:t>
            </a:r>
            <a:r>
              <a:rPr sz="1600" spc="-45" dirty="0">
                <a:solidFill>
                  <a:schemeClr val="accent4">
                    <a:lumMod val="50000"/>
                  </a:schemeClr>
                </a:solidFill>
                <a:latin typeface="+mj-lt"/>
                <a:cs typeface="Lato"/>
              </a:rPr>
              <a:t> </a:t>
            </a:r>
            <a:r>
              <a:rPr sz="1600" spc="-10" dirty="0">
                <a:solidFill>
                  <a:schemeClr val="accent4">
                    <a:lumMod val="50000"/>
                  </a:schemeClr>
                </a:solidFill>
                <a:latin typeface="+mj-lt"/>
                <a:cs typeface="Lato"/>
              </a:rPr>
              <a:t>DOB</a:t>
            </a:r>
            <a:r>
              <a:rPr sz="1600" spc="-45" dirty="0">
                <a:solidFill>
                  <a:schemeClr val="accent4">
                    <a:lumMod val="50000"/>
                  </a:schemeClr>
                </a:solidFill>
                <a:latin typeface="+mj-lt"/>
                <a:cs typeface="Lato"/>
              </a:rPr>
              <a:t> </a:t>
            </a:r>
            <a:r>
              <a:rPr sz="1600" spc="-10" dirty="0">
                <a:solidFill>
                  <a:schemeClr val="accent4">
                    <a:lumMod val="50000"/>
                  </a:schemeClr>
                </a:solidFill>
                <a:latin typeface="+mj-lt"/>
                <a:cs typeface="Lato"/>
              </a:rPr>
              <a:t>using</a:t>
            </a:r>
            <a:r>
              <a:rPr sz="1600" spc="-45" dirty="0">
                <a:solidFill>
                  <a:schemeClr val="accent4">
                    <a:lumMod val="50000"/>
                  </a:schemeClr>
                </a:solidFill>
                <a:latin typeface="+mj-lt"/>
                <a:cs typeface="Lato"/>
              </a:rPr>
              <a:t> </a:t>
            </a:r>
            <a:r>
              <a:rPr sz="1600" spc="-30" dirty="0">
                <a:solidFill>
                  <a:schemeClr val="accent4">
                    <a:lumMod val="50000"/>
                  </a:schemeClr>
                </a:solidFill>
                <a:latin typeface="+mj-lt"/>
                <a:cs typeface="Lato"/>
              </a:rPr>
              <a:t>TODAY()</a:t>
            </a:r>
            <a:r>
              <a:rPr sz="1600" spc="-45" dirty="0">
                <a:solidFill>
                  <a:schemeClr val="accent4">
                    <a:lumMod val="50000"/>
                  </a:schemeClr>
                </a:solidFill>
                <a:latin typeface="+mj-lt"/>
                <a:cs typeface="Lato"/>
              </a:rPr>
              <a:t> </a:t>
            </a:r>
            <a:r>
              <a:rPr sz="1600" spc="-10" dirty="0">
                <a:solidFill>
                  <a:schemeClr val="accent4">
                    <a:lumMod val="50000"/>
                  </a:schemeClr>
                </a:solidFill>
                <a:latin typeface="+mj-lt"/>
                <a:cs typeface="Lato"/>
              </a:rPr>
              <a:t>and</a:t>
            </a:r>
            <a:r>
              <a:rPr sz="1600" spc="-45" dirty="0">
                <a:solidFill>
                  <a:schemeClr val="accent4">
                    <a:lumMod val="50000"/>
                  </a:schemeClr>
                </a:solidFill>
                <a:latin typeface="+mj-lt"/>
                <a:cs typeface="Lato"/>
              </a:rPr>
              <a:t> </a:t>
            </a:r>
            <a:r>
              <a:rPr sz="1600" spc="-10" dirty="0">
                <a:solidFill>
                  <a:schemeClr val="accent4">
                    <a:lumMod val="50000"/>
                  </a:schemeClr>
                </a:solidFill>
                <a:latin typeface="+mj-lt"/>
                <a:cs typeface="Lato"/>
              </a:rPr>
              <a:t>DATE()</a:t>
            </a:r>
            <a:endParaRPr sz="1600" dirty="0">
              <a:solidFill>
                <a:schemeClr val="accent4">
                  <a:lumMod val="50000"/>
                </a:schemeClr>
              </a:solidFill>
              <a:latin typeface="+mj-lt"/>
              <a:cs typeface="Lato"/>
            </a:endParaRPr>
          </a:p>
        </p:txBody>
      </p:sp>
      <p:sp>
        <p:nvSpPr>
          <p:cNvPr id="21" name="object 21"/>
          <p:cNvSpPr txBox="1"/>
          <p:nvPr/>
        </p:nvSpPr>
        <p:spPr>
          <a:xfrm>
            <a:off x="408741" y="3450506"/>
            <a:ext cx="5381625" cy="263534"/>
          </a:xfrm>
          <a:prstGeom prst="rect">
            <a:avLst/>
          </a:prstGeom>
        </p:spPr>
        <p:txBody>
          <a:bodyPr vert="horz" wrap="square" lIns="0" tIns="17145" rIns="0" bIns="0" rtlCol="0">
            <a:spAutoFit/>
          </a:bodyPr>
          <a:lstStyle/>
          <a:p>
            <a:pPr marL="114300">
              <a:lnSpc>
                <a:spcPct val="100000"/>
              </a:lnSpc>
              <a:spcBef>
                <a:spcPts val="135"/>
              </a:spcBef>
            </a:pPr>
            <a:r>
              <a:rPr sz="1600" spc="-75" dirty="0">
                <a:solidFill>
                  <a:schemeClr val="accent4">
                    <a:lumMod val="50000"/>
                  </a:schemeClr>
                </a:solidFill>
                <a:latin typeface="+mj-lt"/>
                <a:cs typeface="Arial"/>
              </a:rPr>
              <a:t>Custom</a:t>
            </a:r>
            <a:r>
              <a:rPr sz="1600" spc="-100" dirty="0">
                <a:solidFill>
                  <a:schemeClr val="accent4">
                    <a:lumMod val="50000"/>
                  </a:schemeClr>
                </a:solidFill>
                <a:latin typeface="+mj-lt"/>
                <a:cs typeface="Arial"/>
              </a:rPr>
              <a:t> </a:t>
            </a:r>
            <a:r>
              <a:rPr sz="1600" spc="-60" dirty="0">
                <a:solidFill>
                  <a:schemeClr val="accent4">
                    <a:lumMod val="50000"/>
                  </a:schemeClr>
                </a:solidFill>
                <a:latin typeface="+mj-lt"/>
                <a:cs typeface="Arial"/>
              </a:rPr>
              <a:t>Grouping:</a:t>
            </a:r>
            <a:r>
              <a:rPr sz="1600" spc="-100" dirty="0">
                <a:solidFill>
                  <a:schemeClr val="accent4">
                    <a:lumMod val="50000"/>
                  </a:schemeClr>
                </a:solidFill>
                <a:latin typeface="+mj-lt"/>
                <a:cs typeface="Arial"/>
              </a:rPr>
              <a:t> </a:t>
            </a:r>
            <a:r>
              <a:rPr sz="1600" dirty="0">
                <a:solidFill>
                  <a:schemeClr val="accent4">
                    <a:lumMod val="50000"/>
                  </a:schemeClr>
                </a:solidFill>
                <a:latin typeface="+mj-lt"/>
                <a:cs typeface="Lato"/>
              </a:rPr>
              <a:t>Created</a:t>
            </a:r>
            <a:r>
              <a:rPr sz="1600" spc="-45" dirty="0">
                <a:solidFill>
                  <a:schemeClr val="accent4">
                    <a:lumMod val="50000"/>
                  </a:schemeClr>
                </a:solidFill>
                <a:latin typeface="+mj-lt"/>
                <a:cs typeface="Lato"/>
              </a:rPr>
              <a:t> </a:t>
            </a:r>
            <a:r>
              <a:rPr sz="1600" spc="-10" dirty="0">
                <a:solidFill>
                  <a:schemeClr val="accent4">
                    <a:lumMod val="50000"/>
                  </a:schemeClr>
                </a:solidFill>
                <a:latin typeface="+mj-lt"/>
                <a:cs typeface="Lato"/>
              </a:rPr>
              <a:t>Age</a:t>
            </a:r>
            <a:r>
              <a:rPr sz="1600" spc="-50" dirty="0">
                <a:solidFill>
                  <a:schemeClr val="accent4">
                    <a:lumMod val="50000"/>
                  </a:schemeClr>
                </a:solidFill>
                <a:latin typeface="+mj-lt"/>
                <a:cs typeface="Lato"/>
              </a:rPr>
              <a:t> </a:t>
            </a:r>
            <a:r>
              <a:rPr sz="1600" spc="-10" dirty="0">
                <a:solidFill>
                  <a:schemeClr val="accent4">
                    <a:lumMod val="50000"/>
                  </a:schemeClr>
                </a:solidFill>
                <a:latin typeface="+mj-lt"/>
                <a:cs typeface="Lato"/>
              </a:rPr>
              <a:t>Buckets</a:t>
            </a:r>
            <a:r>
              <a:rPr sz="1600" spc="-45" dirty="0">
                <a:solidFill>
                  <a:schemeClr val="accent4">
                    <a:lumMod val="50000"/>
                  </a:schemeClr>
                </a:solidFill>
                <a:latin typeface="+mj-lt"/>
                <a:cs typeface="Lato"/>
              </a:rPr>
              <a:t> </a:t>
            </a:r>
            <a:r>
              <a:rPr sz="1600" dirty="0">
                <a:solidFill>
                  <a:schemeClr val="accent4">
                    <a:lumMod val="50000"/>
                  </a:schemeClr>
                </a:solidFill>
                <a:latin typeface="+mj-lt"/>
                <a:cs typeface="Lato"/>
              </a:rPr>
              <a:t>with</a:t>
            </a:r>
            <a:r>
              <a:rPr sz="1600" spc="-50" dirty="0">
                <a:solidFill>
                  <a:schemeClr val="accent4">
                    <a:lumMod val="50000"/>
                  </a:schemeClr>
                </a:solidFill>
                <a:latin typeface="+mj-lt"/>
                <a:cs typeface="Lato"/>
              </a:rPr>
              <a:t> </a:t>
            </a:r>
            <a:r>
              <a:rPr sz="1600" spc="-10" dirty="0">
                <a:solidFill>
                  <a:schemeClr val="accent4">
                    <a:lumMod val="50000"/>
                  </a:schemeClr>
                </a:solidFill>
                <a:latin typeface="+mj-lt"/>
                <a:cs typeface="Lato"/>
              </a:rPr>
              <a:t>nested</a:t>
            </a:r>
            <a:r>
              <a:rPr sz="1600" spc="-45" dirty="0">
                <a:solidFill>
                  <a:schemeClr val="accent4">
                    <a:lumMod val="50000"/>
                  </a:schemeClr>
                </a:solidFill>
                <a:latin typeface="+mj-lt"/>
                <a:cs typeface="Lato"/>
              </a:rPr>
              <a:t> </a:t>
            </a:r>
            <a:r>
              <a:rPr sz="1600" spc="-25" dirty="0">
                <a:solidFill>
                  <a:schemeClr val="accent4">
                    <a:lumMod val="50000"/>
                  </a:schemeClr>
                </a:solidFill>
                <a:latin typeface="+mj-lt"/>
                <a:cs typeface="Lato"/>
              </a:rPr>
              <a:t>IF</a:t>
            </a:r>
            <a:r>
              <a:rPr lang="en-IN" sz="1600" spc="-25" dirty="0">
                <a:solidFill>
                  <a:schemeClr val="accent4">
                    <a:lumMod val="50000"/>
                  </a:schemeClr>
                </a:solidFill>
                <a:latin typeface="+mj-lt"/>
                <a:cs typeface="Lato"/>
              </a:rPr>
              <a:t> &amp; ARRAY</a:t>
            </a:r>
            <a:endParaRPr sz="1600" dirty="0">
              <a:solidFill>
                <a:schemeClr val="accent4">
                  <a:lumMod val="50000"/>
                </a:schemeClr>
              </a:solidFill>
              <a:latin typeface="+mj-lt"/>
              <a:cs typeface="Lato"/>
            </a:endParaRPr>
          </a:p>
        </p:txBody>
      </p:sp>
      <p:sp>
        <p:nvSpPr>
          <p:cNvPr id="22" name="object 22"/>
          <p:cNvSpPr txBox="1"/>
          <p:nvPr/>
        </p:nvSpPr>
        <p:spPr>
          <a:xfrm>
            <a:off x="557074" y="4354815"/>
            <a:ext cx="908607" cy="294311"/>
          </a:xfrm>
          <a:prstGeom prst="rect">
            <a:avLst/>
          </a:prstGeom>
        </p:spPr>
        <p:txBody>
          <a:bodyPr vert="horz" wrap="square" lIns="0" tIns="17145" rIns="0" bIns="0" rtlCol="0">
            <a:spAutoFit/>
          </a:bodyPr>
          <a:lstStyle/>
          <a:p>
            <a:pPr marL="12700">
              <a:lnSpc>
                <a:spcPct val="100000"/>
              </a:lnSpc>
              <a:spcBef>
                <a:spcPts val="135"/>
              </a:spcBef>
            </a:pPr>
            <a:r>
              <a:rPr b="1" spc="-70" dirty="0">
                <a:solidFill>
                  <a:schemeClr val="accent4">
                    <a:lumMod val="50000"/>
                  </a:schemeClr>
                </a:solidFill>
                <a:latin typeface="+mj-lt"/>
                <a:cs typeface="Arial"/>
              </a:rPr>
              <a:t>Purpose:</a:t>
            </a:r>
            <a:endParaRPr b="1" dirty="0">
              <a:solidFill>
                <a:schemeClr val="accent4">
                  <a:lumMod val="50000"/>
                </a:schemeClr>
              </a:solidFill>
              <a:latin typeface="+mj-lt"/>
              <a:cs typeface="Arial"/>
            </a:endParaRPr>
          </a:p>
        </p:txBody>
      </p:sp>
      <p:sp>
        <p:nvSpPr>
          <p:cNvPr id="24" name="object 24"/>
          <p:cNvSpPr txBox="1"/>
          <p:nvPr/>
        </p:nvSpPr>
        <p:spPr>
          <a:xfrm>
            <a:off x="628512" y="4761232"/>
            <a:ext cx="5467486" cy="1443985"/>
          </a:xfrm>
          <a:prstGeom prst="rect">
            <a:avLst/>
          </a:prstGeom>
        </p:spPr>
        <p:txBody>
          <a:bodyPr vert="horz" wrap="square" lIns="0" tIns="12700" rIns="0" bIns="0" rtlCol="0">
            <a:spAutoFit/>
          </a:bodyPr>
          <a:lstStyle/>
          <a:p>
            <a:pPr marL="184150" indent="-171450">
              <a:lnSpc>
                <a:spcPct val="100000"/>
              </a:lnSpc>
              <a:spcBef>
                <a:spcPts val="100"/>
              </a:spcBef>
              <a:buFont typeface="Arial" panose="020B0604020202020204" pitchFamily="34" charset="0"/>
              <a:buChar char="•"/>
            </a:pPr>
            <a:r>
              <a:rPr sz="1600" spc="-10" dirty="0">
                <a:solidFill>
                  <a:schemeClr val="accent4">
                    <a:lumMod val="50000"/>
                  </a:schemeClr>
                </a:solidFill>
                <a:latin typeface="+mj-lt"/>
                <a:cs typeface="Lato"/>
              </a:rPr>
              <a:t>Discover</a:t>
            </a:r>
            <a:r>
              <a:rPr sz="1600" spc="-55" dirty="0">
                <a:solidFill>
                  <a:schemeClr val="accent4">
                    <a:lumMod val="50000"/>
                  </a:schemeClr>
                </a:solidFill>
                <a:latin typeface="+mj-lt"/>
                <a:cs typeface="Lato"/>
              </a:rPr>
              <a:t> </a:t>
            </a:r>
            <a:r>
              <a:rPr sz="1600" dirty="0">
                <a:solidFill>
                  <a:schemeClr val="accent4">
                    <a:lumMod val="50000"/>
                  </a:schemeClr>
                </a:solidFill>
                <a:latin typeface="+mj-lt"/>
                <a:cs typeface="Lato"/>
              </a:rPr>
              <a:t>patterns</a:t>
            </a:r>
            <a:r>
              <a:rPr sz="1600" spc="-55" dirty="0">
                <a:solidFill>
                  <a:schemeClr val="accent4">
                    <a:lumMod val="50000"/>
                  </a:schemeClr>
                </a:solidFill>
                <a:latin typeface="+mj-lt"/>
                <a:cs typeface="Lato"/>
              </a:rPr>
              <a:t> </a:t>
            </a:r>
            <a:r>
              <a:rPr sz="1600" dirty="0">
                <a:solidFill>
                  <a:schemeClr val="accent4">
                    <a:lumMod val="50000"/>
                  </a:schemeClr>
                </a:solidFill>
                <a:latin typeface="+mj-lt"/>
                <a:cs typeface="Lato"/>
              </a:rPr>
              <a:t>in</a:t>
            </a:r>
            <a:r>
              <a:rPr sz="1600" spc="-50" dirty="0">
                <a:solidFill>
                  <a:schemeClr val="accent4">
                    <a:lumMod val="50000"/>
                  </a:schemeClr>
                </a:solidFill>
                <a:latin typeface="+mj-lt"/>
                <a:cs typeface="Lato"/>
              </a:rPr>
              <a:t> </a:t>
            </a:r>
            <a:r>
              <a:rPr sz="1600" spc="-10" dirty="0">
                <a:solidFill>
                  <a:schemeClr val="accent4">
                    <a:lumMod val="50000"/>
                  </a:schemeClr>
                </a:solidFill>
                <a:latin typeface="+mj-lt"/>
                <a:cs typeface="Lato"/>
              </a:rPr>
              <a:t>performance</a:t>
            </a:r>
            <a:endParaRPr sz="1600" dirty="0">
              <a:solidFill>
                <a:schemeClr val="accent4">
                  <a:lumMod val="50000"/>
                </a:schemeClr>
              </a:solidFill>
              <a:latin typeface="+mj-lt"/>
              <a:cs typeface="Lato"/>
            </a:endParaRPr>
          </a:p>
          <a:p>
            <a:pPr marL="184150" marR="5080" indent="-171450">
              <a:lnSpc>
                <a:spcPct val="166700"/>
              </a:lnSpc>
              <a:buFont typeface="Arial" panose="020B0604020202020204" pitchFamily="34" charset="0"/>
              <a:buChar char="•"/>
            </a:pPr>
            <a:r>
              <a:rPr sz="1600" dirty="0">
                <a:solidFill>
                  <a:schemeClr val="accent4">
                    <a:lumMod val="50000"/>
                  </a:schemeClr>
                </a:solidFill>
                <a:latin typeface="+mj-lt"/>
                <a:cs typeface="Lato"/>
              </a:rPr>
              <a:t>Analyze</a:t>
            </a:r>
            <a:r>
              <a:rPr sz="1600" spc="-45" dirty="0">
                <a:solidFill>
                  <a:schemeClr val="accent4">
                    <a:lumMod val="50000"/>
                  </a:schemeClr>
                </a:solidFill>
                <a:latin typeface="+mj-lt"/>
                <a:cs typeface="Lato"/>
              </a:rPr>
              <a:t> </a:t>
            </a:r>
            <a:r>
              <a:rPr sz="1600" spc="-10" dirty="0">
                <a:solidFill>
                  <a:schemeClr val="accent4">
                    <a:lumMod val="50000"/>
                  </a:schemeClr>
                </a:solidFill>
                <a:latin typeface="+mj-lt"/>
                <a:cs typeface="Lato"/>
              </a:rPr>
              <a:t>agent</a:t>
            </a:r>
            <a:r>
              <a:rPr sz="1600" spc="-40" dirty="0">
                <a:solidFill>
                  <a:schemeClr val="accent4">
                    <a:lumMod val="50000"/>
                  </a:schemeClr>
                </a:solidFill>
                <a:latin typeface="+mj-lt"/>
                <a:cs typeface="Lato"/>
              </a:rPr>
              <a:t> </a:t>
            </a:r>
            <a:r>
              <a:rPr sz="1600" spc="-20" dirty="0">
                <a:solidFill>
                  <a:schemeClr val="accent4">
                    <a:lumMod val="50000"/>
                  </a:schemeClr>
                </a:solidFill>
                <a:latin typeface="+mj-lt"/>
                <a:cs typeface="Lato"/>
              </a:rPr>
              <a:t>efficiency</a:t>
            </a:r>
            <a:r>
              <a:rPr sz="1600" spc="-40" dirty="0">
                <a:solidFill>
                  <a:schemeClr val="accent4">
                    <a:lumMod val="50000"/>
                  </a:schemeClr>
                </a:solidFill>
                <a:latin typeface="+mj-lt"/>
                <a:cs typeface="Lato"/>
              </a:rPr>
              <a:t> </a:t>
            </a:r>
            <a:r>
              <a:rPr sz="1600" dirty="0">
                <a:solidFill>
                  <a:schemeClr val="accent4">
                    <a:lumMod val="50000"/>
                  </a:schemeClr>
                </a:solidFill>
                <a:latin typeface="+mj-lt"/>
                <a:cs typeface="Lato"/>
              </a:rPr>
              <a:t>across</a:t>
            </a:r>
            <a:r>
              <a:rPr sz="1600" spc="-45" dirty="0">
                <a:solidFill>
                  <a:schemeClr val="accent4">
                    <a:lumMod val="50000"/>
                  </a:schemeClr>
                </a:solidFill>
                <a:latin typeface="+mj-lt"/>
                <a:cs typeface="Lato"/>
              </a:rPr>
              <a:t> </a:t>
            </a:r>
            <a:r>
              <a:rPr sz="1600" spc="-10" dirty="0">
                <a:solidFill>
                  <a:schemeClr val="accent4">
                    <a:lumMod val="50000"/>
                  </a:schemeClr>
                </a:solidFill>
                <a:latin typeface="+mj-lt"/>
                <a:cs typeface="Lato"/>
              </a:rPr>
              <a:t>demographics</a:t>
            </a:r>
            <a:endParaRPr lang="en-IN" sz="1600" spc="-10" dirty="0">
              <a:solidFill>
                <a:schemeClr val="accent4">
                  <a:lumMod val="50000"/>
                </a:schemeClr>
              </a:solidFill>
              <a:latin typeface="+mj-lt"/>
              <a:cs typeface="Lato"/>
            </a:endParaRPr>
          </a:p>
          <a:p>
            <a:pPr marL="184150" marR="5080" indent="-171450">
              <a:lnSpc>
                <a:spcPct val="166700"/>
              </a:lnSpc>
              <a:buFont typeface="Arial" panose="020B0604020202020204" pitchFamily="34" charset="0"/>
              <a:buChar char="•"/>
            </a:pPr>
            <a:r>
              <a:rPr sz="1600" dirty="0">
                <a:solidFill>
                  <a:schemeClr val="accent4">
                    <a:lumMod val="50000"/>
                  </a:schemeClr>
                </a:solidFill>
                <a:latin typeface="+mj-lt"/>
                <a:cs typeface="Lato"/>
              </a:rPr>
              <a:t>Build</a:t>
            </a:r>
            <a:r>
              <a:rPr sz="1600" spc="-65" dirty="0">
                <a:solidFill>
                  <a:schemeClr val="accent4">
                    <a:lumMod val="50000"/>
                  </a:schemeClr>
                </a:solidFill>
                <a:latin typeface="+mj-lt"/>
                <a:cs typeface="Lato"/>
              </a:rPr>
              <a:t> </a:t>
            </a:r>
            <a:r>
              <a:rPr sz="1600" spc="-10" dirty="0">
                <a:solidFill>
                  <a:schemeClr val="accent4">
                    <a:lumMod val="50000"/>
                  </a:schemeClr>
                </a:solidFill>
                <a:latin typeface="+mj-lt"/>
                <a:cs typeface="Lato"/>
              </a:rPr>
              <a:t>decision-</a:t>
            </a:r>
            <a:r>
              <a:rPr sz="1600" dirty="0">
                <a:solidFill>
                  <a:schemeClr val="accent4">
                    <a:lumMod val="50000"/>
                  </a:schemeClr>
                </a:solidFill>
                <a:latin typeface="+mj-lt"/>
                <a:cs typeface="Lato"/>
              </a:rPr>
              <a:t>ready</a:t>
            </a:r>
            <a:r>
              <a:rPr sz="1600" spc="-60" dirty="0">
                <a:solidFill>
                  <a:schemeClr val="accent4">
                    <a:lumMod val="50000"/>
                  </a:schemeClr>
                </a:solidFill>
                <a:latin typeface="+mj-lt"/>
                <a:cs typeface="Lato"/>
              </a:rPr>
              <a:t> </a:t>
            </a:r>
            <a:r>
              <a:rPr sz="1600" dirty="0">
                <a:solidFill>
                  <a:schemeClr val="accent4">
                    <a:lumMod val="50000"/>
                  </a:schemeClr>
                </a:solidFill>
                <a:latin typeface="+mj-lt"/>
                <a:cs typeface="Lato"/>
              </a:rPr>
              <a:t>dashboard</a:t>
            </a:r>
            <a:r>
              <a:rPr sz="1600" spc="-60" dirty="0">
                <a:solidFill>
                  <a:schemeClr val="accent4">
                    <a:lumMod val="50000"/>
                  </a:schemeClr>
                </a:solidFill>
                <a:latin typeface="+mj-lt"/>
                <a:cs typeface="Lato"/>
              </a:rPr>
              <a:t> </a:t>
            </a:r>
            <a:r>
              <a:rPr sz="1600" dirty="0">
                <a:solidFill>
                  <a:schemeClr val="accent4">
                    <a:lumMod val="50000"/>
                  </a:schemeClr>
                </a:solidFill>
                <a:latin typeface="+mj-lt"/>
                <a:cs typeface="Lato"/>
              </a:rPr>
              <a:t>for</a:t>
            </a:r>
            <a:r>
              <a:rPr sz="1600" spc="-60" dirty="0">
                <a:solidFill>
                  <a:schemeClr val="accent4">
                    <a:lumMod val="50000"/>
                  </a:schemeClr>
                </a:solidFill>
                <a:latin typeface="+mj-lt"/>
                <a:cs typeface="Lato"/>
              </a:rPr>
              <a:t> </a:t>
            </a:r>
            <a:r>
              <a:rPr sz="1600" spc="-10" dirty="0">
                <a:solidFill>
                  <a:schemeClr val="accent4">
                    <a:lumMod val="50000"/>
                  </a:schemeClr>
                </a:solidFill>
                <a:latin typeface="+mj-lt"/>
                <a:cs typeface="Lato"/>
              </a:rPr>
              <a:t>management</a:t>
            </a:r>
            <a:endParaRPr lang="en-IN" sz="1600" spc="-10" dirty="0">
              <a:solidFill>
                <a:schemeClr val="accent4">
                  <a:lumMod val="50000"/>
                </a:schemeClr>
              </a:solidFill>
              <a:latin typeface="+mj-lt"/>
              <a:cs typeface="Lato"/>
            </a:endParaRPr>
          </a:p>
          <a:p>
            <a:pPr marL="184150" marR="5080" indent="-171450">
              <a:lnSpc>
                <a:spcPct val="166700"/>
              </a:lnSpc>
              <a:buFont typeface="Arial" panose="020B0604020202020204" pitchFamily="34" charset="0"/>
              <a:buChar char="•"/>
            </a:pPr>
            <a:r>
              <a:rPr sz="1600" spc="-10" dirty="0">
                <a:solidFill>
                  <a:schemeClr val="accent4">
                    <a:lumMod val="50000"/>
                  </a:schemeClr>
                </a:solidFill>
                <a:latin typeface="+mj-lt"/>
                <a:cs typeface="Lato"/>
              </a:rPr>
              <a:t>Support</a:t>
            </a:r>
            <a:r>
              <a:rPr sz="1600" spc="-15" dirty="0">
                <a:solidFill>
                  <a:schemeClr val="accent4">
                    <a:lumMod val="50000"/>
                  </a:schemeClr>
                </a:solidFill>
                <a:latin typeface="+mj-lt"/>
                <a:cs typeface="Lato"/>
              </a:rPr>
              <a:t> </a:t>
            </a:r>
            <a:r>
              <a:rPr sz="1600" spc="-10" dirty="0">
                <a:solidFill>
                  <a:schemeClr val="accent4">
                    <a:lumMod val="50000"/>
                  </a:schemeClr>
                </a:solidFill>
                <a:latin typeface="+mj-lt"/>
                <a:cs typeface="Lato"/>
              </a:rPr>
              <a:t>data-driven</a:t>
            </a:r>
            <a:r>
              <a:rPr sz="1600" spc="-15" dirty="0">
                <a:solidFill>
                  <a:schemeClr val="accent4">
                    <a:lumMod val="50000"/>
                  </a:schemeClr>
                </a:solidFill>
                <a:latin typeface="+mj-lt"/>
                <a:cs typeface="Lato"/>
              </a:rPr>
              <a:t> </a:t>
            </a:r>
            <a:r>
              <a:rPr sz="1600" spc="-10" dirty="0">
                <a:solidFill>
                  <a:schemeClr val="accent4">
                    <a:lumMod val="50000"/>
                  </a:schemeClr>
                </a:solidFill>
                <a:latin typeface="+mj-lt"/>
                <a:cs typeface="Lato"/>
              </a:rPr>
              <a:t>investment</a:t>
            </a:r>
            <a:r>
              <a:rPr sz="1600" spc="-15" dirty="0">
                <a:solidFill>
                  <a:schemeClr val="accent4">
                    <a:lumMod val="50000"/>
                  </a:schemeClr>
                </a:solidFill>
                <a:latin typeface="+mj-lt"/>
                <a:cs typeface="Lato"/>
              </a:rPr>
              <a:t> </a:t>
            </a:r>
            <a:r>
              <a:rPr sz="1600" spc="-10" dirty="0">
                <a:solidFill>
                  <a:schemeClr val="accent4">
                    <a:lumMod val="50000"/>
                  </a:schemeClr>
                </a:solidFill>
                <a:latin typeface="+mj-lt"/>
                <a:cs typeface="Lato"/>
              </a:rPr>
              <a:t>decisions</a:t>
            </a:r>
            <a:endParaRPr sz="1600" dirty="0">
              <a:solidFill>
                <a:schemeClr val="accent4">
                  <a:lumMod val="50000"/>
                </a:schemeClr>
              </a:solidFill>
              <a:latin typeface="+mj-lt"/>
              <a:cs typeface="Lato"/>
            </a:endParaRPr>
          </a:p>
        </p:txBody>
      </p:sp>
      <p:sp>
        <p:nvSpPr>
          <p:cNvPr id="28" name="object 28"/>
          <p:cNvSpPr txBox="1"/>
          <p:nvPr/>
        </p:nvSpPr>
        <p:spPr>
          <a:xfrm>
            <a:off x="7825779" y="606425"/>
            <a:ext cx="2255520" cy="299720"/>
          </a:xfrm>
          <a:prstGeom prst="rect">
            <a:avLst/>
          </a:prstGeom>
        </p:spPr>
        <p:txBody>
          <a:bodyPr vert="horz" wrap="square" lIns="0" tIns="12700" rIns="0" bIns="0" rtlCol="0">
            <a:spAutoFit/>
          </a:bodyPr>
          <a:lstStyle/>
          <a:p>
            <a:pPr marL="12700">
              <a:lnSpc>
                <a:spcPct val="100000"/>
              </a:lnSpc>
              <a:spcBef>
                <a:spcPts val="100"/>
              </a:spcBef>
            </a:pPr>
            <a:r>
              <a:rPr lang="en-IN" sz="1800" b="1" dirty="0">
                <a:solidFill>
                  <a:schemeClr val="accent4">
                    <a:lumMod val="50000"/>
                  </a:schemeClr>
                </a:solidFill>
                <a:latin typeface="+mj-lt"/>
                <a:cs typeface="Calibri"/>
              </a:rPr>
              <a:t>Visual Elements</a:t>
            </a:r>
            <a:endParaRPr lang="en-IN" sz="1800" dirty="0">
              <a:solidFill>
                <a:schemeClr val="accent4">
                  <a:lumMod val="50000"/>
                </a:schemeClr>
              </a:solidFill>
              <a:latin typeface="+mj-lt"/>
              <a:cs typeface="Calibri"/>
            </a:endParaRPr>
          </a:p>
        </p:txBody>
      </p:sp>
      <p:grpSp>
        <p:nvGrpSpPr>
          <p:cNvPr id="29" name="object 29"/>
          <p:cNvGrpSpPr/>
          <p:nvPr/>
        </p:nvGrpSpPr>
        <p:grpSpPr>
          <a:xfrm>
            <a:off x="6095999" y="1095374"/>
            <a:ext cx="1828800" cy="1143000"/>
            <a:chOff x="6095999" y="1095374"/>
            <a:chExt cx="1828800" cy="1143000"/>
          </a:xfrm>
          <a:solidFill>
            <a:schemeClr val="accent4">
              <a:lumMod val="20000"/>
              <a:lumOff val="80000"/>
            </a:schemeClr>
          </a:solidFill>
        </p:grpSpPr>
        <p:sp>
          <p:nvSpPr>
            <p:cNvPr id="30" name="object 30"/>
            <p:cNvSpPr/>
            <p:nvPr/>
          </p:nvSpPr>
          <p:spPr>
            <a:xfrm>
              <a:off x="6095999" y="1095374"/>
              <a:ext cx="1828800" cy="1143000"/>
            </a:xfrm>
            <a:custGeom>
              <a:avLst/>
              <a:gdLst/>
              <a:ahLst/>
              <a:cxnLst/>
              <a:rect l="l" t="t" r="r" b="b"/>
              <a:pathLst>
                <a:path w="1828800" h="1143000">
                  <a:moveTo>
                    <a:pt x="1828799" y="1142999"/>
                  </a:moveTo>
                  <a:lnTo>
                    <a:pt x="0" y="1142999"/>
                  </a:lnTo>
                  <a:lnTo>
                    <a:pt x="0" y="0"/>
                  </a:lnTo>
                  <a:lnTo>
                    <a:pt x="1828799" y="0"/>
                  </a:lnTo>
                  <a:lnTo>
                    <a:pt x="1828799" y="114299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31" name="object 31"/>
            <p:cNvSpPr/>
            <p:nvPr/>
          </p:nvSpPr>
          <p:spPr>
            <a:xfrm>
              <a:off x="6838949" y="1364456"/>
              <a:ext cx="342900" cy="300355"/>
            </a:xfrm>
            <a:custGeom>
              <a:avLst/>
              <a:gdLst/>
              <a:ahLst/>
              <a:cxnLst/>
              <a:rect l="l" t="t" r="r" b="b"/>
              <a:pathLst>
                <a:path w="342900" h="300355">
                  <a:moveTo>
                    <a:pt x="321468" y="300037"/>
                  </a:moveTo>
                  <a:lnTo>
                    <a:pt x="53578" y="300037"/>
                  </a:lnTo>
                  <a:lnTo>
                    <a:pt x="32718" y="295828"/>
                  </a:lnTo>
                  <a:lnTo>
                    <a:pt x="15688" y="284349"/>
                  </a:lnTo>
                  <a:lnTo>
                    <a:pt x="4208" y="267319"/>
                  </a:lnTo>
                  <a:lnTo>
                    <a:pt x="0" y="246459"/>
                  </a:lnTo>
                  <a:lnTo>
                    <a:pt x="0" y="21431"/>
                  </a:lnTo>
                  <a:lnTo>
                    <a:pt x="1681" y="13081"/>
                  </a:lnTo>
                  <a:lnTo>
                    <a:pt x="6270" y="6270"/>
                  </a:lnTo>
                  <a:lnTo>
                    <a:pt x="13081" y="1681"/>
                  </a:lnTo>
                  <a:lnTo>
                    <a:pt x="21431" y="0"/>
                  </a:lnTo>
                  <a:lnTo>
                    <a:pt x="29780" y="1681"/>
                  </a:lnTo>
                  <a:lnTo>
                    <a:pt x="36592" y="6270"/>
                  </a:lnTo>
                  <a:lnTo>
                    <a:pt x="41180" y="13081"/>
                  </a:lnTo>
                  <a:lnTo>
                    <a:pt x="42862" y="21431"/>
                  </a:lnTo>
                  <a:lnTo>
                    <a:pt x="42862" y="252352"/>
                  </a:lnTo>
                  <a:lnTo>
                    <a:pt x="47684" y="257174"/>
                  </a:lnTo>
                  <a:lnTo>
                    <a:pt x="321468" y="257174"/>
                  </a:lnTo>
                  <a:lnTo>
                    <a:pt x="329818" y="258856"/>
                  </a:lnTo>
                  <a:lnTo>
                    <a:pt x="336629" y="263445"/>
                  </a:lnTo>
                  <a:lnTo>
                    <a:pt x="341218" y="270256"/>
                  </a:lnTo>
                  <a:lnTo>
                    <a:pt x="342899" y="278606"/>
                  </a:lnTo>
                  <a:lnTo>
                    <a:pt x="341218" y="286955"/>
                  </a:lnTo>
                  <a:lnTo>
                    <a:pt x="336629" y="293767"/>
                  </a:lnTo>
                  <a:lnTo>
                    <a:pt x="329818" y="298355"/>
                  </a:lnTo>
                  <a:lnTo>
                    <a:pt x="321468" y="300037"/>
                  </a:lnTo>
                  <a:close/>
                </a:path>
                <a:path w="342900" h="300355">
                  <a:moveTo>
                    <a:pt x="235743" y="85724"/>
                  </a:moveTo>
                  <a:lnTo>
                    <a:pt x="107156" y="85724"/>
                  </a:lnTo>
                  <a:lnTo>
                    <a:pt x="98806" y="84043"/>
                  </a:lnTo>
                  <a:lnTo>
                    <a:pt x="91995" y="79454"/>
                  </a:lnTo>
                  <a:lnTo>
                    <a:pt x="87406" y="72643"/>
                  </a:lnTo>
                  <a:lnTo>
                    <a:pt x="85724" y="64293"/>
                  </a:lnTo>
                  <a:lnTo>
                    <a:pt x="87406" y="55944"/>
                  </a:lnTo>
                  <a:lnTo>
                    <a:pt x="91995" y="49132"/>
                  </a:lnTo>
                  <a:lnTo>
                    <a:pt x="98806" y="44544"/>
                  </a:lnTo>
                  <a:lnTo>
                    <a:pt x="107156" y="42862"/>
                  </a:lnTo>
                  <a:lnTo>
                    <a:pt x="235743" y="42862"/>
                  </a:lnTo>
                  <a:lnTo>
                    <a:pt x="244093" y="44544"/>
                  </a:lnTo>
                  <a:lnTo>
                    <a:pt x="250904" y="49132"/>
                  </a:lnTo>
                  <a:lnTo>
                    <a:pt x="255493" y="55944"/>
                  </a:lnTo>
                  <a:lnTo>
                    <a:pt x="257174" y="64293"/>
                  </a:lnTo>
                  <a:lnTo>
                    <a:pt x="255493" y="72643"/>
                  </a:lnTo>
                  <a:lnTo>
                    <a:pt x="250904" y="79454"/>
                  </a:lnTo>
                  <a:lnTo>
                    <a:pt x="244093" y="84043"/>
                  </a:lnTo>
                  <a:lnTo>
                    <a:pt x="235743" y="85724"/>
                  </a:lnTo>
                  <a:close/>
                </a:path>
                <a:path w="342900" h="300355">
                  <a:moveTo>
                    <a:pt x="192881" y="150018"/>
                  </a:moveTo>
                  <a:lnTo>
                    <a:pt x="107156" y="150018"/>
                  </a:lnTo>
                  <a:lnTo>
                    <a:pt x="98806" y="148337"/>
                  </a:lnTo>
                  <a:lnTo>
                    <a:pt x="91995" y="143748"/>
                  </a:lnTo>
                  <a:lnTo>
                    <a:pt x="87406" y="136937"/>
                  </a:lnTo>
                  <a:lnTo>
                    <a:pt x="85724" y="128587"/>
                  </a:lnTo>
                  <a:lnTo>
                    <a:pt x="87406" y="120237"/>
                  </a:lnTo>
                  <a:lnTo>
                    <a:pt x="91995" y="113426"/>
                  </a:lnTo>
                  <a:lnTo>
                    <a:pt x="98806" y="108837"/>
                  </a:lnTo>
                  <a:lnTo>
                    <a:pt x="107156" y="107156"/>
                  </a:lnTo>
                  <a:lnTo>
                    <a:pt x="192881" y="107156"/>
                  </a:lnTo>
                  <a:lnTo>
                    <a:pt x="201230" y="108837"/>
                  </a:lnTo>
                  <a:lnTo>
                    <a:pt x="208042" y="113426"/>
                  </a:lnTo>
                  <a:lnTo>
                    <a:pt x="212630" y="120237"/>
                  </a:lnTo>
                  <a:lnTo>
                    <a:pt x="214312" y="128587"/>
                  </a:lnTo>
                  <a:lnTo>
                    <a:pt x="212630" y="136937"/>
                  </a:lnTo>
                  <a:lnTo>
                    <a:pt x="208042" y="143748"/>
                  </a:lnTo>
                  <a:lnTo>
                    <a:pt x="201230" y="148337"/>
                  </a:lnTo>
                  <a:lnTo>
                    <a:pt x="192881" y="150018"/>
                  </a:lnTo>
                  <a:close/>
                </a:path>
                <a:path w="342900" h="300355">
                  <a:moveTo>
                    <a:pt x="278606" y="214312"/>
                  </a:moveTo>
                  <a:lnTo>
                    <a:pt x="107156" y="214312"/>
                  </a:lnTo>
                  <a:lnTo>
                    <a:pt x="98806" y="212630"/>
                  </a:lnTo>
                  <a:lnTo>
                    <a:pt x="91995" y="208042"/>
                  </a:lnTo>
                  <a:lnTo>
                    <a:pt x="87406" y="201230"/>
                  </a:lnTo>
                  <a:lnTo>
                    <a:pt x="85724" y="192881"/>
                  </a:lnTo>
                  <a:lnTo>
                    <a:pt x="87406" y="184531"/>
                  </a:lnTo>
                  <a:lnTo>
                    <a:pt x="91995" y="177720"/>
                  </a:lnTo>
                  <a:lnTo>
                    <a:pt x="98806" y="173131"/>
                  </a:lnTo>
                  <a:lnTo>
                    <a:pt x="107156" y="171449"/>
                  </a:lnTo>
                  <a:lnTo>
                    <a:pt x="278606" y="171449"/>
                  </a:lnTo>
                  <a:lnTo>
                    <a:pt x="286955" y="173131"/>
                  </a:lnTo>
                  <a:lnTo>
                    <a:pt x="293767" y="177720"/>
                  </a:lnTo>
                  <a:lnTo>
                    <a:pt x="298355" y="184531"/>
                  </a:lnTo>
                  <a:lnTo>
                    <a:pt x="300037" y="192881"/>
                  </a:lnTo>
                  <a:lnTo>
                    <a:pt x="298355" y="201230"/>
                  </a:lnTo>
                  <a:lnTo>
                    <a:pt x="293767" y="208042"/>
                  </a:lnTo>
                  <a:lnTo>
                    <a:pt x="286955" y="212630"/>
                  </a:lnTo>
                  <a:lnTo>
                    <a:pt x="278606" y="214312"/>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grpSp>
      <p:sp>
        <p:nvSpPr>
          <p:cNvPr id="32" name="object 32"/>
          <p:cNvSpPr txBox="1"/>
          <p:nvPr/>
        </p:nvSpPr>
        <p:spPr>
          <a:xfrm>
            <a:off x="6100762" y="1100137"/>
            <a:ext cx="1819275" cy="972061"/>
          </a:xfrm>
          <a:prstGeom prst="rect">
            <a:avLst/>
          </a:prstGeom>
          <a:ln w="9524">
            <a:noFill/>
          </a:ln>
        </p:spPr>
        <p:txBody>
          <a:bodyPr vert="horz" wrap="square" lIns="0" tIns="0" rIns="0" bIns="0" rtlCol="0">
            <a:spAutoFit/>
          </a:bodyPr>
          <a:lstStyle/>
          <a:p>
            <a:pPr>
              <a:lnSpc>
                <a:spcPct val="100000"/>
              </a:lnSpc>
            </a:pPr>
            <a:endParaRPr sz="1200" dirty="0">
              <a:solidFill>
                <a:schemeClr val="accent4">
                  <a:lumMod val="50000"/>
                </a:schemeClr>
              </a:solidFill>
              <a:latin typeface="+mj-lt"/>
              <a:cs typeface="Times New Roman"/>
            </a:endParaRPr>
          </a:p>
          <a:p>
            <a:pPr>
              <a:lnSpc>
                <a:spcPct val="100000"/>
              </a:lnSpc>
            </a:pPr>
            <a:endParaRPr sz="1200" dirty="0">
              <a:solidFill>
                <a:schemeClr val="accent4">
                  <a:lumMod val="50000"/>
                </a:schemeClr>
              </a:solidFill>
              <a:latin typeface="+mj-lt"/>
              <a:cs typeface="Times New Roman"/>
            </a:endParaRPr>
          </a:p>
          <a:p>
            <a:pPr>
              <a:lnSpc>
                <a:spcPct val="100000"/>
              </a:lnSpc>
              <a:spcBef>
                <a:spcPts val="1120"/>
              </a:spcBef>
            </a:pPr>
            <a:endParaRPr sz="1200" dirty="0">
              <a:solidFill>
                <a:schemeClr val="accent4">
                  <a:lumMod val="50000"/>
                </a:schemeClr>
              </a:solidFill>
              <a:latin typeface="+mj-lt"/>
              <a:cs typeface="Times New Roman"/>
            </a:endParaRPr>
          </a:p>
          <a:p>
            <a:pPr marL="583565">
              <a:lnSpc>
                <a:spcPct val="100000"/>
              </a:lnSpc>
            </a:pPr>
            <a:r>
              <a:rPr sz="1600" spc="-60" dirty="0">
                <a:solidFill>
                  <a:schemeClr val="accent4">
                    <a:lumMod val="50000"/>
                  </a:schemeClr>
                </a:solidFill>
                <a:latin typeface="+mj-lt"/>
                <a:cs typeface="Arial"/>
              </a:rPr>
              <a:t>Bar</a:t>
            </a:r>
            <a:r>
              <a:rPr sz="1600" spc="-114" dirty="0">
                <a:solidFill>
                  <a:schemeClr val="accent4">
                    <a:lumMod val="50000"/>
                  </a:schemeClr>
                </a:solidFill>
                <a:latin typeface="+mj-lt"/>
                <a:cs typeface="Arial"/>
              </a:rPr>
              <a:t> </a:t>
            </a:r>
            <a:r>
              <a:rPr sz="1600" spc="-10" dirty="0">
                <a:solidFill>
                  <a:schemeClr val="accent4">
                    <a:lumMod val="50000"/>
                  </a:schemeClr>
                </a:solidFill>
                <a:latin typeface="+mj-lt"/>
                <a:cs typeface="Arial"/>
              </a:rPr>
              <a:t>Chart</a:t>
            </a:r>
            <a:endParaRPr sz="1600" dirty="0">
              <a:solidFill>
                <a:schemeClr val="accent4">
                  <a:lumMod val="50000"/>
                </a:schemeClr>
              </a:solidFill>
              <a:latin typeface="+mj-lt"/>
              <a:cs typeface="Arial"/>
            </a:endParaRPr>
          </a:p>
        </p:txBody>
      </p:sp>
      <p:grpSp>
        <p:nvGrpSpPr>
          <p:cNvPr id="33" name="object 33"/>
          <p:cNvGrpSpPr/>
          <p:nvPr/>
        </p:nvGrpSpPr>
        <p:grpSpPr>
          <a:xfrm>
            <a:off x="8039099" y="1095374"/>
            <a:ext cx="1828800" cy="1143000"/>
            <a:chOff x="8039099" y="1095374"/>
            <a:chExt cx="1828800" cy="1143000"/>
          </a:xfrm>
          <a:solidFill>
            <a:schemeClr val="accent4">
              <a:lumMod val="20000"/>
              <a:lumOff val="80000"/>
            </a:schemeClr>
          </a:solidFill>
        </p:grpSpPr>
        <p:sp>
          <p:nvSpPr>
            <p:cNvPr id="34" name="object 34"/>
            <p:cNvSpPr/>
            <p:nvPr/>
          </p:nvSpPr>
          <p:spPr>
            <a:xfrm>
              <a:off x="8039099" y="1095374"/>
              <a:ext cx="1828800" cy="1143000"/>
            </a:xfrm>
            <a:custGeom>
              <a:avLst/>
              <a:gdLst/>
              <a:ahLst/>
              <a:cxnLst/>
              <a:rect l="l" t="t" r="r" b="b"/>
              <a:pathLst>
                <a:path w="1828800" h="1143000">
                  <a:moveTo>
                    <a:pt x="1828799" y="1142999"/>
                  </a:moveTo>
                  <a:lnTo>
                    <a:pt x="0" y="1142999"/>
                  </a:lnTo>
                  <a:lnTo>
                    <a:pt x="0" y="0"/>
                  </a:lnTo>
                  <a:lnTo>
                    <a:pt x="1828799" y="0"/>
                  </a:lnTo>
                  <a:lnTo>
                    <a:pt x="1828799" y="114299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35" name="object 35"/>
            <p:cNvSpPr/>
            <p:nvPr/>
          </p:nvSpPr>
          <p:spPr>
            <a:xfrm>
              <a:off x="8043861" y="1100137"/>
              <a:ext cx="1819275" cy="1133475"/>
            </a:xfrm>
            <a:custGeom>
              <a:avLst/>
              <a:gdLst/>
              <a:ahLst/>
              <a:cxnLst/>
              <a:rect l="l" t="t" r="r" b="b"/>
              <a:pathLst>
                <a:path w="1819275" h="1133475">
                  <a:moveTo>
                    <a:pt x="0" y="0"/>
                  </a:moveTo>
                  <a:lnTo>
                    <a:pt x="1819274" y="0"/>
                  </a:lnTo>
                  <a:lnTo>
                    <a:pt x="1819274" y="1133474"/>
                  </a:lnTo>
                  <a:lnTo>
                    <a:pt x="0" y="1133474"/>
                  </a:lnTo>
                  <a:lnTo>
                    <a:pt x="0" y="0"/>
                  </a:lnTo>
                  <a:close/>
                </a:path>
              </a:pathLst>
            </a:custGeom>
            <a:grpFill/>
            <a:ln w="9524">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36" name="object 36"/>
            <p:cNvSpPr/>
            <p:nvPr/>
          </p:nvSpPr>
          <p:spPr>
            <a:xfrm>
              <a:off x="8784430" y="1343024"/>
              <a:ext cx="363855" cy="342900"/>
            </a:xfrm>
            <a:custGeom>
              <a:avLst/>
              <a:gdLst/>
              <a:ahLst/>
              <a:cxnLst/>
              <a:rect l="l" t="t" r="r" b="b"/>
              <a:pathLst>
                <a:path w="363854" h="342900">
                  <a:moveTo>
                    <a:pt x="337810" y="160734"/>
                  </a:moveTo>
                  <a:lnTo>
                    <a:pt x="182165" y="160734"/>
                  </a:lnTo>
                  <a:lnTo>
                    <a:pt x="182165" y="5089"/>
                  </a:lnTo>
                  <a:lnTo>
                    <a:pt x="186853" y="0"/>
                  </a:lnTo>
                  <a:lnTo>
                    <a:pt x="192881" y="0"/>
                  </a:lnTo>
                  <a:lnTo>
                    <a:pt x="240295" y="7648"/>
                  </a:lnTo>
                  <a:lnTo>
                    <a:pt x="281476" y="28947"/>
                  </a:lnTo>
                  <a:lnTo>
                    <a:pt x="313952" y="61423"/>
                  </a:lnTo>
                  <a:lnTo>
                    <a:pt x="335251" y="102604"/>
                  </a:lnTo>
                  <a:lnTo>
                    <a:pt x="342899" y="150018"/>
                  </a:lnTo>
                  <a:lnTo>
                    <a:pt x="342899" y="156046"/>
                  </a:lnTo>
                  <a:lnTo>
                    <a:pt x="337810" y="160734"/>
                  </a:lnTo>
                  <a:close/>
                </a:path>
                <a:path w="363854" h="342900">
                  <a:moveTo>
                    <a:pt x="160734" y="342899"/>
                  </a:moveTo>
                  <a:lnTo>
                    <a:pt x="109942" y="334708"/>
                  </a:lnTo>
                  <a:lnTo>
                    <a:pt x="65820" y="311897"/>
                  </a:lnTo>
                  <a:lnTo>
                    <a:pt x="31021" y="277108"/>
                  </a:lnTo>
                  <a:lnTo>
                    <a:pt x="8197" y="232983"/>
                  </a:lnTo>
                  <a:lnTo>
                    <a:pt x="0" y="182165"/>
                  </a:lnTo>
                  <a:lnTo>
                    <a:pt x="6901" y="135442"/>
                  </a:lnTo>
                  <a:lnTo>
                    <a:pt x="26251" y="94120"/>
                  </a:lnTo>
                  <a:lnTo>
                    <a:pt x="56012" y="60240"/>
                  </a:lnTo>
                  <a:lnTo>
                    <a:pt x="94151" y="35843"/>
                  </a:lnTo>
                  <a:lnTo>
                    <a:pt x="138633" y="22971"/>
                  </a:lnTo>
                  <a:lnTo>
                    <a:pt x="144794" y="22100"/>
                  </a:lnTo>
                  <a:lnTo>
                    <a:pt x="150018" y="27056"/>
                  </a:lnTo>
                  <a:lnTo>
                    <a:pt x="150018" y="192881"/>
                  </a:lnTo>
                  <a:lnTo>
                    <a:pt x="259318" y="302180"/>
                  </a:lnTo>
                  <a:lnTo>
                    <a:pt x="210444" y="335064"/>
                  </a:lnTo>
                  <a:lnTo>
                    <a:pt x="186223" y="340890"/>
                  </a:lnTo>
                  <a:lnTo>
                    <a:pt x="160734" y="342899"/>
                  </a:lnTo>
                  <a:close/>
                </a:path>
                <a:path w="363854" h="342900">
                  <a:moveTo>
                    <a:pt x="309346" y="303319"/>
                  </a:moveTo>
                  <a:lnTo>
                    <a:pt x="303051" y="303051"/>
                  </a:lnTo>
                  <a:lnTo>
                    <a:pt x="299166" y="299099"/>
                  </a:lnTo>
                  <a:lnTo>
                    <a:pt x="192881" y="192881"/>
                  </a:lnTo>
                  <a:lnTo>
                    <a:pt x="358772" y="192881"/>
                  </a:lnTo>
                  <a:lnTo>
                    <a:pt x="363661" y="198105"/>
                  </a:lnTo>
                  <a:lnTo>
                    <a:pt x="346047" y="256739"/>
                  </a:lnTo>
                  <a:lnTo>
                    <a:pt x="313365" y="299568"/>
                  </a:lnTo>
                  <a:lnTo>
                    <a:pt x="309346" y="30331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grpSp>
      <p:sp>
        <p:nvSpPr>
          <p:cNvPr id="37" name="object 37"/>
          <p:cNvSpPr txBox="1"/>
          <p:nvPr/>
        </p:nvSpPr>
        <p:spPr>
          <a:xfrm>
            <a:off x="8627664" y="1750957"/>
            <a:ext cx="821135" cy="263534"/>
          </a:xfrm>
          <a:prstGeom prst="rect">
            <a:avLst/>
          </a:prstGeom>
        </p:spPr>
        <p:txBody>
          <a:bodyPr vert="horz" wrap="square" lIns="0" tIns="17145" rIns="0" bIns="0" rtlCol="0">
            <a:spAutoFit/>
          </a:bodyPr>
          <a:lstStyle/>
          <a:p>
            <a:pPr marL="12700">
              <a:lnSpc>
                <a:spcPct val="100000"/>
              </a:lnSpc>
              <a:spcBef>
                <a:spcPts val="135"/>
              </a:spcBef>
            </a:pPr>
            <a:r>
              <a:rPr sz="1600" spc="-75" dirty="0">
                <a:solidFill>
                  <a:schemeClr val="accent4">
                    <a:lumMod val="50000"/>
                  </a:schemeClr>
                </a:solidFill>
                <a:latin typeface="+mj-lt"/>
                <a:cs typeface="Arial"/>
              </a:rPr>
              <a:t>Pie</a:t>
            </a:r>
            <a:r>
              <a:rPr sz="1600" spc="-114" dirty="0">
                <a:solidFill>
                  <a:schemeClr val="accent4">
                    <a:lumMod val="50000"/>
                  </a:schemeClr>
                </a:solidFill>
                <a:latin typeface="+mj-lt"/>
                <a:cs typeface="Arial"/>
              </a:rPr>
              <a:t> </a:t>
            </a:r>
            <a:r>
              <a:rPr sz="1600" spc="-30" dirty="0">
                <a:solidFill>
                  <a:schemeClr val="accent4">
                    <a:lumMod val="50000"/>
                  </a:schemeClr>
                </a:solidFill>
                <a:latin typeface="+mj-lt"/>
                <a:cs typeface="Arial"/>
              </a:rPr>
              <a:t>Chart</a:t>
            </a:r>
            <a:endParaRPr sz="1600" dirty="0">
              <a:solidFill>
                <a:schemeClr val="accent4">
                  <a:lumMod val="50000"/>
                </a:schemeClr>
              </a:solidFill>
              <a:latin typeface="+mj-lt"/>
              <a:cs typeface="Arial"/>
            </a:endParaRPr>
          </a:p>
        </p:txBody>
      </p:sp>
      <p:grpSp>
        <p:nvGrpSpPr>
          <p:cNvPr id="38" name="object 38"/>
          <p:cNvGrpSpPr/>
          <p:nvPr/>
        </p:nvGrpSpPr>
        <p:grpSpPr>
          <a:xfrm>
            <a:off x="9982199" y="1095374"/>
            <a:ext cx="1828800" cy="1143000"/>
            <a:chOff x="9982199" y="1095374"/>
            <a:chExt cx="1828800" cy="1143000"/>
          </a:xfrm>
          <a:solidFill>
            <a:schemeClr val="accent4">
              <a:lumMod val="20000"/>
              <a:lumOff val="80000"/>
            </a:schemeClr>
          </a:solidFill>
        </p:grpSpPr>
        <p:sp>
          <p:nvSpPr>
            <p:cNvPr id="39" name="object 39"/>
            <p:cNvSpPr/>
            <p:nvPr/>
          </p:nvSpPr>
          <p:spPr>
            <a:xfrm>
              <a:off x="9982199" y="1095374"/>
              <a:ext cx="1828800" cy="1143000"/>
            </a:xfrm>
            <a:custGeom>
              <a:avLst/>
              <a:gdLst/>
              <a:ahLst/>
              <a:cxnLst/>
              <a:rect l="l" t="t" r="r" b="b"/>
              <a:pathLst>
                <a:path w="1828800" h="1143000">
                  <a:moveTo>
                    <a:pt x="1828799" y="1142999"/>
                  </a:moveTo>
                  <a:lnTo>
                    <a:pt x="0" y="1142999"/>
                  </a:lnTo>
                  <a:lnTo>
                    <a:pt x="0" y="0"/>
                  </a:lnTo>
                  <a:lnTo>
                    <a:pt x="1828799" y="0"/>
                  </a:lnTo>
                  <a:lnTo>
                    <a:pt x="1828799" y="114299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40" name="object 40"/>
            <p:cNvSpPr/>
            <p:nvPr/>
          </p:nvSpPr>
          <p:spPr>
            <a:xfrm>
              <a:off x="10725149" y="1364456"/>
              <a:ext cx="342900" cy="300355"/>
            </a:xfrm>
            <a:custGeom>
              <a:avLst/>
              <a:gdLst/>
              <a:ahLst/>
              <a:cxnLst/>
              <a:rect l="l" t="t" r="r" b="b"/>
              <a:pathLst>
                <a:path w="342900" h="300355">
                  <a:moveTo>
                    <a:pt x="321468" y="300037"/>
                  </a:moveTo>
                  <a:lnTo>
                    <a:pt x="53578" y="300037"/>
                  </a:lnTo>
                  <a:lnTo>
                    <a:pt x="32718" y="295828"/>
                  </a:lnTo>
                  <a:lnTo>
                    <a:pt x="15688" y="284349"/>
                  </a:lnTo>
                  <a:lnTo>
                    <a:pt x="4208" y="267319"/>
                  </a:lnTo>
                  <a:lnTo>
                    <a:pt x="0" y="246459"/>
                  </a:lnTo>
                  <a:lnTo>
                    <a:pt x="0" y="21431"/>
                  </a:lnTo>
                  <a:lnTo>
                    <a:pt x="1681" y="13081"/>
                  </a:lnTo>
                  <a:lnTo>
                    <a:pt x="6270" y="6270"/>
                  </a:lnTo>
                  <a:lnTo>
                    <a:pt x="13081" y="1681"/>
                  </a:lnTo>
                  <a:lnTo>
                    <a:pt x="21431" y="0"/>
                  </a:lnTo>
                  <a:lnTo>
                    <a:pt x="29780" y="1681"/>
                  </a:lnTo>
                  <a:lnTo>
                    <a:pt x="36592" y="6270"/>
                  </a:lnTo>
                  <a:lnTo>
                    <a:pt x="41180" y="13081"/>
                  </a:lnTo>
                  <a:lnTo>
                    <a:pt x="42862" y="21431"/>
                  </a:lnTo>
                  <a:lnTo>
                    <a:pt x="42862" y="252352"/>
                  </a:lnTo>
                  <a:lnTo>
                    <a:pt x="47684" y="257174"/>
                  </a:lnTo>
                  <a:lnTo>
                    <a:pt x="321468" y="257174"/>
                  </a:lnTo>
                  <a:lnTo>
                    <a:pt x="329818" y="258856"/>
                  </a:lnTo>
                  <a:lnTo>
                    <a:pt x="336629" y="263445"/>
                  </a:lnTo>
                  <a:lnTo>
                    <a:pt x="341218" y="270256"/>
                  </a:lnTo>
                  <a:lnTo>
                    <a:pt x="342899" y="278606"/>
                  </a:lnTo>
                  <a:lnTo>
                    <a:pt x="341218" y="286955"/>
                  </a:lnTo>
                  <a:lnTo>
                    <a:pt x="336629" y="293767"/>
                  </a:lnTo>
                  <a:lnTo>
                    <a:pt x="329818" y="298355"/>
                  </a:lnTo>
                  <a:lnTo>
                    <a:pt x="321468" y="300037"/>
                  </a:lnTo>
                  <a:close/>
                </a:path>
                <a:path w="342900" h="300355">
                  <a:moveTo>
                    <a:pt x="275056" y="119680"/>
                  </a:moveTo>
                  <a:lnTo>
                    <a:pt x="214312" y="119680"/>
                  </a:lnTo>
                  <a:lnTo>
                    <a:pt x="284834" y="49090"/>
                  </a:lnTo>
                  <a:lnTo>
                    <a:pt x="291929" y="44381"/>
                  </a:lnTo>
                  <a:lnTo>
                    <a:pt x="300004" y="42812"/>
                  </a:lnTo>
                  <a:lnTo>
                    <a:pt x="308078" y="44381"/>
                  </a:lnTo>
                  <a:lnTo>
                    <a:pt x="315173" y="49090"/>
                  </a:lnTo>
                  <a:lnTo>
                    <a:pt x="319882" y="56185"/>
                  </a:lnTo>
                  <a:lnTo>
                    <a:pt x="321452" y="64260"/>
                  </a:lnTo>
                  <a:lnTo>
                    <a:pt x="319882" y="72334"/>
                  </a:lnTo>
                  <a:lnTo>
                    <a:pt x="314908" y="79827"/>
                  </a:lnTo>
                  <a:lnTo>
                    <a:pt x="275056" y="119680"/>
                  </a:lnTo>
                  <a:close/>
                </a:path>
                <a:path w="342900" h="300355">
                  <a:moveTo>
                    <a:pt x="85691" y="192864"/>
                  </a:moveTo>
                  <a:lnTo>
                    <a:pt x="77617" y="191294"/>
                  </a:lnTo>
                  <a:lnTo>
                    <a:pt x="70522" y="186585"/>
                  </a:lnTo>
                  <a:lnTo>
                    <a:pt x="65813" y="179490"/>
                  </a:lnTo>
                  <a:lnTo>
                    <a:pt x="64243" y="171416"/>
                  </a:lnTo>
                  <a:lnTo>
                    <a:pt x="65813" y="163342"/>
                  </a:lnTo>
                  <a:lnTo>
                    <a:pt x="70522" y="156247"/>
                  </a:lnTo>
                  <a:lnTo>
                    <a:pt x="145531" y="81237"/>
                  </a:lnTo>
                  <a:lnTo>
                    <a:pt x="152626" y="76528"/>
                  </a:lnTo>
                  <a:lnTo>
                    <a:pt x="160700" y="74959"/>
                  </a:lnTo>
                  <a:lnTo>
                    <a:pt x="168775" y="76528"/>
                  </a:lnTo>
                  <a:lnTo>
                    <a:pt x="175870" y="81237"/>
                  </a:lnTo>
                  <a:lnTo>
                    <a:pt x="214312" y="119680"/>
                  </a:lnTo>
                  <a:lnTo>
                    <a:pt x="275056" y="119680"/>
                  </a:lnTo>
                  <a:lnTo>
                    <a:pt x="267957" y="126779"/>
                  </a:lnTo>
                  <a:lnTo>
                    <a:pt x="160734" y="126779"/>
                  </a:lnTo>
                  <a:lnTo>
                    <a:pt x="100860" y="186585"/>
                  </a:lnTo>
                  <a:lnTo>
                    <a:pt x="93765" y="191294"/>
                  </a:lnTo>
                  <a:lnTo>
                    <a:pt x="85691" y="192864"/>
                  </a:lnTo>
                  <a:close/>
                </a:path>
                <a:path w="342900" h="300355">
                  <a:moveTo>
                    <a:pt x="314908" y="79827"/>
                  </a:moveTo>
                  <a:lnTo>
                    <a:pt x="315162" y="79445"/>
                  </a:lnTo>
                  <a:lnTo>
                    <a:pt x="315291" y="79445"/>
                  </a:lnTo>
                  <a:lnTo>
                    <a:pt x="314908" y="79827"/>
                  </a:lnTo>
                  <a:close/>
                </a:path>
                <a:path w="342900" h="300355">
                  <a:moveTo>
                    <a:pt x="214776" y="171416"/>
                  </a:moveTo>
                  <a:lnTo>
                    <a:pt x="213915" y="171416"/>
                  </a:lnTo>
                  <a:lnTo>
                    <a:pt x="206271" y="169930"/>
                  </a:lnTo>
                  <a:lnTo>
                    <a:pt x="199176" y="165221"/>
                  </a:lnTo>
                  <a:lnTo>
                    <a:pt x="160734" y="126779"/>
                  </a:lnTo>
                  <a:lnTo>
                    <a:pt x="267957" y="126779"/>
                  </a:lnTo>
                  <a:lnTo>
                    <a:pt x="229515" y="165221"/>
                  </a:lnTo>
                  <a:lnTo>
                    <a:pt x="222420" y="169930"/>
                  </a:lnTo>
                  <a:lnTo>
                    <a:pt x="214776" y="171416"/>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grpSp>
      <p:sp>
        <p:nvSpPr>
          <p:cNvPr id="41" name="object 41"/>
          <p:cNvSpPr txBox="1"/>
          <p:nvPr/>
        </p:nvSpPr>
        <p:spPr>
          <a:xfrm>
            <a:off x="9986961" y="1100137"/>
            <a:ext cx="1819275" cy="941283"/>
          </a:xfrm>
          <a:prstGeom prst="rect">
            <a:avLst/>
          </a:prstGeom>
          <a:ln w="9524">
            <a:noFill/>
          </a:ln>
        </p:spPr>
        <p:txBody>
          <a:bodyPr vert="horz" wrap="square" lIns="0" tIns="0" rIns="0" bIns="0" rtlCol="0">
            <a:spAutoFit/>
          </a:bodyPr>
          <a:lstStyle/>
          <a:p>
            <a:pPr>
              <a:lnSpc>
                <a:spcPct val="100000"/>
              </a:lnSpc>
            </a:pPr>
            <a:endParaRPr sz="1200" dirty="0">
              <a:solidFill>
                <a:schemeClr val="accent4">
                  <a:lumMod val="50000"/>
                </a:schemeClr>
              </a:solidFill>
              <a:latin typeface="+mj-lt"/>
              <a:cs typeface="Times New Roman"/>
            </a:endParaRPr>
          </a:p>
          <a:p>
            <a:pPr>
              <a:lnSpc>
                <a:spcPct val="100000"/>
              </a:lnSpc>
            </a:pPr>
            <a:endParaRPr sz="1200" dirty="0">
              <a:solidFill>
                <a:schemeClr val="accent4">
                  <a:lumMod val="50000"/>
                </a:schemeClr>
              </a:solidFill>
              <a:latin typeface="+mj-lt"/>
              <a:cs typeface="Times New Roman"/>
            </a:endParaRPr>
          </a:p>
          <a:p>
            <a:pPr>
              <a:lnSpc>
                <a:spcPct val="100000"/>
              </a:lnSpc>
              <a:spcBef>
                <a:spcPts val="1120"/>
              </a:spcBef>
            </a:pPr>
            <a:endParaRPr sz="1200" dirty="0">
              <a:solidFill>
                <a:schemeClr val="accent4">
                  <a:lumMod val="50000"/>
                </a:schemeClr>
              </a:solidFill>
              <a:latin typeface="+mj-lt"/>
              <a:cs typeface="Times New Roman"/>
            </a:endParaRPr>
          </a:p>
          <a:p>
            <a:pPr marL="561340">
              <a:lnSpc>
                <a:spcPct val="100000"/>
              </a:lnSpc>
            </a:pPr>
            <a:r>
              <a:rPr sz="1600" spc="-65" dirty="0">
                <a:solidFill>
                  <a:schemeClr val="accent4">
                    <a:lumMod val="50000"/>
                  </a:schemeClr>
                </a:solidFill>
                <a:latin typeface="+mj-lt"/>
                <a:cs typeface="Arial"/>
              </a:rPr>
              <a:t>Line</a:t>
            </a:r>
            <a:r>
              <a:rPr sz="1600" spc="-110" dirty="0">
                <a:solidFill>
                  <a:schemeClr val="accent4">
                    <a:lumMod val="50000"/>
                  </a:schemeClr>
                </a:solidFill>
                <a:latin typeface="+mj-lt"/>
                <a:cs typeface="Arial"/>
              </a:rPr>
              <a:t> </a:t>
            </a:r>
            <a:r>
              <a:rPr sz="1600" spc="-10" dirty="0">
                <a:solidFill>
                  <a:schemeClr val="accent4">
                    <a:lumMod val="50000"/>
                  </a:schemeClr>
                </a:solidFill>
                <a:latin typeface="+mj-lt"/>
                <a:cs typeface="Arial"/>
              </a:rPr>
              <a:t>Chart</a:t>
            </a:r>
            <a:endParaRPr sz="1600" dirty="0">
              <a:solidFill>
                <a:schemeClr val="accent4">
                  <a:lumMod val="50000"/>
                </a:schemeClr>
              </a:solidFill>
              <a:latin typeface="+mj-lt"/>
              <a:cs typeface="Arial"/>
            </a:endParaRPr>
          </a:p>
        </p:txBody>
      </p:sp>
      <p:grpSp>
        <p:nvGrpSpPr>
          <p:cNvPr id="42" name="object 42"/>
          <p:cNvGrpSpPr/>
          <p:nvPr/>
        </p:nvGrpSpPr>
        <p:grpSpPr>
          <a:xfrm>
            <a:off x="6095999" y="2466974"/>
            <a:ext cx="1828800" cy="1143000"/>
            <a:chOff x="6095999" y="2466974"/>
            <a:chExt cx="1828800" cy="1143000"/>
          </a:xfrm>
          <a:solidFill>
            <a:schemeClr val="accent4">
              <a:lumMod val="20000"/>
              <a:lumOff val="80000"/>
            </a:schemeClr>
          </a:solidFill>
        </p:grpSpPr>
        <p:sp>
          <p:nvSpPr>
            <p:cNvPr id="43" name="object 43"/>
            <p:cNvSpPr/>
            <p:nvPr/>
          </p:nvSpPr>
          <p:spPr>
            <a:xfrm>
              <a:off x="6095999" y="2466974"/>
              <a:ext cx="1828800" cy="1143000"/>
            </a:xfrm>
            <a:custGeom>
              <a:avLst/>
              <a:gdLst/>
              <a:ahLst/>
              <a:cxnLst/>
              <a:rect l="l" t="t" r="r" b="b"/>
              <a:pathLst>
                <a:path w="1828800" h="1143000">
                  <a:moveTo>
                    <a:pt x="1828799" y="1142999"/>
                  </a:moveTo>
                  <a:lnTo>
                    <a:pt x="0" y="1142999"/>
                  </a:lnTo>
                  <a:lnTo>
                    <a:pt x="0" y="0"/>
                  </a:lnTo>
                  <a:lnTo>
                    <a:pt x="1828799" y="0"/>
                  </a:lnTo>
                  <a:lnTo>
                    <a:pt x="1828799" y="114299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44" name="object 44"/>
            <p:cNvSpPr/>
            <p:nvPr/>
          </p:nvSpPr>
          <p:spPr>
            <a:xfrm>
              <a:off x="6838949" y="2736056"/>
              <a:ext cx="342900" cy="300355"/>
            </a:xfrm>
            <a:custGeom>
              <a:avLst/>
              <a:gdLst/>
              <a:ahLst/>
              <a:cxnLst/>
              <a:rect l="l" t="t" r="r" b="b"/>
              <a:pathLst>
                <a:path w="342900" h="300355">
                  <a:moveTo>
                    <a:pt x="321468" y="300037"/>
                  </a:moveTo>
                  <a:lnTo>
                    <a:pt x="53578" y="300037"/>
                  </a:lnTo>
                  <a:lnTo>
                    <a:pt x="32718" y="295828"/>
                  </a:lnTo>
                  <a:lnTo>
                    <a:pt x="15688" y="284349"/>
                  </a:lnTo>
                  <a:lnTo>
                    <a:pt x="4208" y="267319"/>
                  </a:lnTo>
                  <a:lnTo>
                    <a:pt x="0" y="246459"/>
                  </a:lnTo>
                  <a:lnTo>
                    <a:pt x="0" y="21431"/>
                  </a:lnTo>
                  <a:lnTo>
                    <a:pt x="1681" y="13081"/>
                  </a:lnTo>
                  <a:lnTo>
                    <a:pt x="6270" y="6270"/>
                  </a:lnTo>
                  <a:lnTo>
                    <a:pt x="13081" y="1681"/>
                  </a:lnTo>
                  <a:lnTo>
                    <a:pt x="21431" y="0"/>
                  </a:lnTo>
                  <a:lnTo>
                    <a:pt x="29780" y="1681"/>
                  </a:lnTo>
                  <a:lnTo>
                    <a:pt x="36592" y="6270"/>
                  </a:lnTo>
                  <a:lnTo>
                    <a:pt x="41180" y="13081"/>
                  </a:lnTo>
                  <a:lnTo>
                    <a:pt x="42862" y="21431"/>
                  </a:lnTo>
                  <a:lnTo>
                    <a:pt x="42862" y="252352"/>
                  </a:lnTo>
                  <a:lnTo>
                    <a:pt x="47684" y="257174"/>
                  </a:lnTo>
                  <a:lnTo>
                    <a:pt x="321468" y="257174"/>
                  </a:lnTo>
                  <a:lnTo>
                    <a:pt x="329818" y="258856"/>
                  </a:lnTo>
                  <a:lnTo>
                    <a:pt x="336629" y="263445"/>
                  </a:lnTo>
                  <a:lnTo>
                    <a:pt x="341218" y="270256"/>
                  </a:lnTo>
                  <a:lnTo>
                    <a:pt x="342899" y="278606"/>
                  </a:lnTo>
                  <a:lnTo>
                    <a:pt x="341218" y="286955"/>
                  </a:lnTo>
                  <a:lnTo>
                    <a:pt x="336629" y="293767"/>
                  </a:lnTo>
                  <a:lnTo>
                    <a:pt x="329818" y="298355"/>
                  </a:lnTo>
                  <a:lnTo>
                    <a:pt x="321468" y="300037"/>
                  </a:lnTo>
                  <a:close/>
                </a:path>
                <a:path w="342900" h="300355">
                  <a:moveTo>
                    <a:pt x="300037" y="214312"/>
                  </a:moveTo>
                  <a:lnTo>
                    <a:pt x="106823" y="214312"/>
                  </a:lnTo>
                  <a:lnTo>
                    <a:pt x="98474" y="212630"/>
                  </a:lnTo>
                  <a:lnTo>
                    <a:pt x="98707" y="212630"/>
                  </a:lnTo>
                  <a:lnTo>
                    <a:pt x="91950" y="208042"/>
                  </a:lnTo>
                  <a:lnTo>
                    <a:pt x="87393" y="201230"/>
                  </a:lnTo>
                  <a:lnTo>
                    <a:pt x="85724" y="192881"/>
                  </a:lnTo>
                  <a:lnTo>
                    <a:pt x="85724" y="131467"/>
                  </a:lnTo>
                  <a:lnTo>
                    <a:pt x="87600" y="126444"/>
                  </a:lnTo>
                  <a:lnTo>
                    <a:pt x="144192" y="61748"/>
                  </a:lnTo>
                  <a:lnTo>
                    <a:pt x="151774" y="56207"/>
                  </a:lnTo>
                  <a:lnTo>
                    <a:pt x="160600" y="54440"/>
                  </a:lnTo>
                  <a:lnTo>
                    <a:pt x="169375" y="56427"/>
                  </a:lnTo>
                  <a:lnTo>
                    <a:pt x="176807" y="62150"/>
                  </a:lnTo>
                  <a:lnTo>
                    <a:pt x="203061" y="93627"/>
                  </a:lnTo>
                  <a:lnTo>
                    <a:pt x="208366" y="97788"/>
                  </a:lnTo>
                  <a:lnTo>
                    <a:pt x="214664" y="99387"/>
                  </a:lnTo>
                  <a:lnTo>
                    <a:pt x="287277" y="99387"/>
                  </a:lnTo>
                  <a:lnTo>
                    <a:pt x="319660" y="137159"/>
                  </a:lnTo>
                  <a:lnTo>
                    <a:pt x="321468" y="142115"/>
                  </a:lnTo>
                  <a:lnTo>
                    <a:pt x="321468" y="192881"/>
                  </a:lnTo>
                  <a:lnTo>
                    <a:pt x="319787" y="201230"/>
                  </a:lnTo>
                  <a:lnTo>
                    <a:pt x="315198" y="208042"/>
                  </a:lnTo>
                  <a:lnTo>
                    <a:pt x="308387" y="212630"/>
                  </a:lnTo>
                  <a:lnTo>
                    <a:pt x="300037" y="214312"/>
                  </a:lnTo>
                  <a:close/>
                </a:path>
                <a:path w="342900" h="300355">
                  <a:moveTo>
                    <a:pt x="287277" y="99387"/>
                  </a:moveTo>
                  <a:lnTo>
                    <a:pt x="214664" y="99387"/>
                  </a:lnTo>
                  <a:lnTo>
                    <a:pt x="221087" y="98374"/>
                  </a:lnTo>
                  <a:lnTo>
                    <a:pt x="226769" y="94699"/>
                  </a:lnTo>
                  <a:lnTo>
                    <a:pt x="240833" y="80635"/>
                  </a:lnTo>
                  <a:lnTo>
                    <a:pt x="248331" y="75756"/>
                  </a:lnTo>
                  <a:lnTo>
                    <a:pt x="256815" y="74356"/>
                  </a:lnTo>
                  <a:lnTo>
                    <a:pt x="265160" y="76396"/>
                  </a:lnTo>
                  <a:lnTo>
                    <a:pt x="272243" y="81840"/>
                  </a:lnTo>
                  <a:lnTo>
                    <a:pt x="287277" y="99387"/>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grpSp>
      <p:sp>
        <p:nvSpPr>
          <p:cNvPr id="45" name="object 45"/>
          <p:cNvSpPr txBox="1"/>
          <p:nvPr/>
        </p:nvSpPr>
        <p:spPr>
          <a:xfrm>
            <a:off x="6100762" y="2471737"/>
            <a:ext cx="1819275" cy="941283"/>
          </a:xfrm>
          <a:prstGeom prst="rect">
            <a:avLst/>
          </a:prstGeom>
          <a:ln w="9524">
            <a:noFill/>
          </a:ln>
        </p:spPr>
        <p:txBody>
          <a:bodyPr vert="horz" wrap="square" lIns="0" tIns="0" rIns="0" bIns="0" rtlCol="0">
            <a:spAutoFit/>
          </a:bodyPr>
          <a:lstStyle/>
          <a:p>
            <a:pPr>
              <a:lnSpc>
                <a:spcPct val="100000"/>
              </a:lnSpc>
            </a:pPr>
            <a:endParaRPr sz="1200" dirty="0">
              <a:solidFill>
                <a:schemeClr val="accent4">
                  <a:lumMod val="50000"/>
                </a:schemeClr>
              </a:solidFill>
              <a:latin typeface="+mj-lt"/>
              <a:cs typeface="Times New Roman"/>
            </a:endParaRPr>
          </a:p>
          <a:p>
            <a:pPr>
              <a:lnSpc>
                <a:spcPct val="100000"/>
              </a:lnSpc>
            </a:pPr>
            <a:endParaRPr sz="1200" dirty="0">
              <a:solidFill>
                <a:schemeClr val="accent4">
                  <a:lumMod val="50000"/>
                </a:schemeClr>
              </a:solidFill>
              <a:latin typeface="+mj-lt"/>
              <a:cs typeface="Times New Roman"/>
            </a:endParaRPr>
          </a:p>
          <a:p>
            <a:pPr>
              <a:lnSpc>
                <a:spcPct val="100000"/>
              </a:lnSpc>
              <a:spcBef>
                <a:spcPts val="1120"/>
              </a:spcBef>
            </a:pPr>
            <a:endParaRPr sz="1200" dirty="0">
              <a:solidFill>
                <a:schemeClr val="accent4">
                  <a:lumMod val="50000"/>
                </a:schemeClr>
              </a:solidFill>
              <a:latin typeface="+mj-lt"/>
              <a:cs typeface="Times New Roman"/>
            </a:endParaRPr>
          </a:p>
          <a:p>
            <a:pPr marL="460375">
              <a:lnSpc>
                <a:spcPct val="100000"/>
              </a:lnSpc>
            </a:pPr>
            <a:r>
              <a:rPr sz="1600" spc="-85" dirty="0">
                <a:solidFill>
                  <a:schemeClr val="accent4">
                    <a:lumMod val="50000"/>
                  </a:schemeClr>
                </a:solidFill>
                <a:latin typeface="+mj-lt"/>
                <a:cs typeface="Arial"/>
              </a:rPr>
              <a:t>Combo</a:t>
            </a:r>
            <a:r>
              <a:rPr sz="1600" spc="-105" dirty="0">
                <a:solidFill>
                  <a:schemeClr val="accent4">
                    <a:lumMod val="50000"/>
                  </a:schemeClr>
                </a:solidFill>
                <a:latin typeface="+mj-lt"/>
                <a:cs typeface="Arial"/>
              </a:rPr>
              <a:t> </a:t>
            </a:r>
            <a:r>
              <a:rPr sz="1600" spc="-10" dirty="0">
                <a:solidFill>
                  <a:schemeClr val="accent4">
                    <a:lumMod val="50000"/>
                  </a:schemeClr>
                </a:solidFill>
                <a:latin typeface="+mj-lt"/>
                <a:cs typeface="Arial"/>
              </a:rPr>
              <a:t>Chart</a:t>
            </a:r>
            <a:endParaRPr sz="1600" dirty="0">
              <a:solidFill>
                <a:schemeClr val="accent4">
                  <a:lumMod val="50000"/>
                </a:schemeClr>
              </a:solidFill>
              <a:latin typeface="+mj-lt"/>
              <a:cs typeface="Arial"/>
            </a:endParaRPr>
          </a:p>
        </p:txBody>
      </p:sp>
      <p:grpSp>
        <p:nvGrpSpPr>
          <p:cNvPr id="46" name="object 46"/>
          <p:cNvGrpSpPr/>
          <p:nvPr/>
        </p:nvGrpSpPr>
        <p:grpSpPr>
          <a:xfrm>
            <a:off x="8039099" y="2466974"/>
            <a:ext cx="1828800" cy="1143000"/>
            <a:chOff x="8039099" y="2466974"/>
            <a:chExt cx="1828800" cy="1143000"/>
          </a:xfrm>
          <a:solidFill>
            <a:schemeClr val="accent4">
              <a:lumMod val="20000"/>
              <a:lumOff val="80000"/>
            </a:schemeClr>
          </a:solidFill>
        </p:grpSpPr>
        <p:sp>
          <p:nvSpPr>
            <p:cNvPr id="47" name="object 47"/>
            <p:cNvSpPr/>
            <p:nvPr/>
          </p:nvSpPr>
          <p:spPr>
            <a:xfrm>
              <a:off x="8039099" y="2466974"/>
              <a:ext cx="1828800" cy="1143000"/>
            </a:xfrm>
            <a:custGeom>
              <a:avLst/>
              <a:gdLst/>
              <a:ahLst/>
              <a:cxnLst/>
              <a:rect l="l" t="t" r="r" b="b"/>
              <a:pathLst>
                <a:path w="1828800" h="1143000">
                  <a:moveTo>
                    <a:pt x="1828799" y="1142999"/>
                  </a:moveTo>
                  <a:lnTo>
                    <a:pt x="0" y="1142999"/>
                  </a:lnTo>
                  <a:lnTo>
                    <a:pt x="0" y="0"/>
                  </a:lnTo>
                  <a:lnTo>
                    <a:pt x="1828799" y="0"/>
                  </a:lnTo>
                  <a:lnTo>
                    <a:pt x="1828799" y="114299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48" name="object 48"/>
            <p:cNvSpPr/>
            <p:nvPr/>
          </p:nvSpPr>
          <p:spPr>
            <a:xfrm>
              <a:off x="8743949" y="2736056"/>
              <a:ext cx="428625" cy="300355"/>
            </a:xfrm>
            <a:custGeom>
              <a:avLst/>
              <a:gdLst/>
              <a:ahLst/>
              <a:cxnLst/>
              <a:rect l="l" t="t" r="r" b="b"/>
              <a:pathLst>
                <a:path w="428625" h="300355">
                  <a:moveTo>
                    <a:pt x="48546" y="85724"/>
                  </a:moveTo>
                  <a:lnTo>
                    <a:pt x="37178" y="85724"/>
                  </a:lnTo>
                  <a:lnTo>
                    <a:pt x="31710" y="84637"/>
                  </a:lnTo>
                  <a:lnTo>
                    <a:pt x="1087" y="54014"/>
                  </a:lnTo>
                  <a:lnTo>
                    <a:pt x="0" y="48546"/>
                  </a:lnTo>
                  <a:lnTo>
                    <a:pt x="0" y="37178"/>
                  </a:lnTo>
                  <a:lnTo>
                    <a:pt x="21208" y="5437"/>
                  </a:lnTo>
                  <a:lnTo>
                    <a:pt x="37178" y="0"/>
                  </a:lnTo>
                  <a:lnTo>
                    <a:pt x="48546" y="0"/>
                  </a:lnTo>
                  <a:lnTo>
                    <a:pt x="80287" y="21208"/>
                  </a:lnTo>
                  <a:lnTo>
                    <a:pt x="85724" y="37178"/>
                  </a:lnTo>
                  <a:lnTo>
                    <a:pt x="85724" y="48546"/>
                  </a:lnTo>
                  <a:lnTo>
                    <a:pt x="64516" y="80287"/>
                  </a:lnTo>
                  <a:lnTo>
                    <a:pt x="48546" y="85724"/>
                  </a:lnTo>
                  <a:close/>
                </a:path>
                <a:path w="428625" h="300355">
                  <a:moveTo>
                    <a:pt x="155702" y="192881"/>
                  </a:moveTo>
                  <a:lnTo>
                    <a:pt x="144334" y="192881"/>
                  </a:lnTo>
                  <a:lnTo>
                    <a:pt x="138867" y="191793"/>
                  </a:lnTo>
                  <a:lnTo>
                    <a:pt x="108243" y="161170"/>
                  </a:lnTo>
                  <a:lnTo>
                    <a:pt x="107156" y="155702"/>
                  </a:lnTo>
                  <a:lnTo>
                    <a:pt x="107156" y="144334"/>
                  </a:lnTo>
                  <a:lnTo>
                    <a:pt x="108157" y="139303"/>
                  </a:lnTo>
                  <a:lnTo>
                    <a:pt x="108243" y="138867"/>
                  </a:lnTo>
                  <a:lnTo>
                    <a:pt x="138867" y="108243"/>
                  </a:lnTo>
                  <a:lnTo>
                    <a:pt x="144334" y="107156"/>
                  </a:lnTo>
                  <a:lnTo>
                    <a:pt x="155702" y="107156"/>
                  </a:lnTo>
                  <a:lnTo>
                    <a:pt x="187443" y="128364"/>
                  </a:lnTo>
                  <a:lnTo>
                    <a:pt x="191880" y="139303"/>
                  </a:lnTo>
                  <a:lnTo>
                    <a:pt x="147059" y="139303"/>
                  </a:lnTo>
                  <a:lnTo>
                    <a:pt x="144533" y="140349"/>
                  </a:lnTo>
                  <a:lnTo>
                    <a:pt x="140349" y="144533"/>
                  </a:lnTo>
                  <a:lnTo>
                    <a:pt x="139303" y="147059"/>
                  </a:lnTo>
                  <a:lnTo>
                    <a:pt x="139303" y="152977"/>
                  </a:lnTo>
                  <a:lnTo>
                    <a:pt x="140349" y="155503"/>
                  </a:lnTo>
                  <a:lnTo>
                    <a:pt x="144533" y="159688"/>
                  </a:lnTo>
                  <a:lnTo>
                    <a:pt x="147059" y="160734"/>
                  </a:lnTo>
                  <a:lnTo>
                    <a:pt x="191880" y="160734"/>
                  </a:lnTo>
                  <a:lnTo>
                    <a:pt x="191793" y="161170"/>
                  </a:lnTo>
                  <a:lnTo>
                    <a:pt x="161170" y="191793"/>
                  </a:lnTo>
                  <a:lnTo>
                    <a:pt x="155702" y="192881"/>
                  </a:lnTo>
                  <a:close/>
                </a:path>
                <a:path w="428625" h="300355">
                  <a:moveTo>
                    <a:pt x="191880" y="160734"/>
                  </a:moveTo>
                  <a:lnTo>
                    <a:pt x="152977" y="160734"/>
                  </a:lnTo>
                  <a:lnTo>
                    <a:pt x="155503" y="159688"/>
                  </a:lnTo>
                  <a:lnTo>
                    <a:pt x="159688" y="155503"/>
                  </a:lnTo>
                  <a:lnTo>
                    <a:pt x="160734" y="152977"/>
                  </a:lnTo>
                  <a:lnTo>
                    <a:pt x="160734" y="147059"/>
                  </a:lnTo>
                  <a:lnTo>
                    <a:pt x="159688" y="144533"/>
                  </a:lnTo>
                  <a:lnTo>
                    <a:pt x="155503" y="140349"/>
                  </a:lnTo>
                  <a:lnTo>
                    <a:pt x="152977" y="139303"/>
                  </a:lnTo>
                  <a:lnTo>
                    <a:pt x="191880" y="139303"/>
                  </a:lnTo>
                  <a:lnTo>
                    <a:pt x="192881" y="144334"/>
                  </a:lnTo>
                  <a:lnTo>
                    <a:pt x="192881" y="155702"/>
                  </a:lnTo>
                  <a:lnTo>
                    <a:pt x="191880" y="160734"/>
                  </a:lnTo>
                  <a:close/>
                </a:path>
                <a:path w="428625" h="300355">
                  <a:moveTo>
                    <a:pt x="48546" y="300037"/>
                  </a:moveTo>
                  <a:lnTo>
                    <a:pt x="37178" y="300037"/>
                  </a:lnTo>
                  <a:lnTo>
                    <a:pt x="31710" y="298949"/>
                  </a:lnTo>
                  <a:lnTo>
                    <a:pt x="1087" y="268326"/>
                  </a:lnTo>
                  <a:lnTo>
                    <a:pt x="0" y="262858"/>
                  </a:lnTo>
                  <a:lnTo>
                    <a:pt x="0" y="251491"/>
                  </a:lnTo>
                  <a:lnTo>
                    <a:pt x="1000" y="246459"/>
                  </a:lnTo>
                  <a:lnTo>
                    <a:pt x="1087" y="246023"/>
                  </a:lnTo>
                  <a:lnTo>
                    <a:pt x="31710" y="215400"/>
                  </a:lnTo>
                  <a:lnTo>
                    <a:pt x="37178" y="214312"/>
                  </a:lnTo>
                  <a:lnTo>
                    <a:pt x="48546" y="214312"/>
                  </a:lnTo>
                  <a:lnTo>
                    <a:pt x="80287" y="235520"/>
                  </a:lnTo>
                  <a:lnTo>
                    <a:pt x="84724" y="246459"/>
                  </a:lnTo>
                  <a:lnTo>
                    <a:pt x="39903" y="246459"/>
                  </a:lnTo>
                  <a:lnTo>
                    <a:pt x="37377" y="247505"/>
                  </a:lnTo>
                  <a:lnTo>
                    <a:pt x="33193" y="251690"/>
                  </a:lnTo>
                  <a:lnTo>
                    <a:pt x="32146" y="254215"/>
                  </a:lnTo>
                  <a:lnTo>
                    <a:pt x="32146" y="260134"/>
                  </a:lnTo>
                  <a:lnTo>
                    <a:pt x="33193" y="262659"/>
                  </a:lnTo>
                  <a:lnTo>
                    <a:pt x="37377" y="266844"/>
                  </a:lnTo>
                  <a:lnTo>
                    <a:pt x="39903" y="267890"/>
                  </a:lnTo>
                  <a:lnTo>
                    <a:pt x="84724" y="267890"/>
                  </a:lnTo>
                  <a:lnTo>
                    <a:pt x="84637" y="268326"/>
                  </a:lnTo>
                  <a:lnTo>
                    <a:pt x="54014" y="298949"/>
                  </a:lnTo>
                  <a:lnTo>
                    <a:pt x="48546" y="300037"/>
                  </a:lnTo>
                  <a:close/>
                </a:path>
                <a:path w="428625" h="300355">
                  <a:moveTo>
                    <a:pt x="84724" y="267890"/>
                  </a:moveTo>
                  <a:lnTo>
                    <a:pt x="45821" y="267890"/>
                  </a:lnTo>
                  <a:lnTo>
                    <a:pt x="48347" y="266844"/>
                  </a:lnTo>
                  <a:lnTo>
                    <a:pt x="52531" y="262659"/>
                  </a:lnTo>
                  <a:lnTo>
                    <a:pt x="53578" y="260134"/>
                  </a:lnTo>
                  <a:lnTo>
                    <a:pt x="53578" y="254215"/>
                  </a:lnTo>
                  <a:lnTo>
                    <a:pt x="52531" y="251690"/>
                  </a:lnTo>
                  <a:lnTo>
                    <a:pt x="48347" y="247505"/>
                  </a:lnTo>
                  <a:lnTo>
                    <a:pt x="45821" y="246459"/>
                  </a:lnTo>
                  <a:lnTo>
                    <a:pt x="84724" y="246459"/>
                  </a:lnTo>
                  <a:lnTo>
                    <a:pt x="85724" y="251491"/>
                  </a:lnTo>
                  <a:lnTo>
                    <a:pt x="85724" y="262858"/>
                  </a:lnTo>
                  <a:lnTo>
                    <a:pt x="84724" y="267890"/>
                  </a:lnTo>
                  <a:close/>
                </a:path>
                <a:path w="428625" h="300355">
                  <a:moveTo>
                    <a:pt x="155702" y="300037"/>
                  </a:moveTo>
                  <a:lnTo>
                    <a:pt x="144334" y="300037"/>
                  </a:lnTo>
                  <a:lnTo>
                    <a:pt x="138867" y="298949"/>
                  </a:lnTo>
                  <a:lnTo>
                    <a:pt x="108243" y="268326"/>
                  </a:lnTo>
                  <a:lnTo>
                    <a:pt x="107156" y="262858"/>
                  </a:lnTo>
                  <a:lnTo>
                    <a:pt x="107156" y="251491"/>
                  </a:lnTo>
                  <a:lnTo>
                    <a:pt x="128364" y="219750"/>
                  </a:lnTo>
                  <a:lnTo>
                    <a:pt x="144334" y="214312"/>
                  </a:lnTo>
                  <a:lnTo>
                    <a:pt x="155702" y="214312"/>
                  </a:lnTo>
                  <a:lnTo>
                    <a:pt x="187443" y="235520"/>
                  </a:lnTo>
                  <a:lnTo>
                    <a:pt x="191880" y="246459"/>
                  </a:lnTo>
                  <a:lnTo>
                    <a:pt x="147059" y="246459"/>
                  </a:lnTo>
                  <a:lnTo>
                    <a:pt x="144533" y="247505"/>
                  </a:lnTo>
                  <a:lnTo>
                    <a:pt x="140349" y="251690"/>
                  </a:lnTo>
                  <a:lnTo>
                    <a:pt x="139303" y="254215"/>
                  </a:lnTo>
                  <a:lnTo>
                    <a:pt x="139303" y="260134"/>
                  </a:lnTo>
                  <a:lnTo>
                    <a:pt x="140349" y="262659"/>
                  </a:lnTo>
                  <a:lnTo>
                    <a:pt x="144533" y="266844"/>
                  </a:lnTo>
                  <a:lnTo>
                    <a:pt x="147059" y="267890"/>
                  </a:lnTo>
                  <a:lnTo>
                    <a:pt x="191880" y="267890"/>
                  </a:lnTo>
                  <a:lnTo>
                    <a:pt x="191793" y="268326"/>
                  </a:lnTo>
                  <a:lnTo>
                    <a:pt x="161170" y="298949"/>
                  </a:lnTo>
                  <a:lnTo>
                    <a:pt x="155702" y="300037"/>
                  </a:lnTo>
                  <a:close/>
                </a:path>
                <a:path w="428625" h="300355">
                  <a:moveTo>
                    <a:pt x="191880" y="267890"/>
                  </a:moveTo>
                  <a:lnTo>
                    <a:pt x="152977" y="267890"/>
                  </a:lnTo>
                  <a:lnTo>
                    <a:pt x="155503" y="266844"/>
                  </a:lnTo>
                  <a:lnTo>
                    <a:pt x="159688" y="262659"/>
                  </a:lnTo>
                  <a:lnTo>
                    <a:pt x="160734" y="260134"/>
                  </a:lnTo>
                  <a:lnTo>
                    <a:pt x="160734" y="254215"/>
                  </a:lnTo>
                  <a:lnTo>
                    <a:pt x="159688" y="251690"/>
                  </a:lnTo>
                  <a:lnTo>
                    <a:pt x="155503" y="247505"/>
                  </a:lnTo>
                  <a:lnTo>
                    <a:pt x="152977" y="246459"/>
                  </a:lnTo>
                  <a:lnTo>
                    <a:pt x="191880" y="246459"/>
                  </a:lnTo>
                  <a:lnTo>
                    <a:pt x="192881" y="251491"/>
                  </a:lnTo>
                  <a:lnTo>
                    <a:pt x="192881" y="262858"/>
                  </a:lnTo>
                  <a:lnTo>
                    <a:pt x="191880" y="267890"/>
                  </a:lnTo>
                  <a:close/>
                </a:path>
                <a:path w="428625" h="300355">
                  <a:moveTo>
                    <a:pt x="48546" y="192881"/>
                  </a:moveTo>
                  <a:lnTo>
                    <a:pt x="37178" y="192881"/>
                  </a:lnTo>
                  <a:lnTo>
                    <a:pt x="31710" y="191793"/>
                  </a:lnTo>
                  <a:lnTo>
                    <a:pt x="1087" y="161170"/>
                  </a:lnTo>
                  <a:lnTo>
                    <a:pt x="0" y="155702"/>
                  </a:lnTo>
                  <a:lnTo>
                    <a:pt x="0" y="144334"/>
                  </a:lnTo>
                  <a:lnTo>
                    <a:pt x="21208" y="112594"/>
                  </a:lnTo>
                  <a:lnTo>
                    <a:pt x="37178" y="107156"/>
                  </a:lnTo>
                  <a:lnTo>
                    <a:pt x="48546" y="107156"/>
                  </a:lnTo>
                  <a:lnTo>
                    <a:pt x="80287" y="128364"/>
                  </a:lnTo>
                  <a:lnTo>
                    <a:pt x="85724" y="144334"/>
                  </a:lnTo>
                  <a:lnTo>
                    <a:pt x="85724" y="155702"/>
                  </a:lnTo>
                  <a:lnTo>
                    <a:pt x="64516" y="187443"/>
                  </a:lnTo>
                  <a:lnTo>
                    <a:pt x="48546" y="192881"/>
                  </a:lnTo>
                  <a:close/>
                </a:path>
                <a:path w="428625" h="300355">
                  <a:moveTo>
                    <a:pt x="155702" y="85724"/>
                  </a:moveTo>
                  <a:lnTo>
                    <a:pt x="144334" y="85724"/>
                  </a:lnTo>
                  <a:lnTo>
                    <a:pt x="138867" y="84637"/>
                  </a:lnTo>
                  <a:lnTo>
                    <a:pt x="108243" y="54014"/>
                  </a:lnTo>
                  <a:lnTo>
                    <a:pt x="107156" y="48546"/>
                  </a:lnTo>
                  <a:lnTo>
                    <a:pt x="107156" y="37178"/>
                  </a:lnTo>
                  <a:lnTo>
                    <a:pt x="128364" y="5437"/>
                  </a:lnTo>
                  <a:lnTo>
                    <a:pt x="144334" y="0"/>
                  </a:lnTo>
                  <a:lnTo>
                    <a:pt x="155702" y="0"/>
                  </a:lnTo>
                  <a:lnTo>
                    <a:pt x="187443" y="21208"/>
                  </a:lnTo>
                  <a:lnTo>
                    <a:pt x="192881" y="37178"/>
                  </a:lnTo>
                  <a:lnTo>
                    <a:pt x="192881" y="48546"/>
                  </a:lnTo>
                  <a:lnTo>
                    <a:pt x="171672" y="80287"/>
                  </a:lnTo>
                  <a:lnTo>
                    <a:pt x="155702" y="85724"/>
                  </a:lnTo>
                  <a:close/>
                </a:path>
                <a:path w="428625" h="300355">
                  <a:moveTo>
                    <a:pt x="284290" y="85724"/>
                  </a:moveTo>
                  <a:lnTo>
                    <a:pt x="272922" y="85724"/>
                  </a:lnTo>
                  <a:lnTo>
                    <a:pt x="267454" y="84637"/>
                  </a:lnTo>
                  <a:lnTo>
                    <a:pt x="236831" y="54014"/>
                  </a:lnTo>
                  <a:lnTo>
                    <a:pt x="235743" y="48546"/>
                  </a:lnTo>
                  <a:lnTo>
                    <a:pt x="235743" y="37178"/>
                  </a:lnTo>
                  <a:lnTo>
                    <a:pt x="256952" y="5437"/>
                  </a:lnTo>
                  <a:lnTo>
                    <a:pt x="272922" y="0"/>
                  </a:lnTo>
                  <a:lnTo>
                    <a:pt x="284290" y="0"/>
                  </a:lnTo>
                  <a:lnTo>
                    <a:pt x="316030" y="21208"/>
                  </a:lnTo>
                  <a:lnTo>
                    <a:pt x="321468" y="37178"/>
                  </a:lnTo>
                  <a:lnTo>
                    <a:pt x="321468" y="48546"/>
                  </a:lnTo>
                  <a:lnTo>
                    <a:pt x="300260" y="80287"/>
                  </a:lnTo>
                  <a:lnTo>
                    <a:pt x="284290" y="85724"/>
                  </a:lnTo>
                  <a:close/>
                </a:path>
                <a:path w="428625" h="300355">
                  <a:moveTo>
                    <a:pt x="391446" y="85724"/>
                  </a:moveTo>
                  <a:lnTo>
                    <a:pt x="380078" y="85724"/>
                  </a:lnTo>
                  <a:lnTo>
                    <a:pt x="374610" y="84637"/>
                  </a:lnTo>
                  <a:lnTo>
                    <a:pt x="343987" y="54014"/>
                  </a:lnTo>
                  <a:lnTo>
                    <a:pt x="342899" y="48546"/>
                  </a:lnTo>
                  <a:lnTo>
                    <a:pt x="342899" y="37178"/>
                  </a:lnTo>
                  <a:lnTo>
                    <a:pt x="364108" y="5437"/>
                  </a:lnTo>
                  <a:lnTo>
                    <a:pt x="380078" y="0"/>
                  </a:lnTo>
                  <a:lnTo>
                    <a:pt x="391446" y="0"/>
                  </a:lnTo>
                  <a:lnTo>
                    <a:pt x="423187" y="21208"/>
                  </a:lnTo>
                  <a:lnTo>
                    <a:pt x="427624" y="32146"/>
                  </a:lnTo>
                  <a:lnTo>
                    <a:pt x="382803" y="32146"/>
                  </a:lnTo>
                  <a:lnTo>
                    <a:pt x="380277" y="33193"/>
                  </a:lnTo>
                  <a:lnTo>
                    <a:pt x="376093" y="37377"/>
                  </a:lnTo>
                  <a:lnTo>
                    <a:pt x="375046" y="39903"/>
                  </a:lnTo>
                  <a:lnTo>
                    <a:pt x="375046" y="45821"/>
                  </a:lnTo>
                  <a:lnTo>
                    <a:pt x="376093" y="48347"/>
                  </a:lnTo>
                  <a:lnTo>
                    <a:pt x="380277" y="52531"/>
                  </a:lnTo>
                  <a:lnTo>
                    <a:pt x="382803" y="53578"/>
                  </a:lnTo>
                  <a:lnTo>
                    <a:pt x="427624" y="53578"/>
                  </a:lnTo>
                  <a:lnTo>
                    <a:pt x="427537" y="54014"/>
                  </a:lnTo>
                  <a:lnTo>
                    <a:pt x="396913" y="84637"/>
                  </a:lnTo>
                  <a:lnTo>
                    <a:pt x="391446" y="85724"/>
                  </a:lnTo>
                  <a:close/>
                </a:path>
                <a:path w="428625" h="300355">
                  <a:moveTo>
                    <a:pt x="427624" y="53578"/>
                  </a:moveTo>
                  <a:lnTo>
                    <a:pt x="388721" y="53578"/>
                  </a:lnTo>
                  <a:lnTo>
                    <a:pt x="391247" y="52531"/>
                  </a:lnTo>
                  <a:lnTo>
                    <a:pt x="395431" y="48347"/>
                  </a:lnTo>
                  <a:lnTo>
                    <a:pt x="396478" y="45821"/>
                  </a:lnTo>
                  <a:lnTo>
                    <a:pt x="396478" y="39903"/>
                  </a:lnTo>
                  <a:lnTo>
                    <a:pt x="395431" y="37377"/>
                  </a:lnTo>
                  <a:lnTo>
                    <a:pt x="391247" y="33193"/>
                  </a:lnTo>
                  <a:lnTo>
                    <a:pt x="388721" y="32146"/>
                  </a:lnTo>
                  <a:lnTo>
                    <a:pt x="427624" y="32146"/>
                  </a:lnTo>
                  <a:lnTo>
                    <a:pt x="428624" y="37178"/>
                  </a:lnTo>
                  <a:lnTo>
                    <a:pt x="428624" y="48546"/>
                  </a:lnTo>
                  <a:lnTo>
                    <a:pt x="427624" y="53578"/>
                  </a:lnTo>
                  <a:close/>
                </a:path>
                <a:path w="428625" h="300355">
                  <a:moveTo>
                    <a:pt x="391446" y="192881"/>
                  </a:moveTo>
                  <a:lnTo>
                    <a:pt x="380078" y="192881"/>
                  </a:lnTo>
                  <a:lnTo>
                    <a:pt x="374610" y="191793"/>
                  </a:lnTo>
                  <a:lnTo>
                    <a:pt x="343987" y="161170"/>
                  </a:lnTo>
                  <a:lnTo>
                    <a:pt x="342899" y="155702"/>
                  </a:lnTo>
                  <a:lnTo>
                    <a:pt x="342899" y="144334"/>
                  </a:lnTo>
                  <a:lnTo>
                    <a:pt x="364108" y="112594"/>
                  </a:lnTo>
                  <a:lnTo>
                    <a:pt x="380078" y="107156"/>
                  </a:lnTo>
                  <a:lnTo>
                    <a:pt x="391446" y="107156"/>
                  </a:lnTo>
                  <a:lnTo>
                    <a:pt x="423187" y="128364"/>
                  </a:lnTo>
                  <a:lnTo>
                    <a:pt x="427624" y="139303"/>
                  </a:lnTo>
                  <a:lnTo>
                    <a:pt x="382803" y="139303"/>
                  </a:lnTo>
                  <a:lnTo>
                    <a:pt x="380277" y="140349"/>
                  </a:lnTo>
                  <a:lnTo>
                    <a:pt x="376093" y="144533"/>
                  </a:lnTo>
                  <a:lnTo>
                    <a:pt x="375046" y="147059"/>
                  </a:lnTo>
                  <a:lnTo>
                    <a:pt x="375046" y="152977"/>
                  </a:lnTo>
                  <a:lnTo>
                    <a:pt x="376093" y="155503"/>
                  </a:lnTo>
                  <a:lnTo>
                    <a:pt x="380277" y="159688"/>
                  </a:lnTo>
                  <a:lnTo>
                    <a:pt x="382803" y="160734"/>
                  </a:lnTo>
                  <a:lnTo>
                    <a:pt x="427624" y="160734"/>
                  </a:lnTo>
                  <a:lnTo>
                    <a:pt x="427537" y="161170"/>
                  </a:lnTo>
                  <a:lnTo>
                    <a:pt x="396913" y="191793"/>
                  </a:lnTo>
                  <a:lnTo>
                    <a:pt x="391446" y="192881"/>
                  </a:lnTo>
                  <a:close/>
                </a:path>
                <a:path w="428625" h="300355">
                  <a:moveTo>
                    <a:pt x="427624" y="160734"/>
                  </a:moveTo>
                  <a:lnTo>
                    <a:pt x="388721" y="160734"/>
                  </a:lnTo>
                  <a:lnTo>
                    <a:pt x="391247" y="159688"/>
                  </a:lnTo>
                  <a:lnTo>
                    <a:pt x="395431" y="155503"/>
                  </a:lnTo>
                  <a:lnTo>
                    <a:pt x="396478" y="152977"/>
                  </a:lnTo>
                  <a:lnTo>
                    <a:pt x="396478" y="147059"/>
                  </a:lnTo>
                  <a:lnTo>
                    <a:pt x="395431" y="144533"/>
                  </a:lnTo>
                  <a:lnTo>
                    <a:pt x="391247" y="140349"/>
                  </a:lnTo>
                  <a:lnTo>
                    <a:pt x="388721" y="139303"/>
                  </a:lnTo>
                  <a:lnTo>
                    <a:pt x="427624" y="139303"/>
                  </a:lnTo>
                  <a:lnTo>
                    <a:pt x="428624" y="144334"/>
                  </a:lnTo>
                  <a:lnTo>
                    <a:pt x="428624" y="155702"/>
                  </a:lnTo>
                  <a:lnTo>
                    <a:pt x="427624" y="160734"/>
                  </a:lnTo>
                  <a:close/>
                </a:path>
                <a:path w="428625" h="300355">
                  <a:moveTo>
                    <a:pt x="391446" y="300037"/>
                  </a:moveTo>
                  <a:lnTo>
                    <a:pt x="380078" y="300037"/>
                  </a:lnTo>
                  <a:lnTo>
                    <a:pt x="374610" y="298949"/>
                  </a:lnTo>
                  <a:lnTo>
                    <a:pt x="343987" y="268326"/>
                  </a:lnTo>
                  <a:lnTo>
                    <a:pt x="342899" y="262858"/>
                  </a:lnTo>
                  <a:lnTo>
                    <a:pt x="342899" y="251491"/>
                  </a:lnTo>
                  <a:lnTo>
                    <a:pt x="364108" y="219750"/>
                  </a:lnTo>
                  <a:lnTo>
                    <a:pt x="380078" y="214312"/>
                  </a:lnTo>
                  <a:lnTo>
                    <a:pt x="391446" y="214312"/>
                  </a:lnTo>
                  <a:lnTo>
                    <a:pt x="423187" y="235520"/>
                  </a:lnTo>
                  <a:lnTo>
                    <a:pt x="427624" y="246459"/>
                  </a:lnTo>
                  <a:lnTo>
                    <a:pt x="382803" y="246459"/>
                  </a:lnTo>
                  <a:lnTo>
                    <a:pt x="380277" y="247505"/>
                  </a:lnTo>
                  <a:lnTo>
                    <a:pt x="376093" y="251690"/>
                  </a:lnTo>
                  <a:lnTo>
                    <a:pt x="375046" y="254215"/>
                  </a:lnTo>
                  <a:lnTo>
                    <a:pt x="375046" y="260134"/>
                  </a:lnTo>
                  <a:lnTo>
                    <a:pt x="376093" y="262659"/>
                  </a:lnTo>
                  <a:lnTo>
                    <a:pt x="380277" y="266844"/>
                  </a:lnTo>
                  <a:lnTo>
                    <a:pt x="382803" y="267890"/>
                  </a:lnTo>
                  <a:lnTo>
                    <a:pt x="427624" y="267890"/>
                  </a:lnTo>
                  <a:lnTo>
                    <a:pt x="427537" y="268326"/>
                  </a:lnTo>
                  <a:lnTo>
                    <a:pt x="396913" y="298949"/>
                  </a:lnTo>
                  <a:lnTo>
                    <a:pt x="391446" y="300037"/>
                  </a:lnTo>
                  <a:close/>
                </a:path>
                <a:path w="428625" h="300355">
                  <a:moveTo>
                    <a:pt x="427624" y="267890"/>
                  </a:moveTo>
                  <a:lnTo>
                    <a:pt x="388721" y="267890"/>
                  </a:lnTo>
                  <a:lnTo>
                    <a:pt x="391247" y="266844"/>
                  </a:lnTo>
                  <a:lnTo>
                    <a:pt x="395431" y="262659"/>
                  </a:lnTo>
                  <a:lnTo>
                    <a:pt x="396478" y="260134"/>
                  </a:lnTo>
                  <a:lnTo>
                    <a:pt x="396478" y="254215"/>
                  </a:lnTo>
                  <a:lnTo>
                    <a:pt x="395431" y="251690"/>
                  </a:lnTo>
                  <a:lnTo>
                    <a:pt x="391247" y="247505"/>
                  </a:lnTo>
                  <a:lnTo>
                    <a:pt x="388721" y="246459"/>
                  </a:lnTo>
                  <a:lnTo>
                    <a:pt x="427624" y="246459"/>
                  </a:lnTo>
                  <a:lnTo>
                    <a:pt x="428624" y="251491"/>
                  </a:lnTo>
                  <a:lnTo>
                    <a:pt x="428624" y="262858"/>
                  </a:lnTo>
                  <a:lnTo>
                    <a:pt x="427624" y="267890"/>
                  </a:lnTo>
                  <a:close/>
                </a:path>
                <a:path w="428625" h="300355">
                  <a:moveTo>
                    <a:pt x="284290" y="192881"/>
                  </a:moveTo>
                  <a:lnTo>
                    <a:pt x="272922" y="192881"/>
                  </a:lnTo>
                  <a:lnTo>
                    <a:pt x="267454" y="191793"/>
                  </a:lnTo>
                  <a:lnTo>
                    <a:pt x="236831" y="161170"/>
                  </a:lnTo>
                  <a:lnTo>
                    <a:pt x="235743" y="155702"/>
                  </a:lnTo>
                  <a:lnTo>
                    <a:pt x="235743" y="144334"/>
                  </a:lnTo>
                  <a:lnTo>
                    <a:pt x="236744" y="139303"/>
                  </a:lnTo>
                  <a:lnTo>
                    <a:pt x="236831" y="138867"/>
                  </a:lnTo>
                  <a:lnTo>
                    <a:pt x="267454" y="108243"/>
                  </a:lnTo>
                  <a:lnTo>
                    <a:pt x="272922" y="107156"/>
                  </a:lnTo>
                  <a:lnTo>
                    <a:pt x="284290" y="107156"/>
                  </a:lnTo>
                  <a:lnTo>
                    <a:pt x="316030" y="128364"/>
                  </a:lnTo>
                  <a:lnTo>
                    <a:pt x="320467" y="139303"/>
                  </a:lnTo>
                  <a:lnTo>
                    <a:pt x="275647" y="139303"/>
                  </a:lnTo>
                  <a:lnTo>
                    <a:pt x="273121" y="140349"/>
                  </a:lnTo>
                  <a:lnTo>
                    <a:pt x="268936" y="144533"/>
                  </a:lnTo>
                  <a:lnTo>
                    <a:pt x="267890" y="147059"/>
                  </a:lnTo>
                  <a:lnTo>
                    <a:pt x="267890" y="152977"/>
                  </a:lnTo>
                  <a:lnTo>
                    <a:pt x="268936" y="155503"/>
                  </a:lnTo>
                  <a:lnTo>
                    <a:pt x="273121" y="159688"/>
                  </a:lnTo>
                  <a:lnTo>
                    <a:pt x="275647" y="160734"/>
                  </a:lnTo>
                  <a:lnTo>
                    <a:pt x="320467" y="160734"/>
                  </a:lnTo>
                  <a:lnTo>
                    <a:pt x="320381" y="161170"/>
                  </a:lnTo>
                  <a:lnTo>
                    <a:pt x="289757" y="191793"/>
                  </a:lnTo>
                  <a:lnTo>
                    <a:pt x="284290" y="192881"/>
                  </a:lnTo>
                  <a:close/>
                </a:path>
                <a:path w="428625" h="300355">
                  <a:moveTo>
                    <a:pt x="320467" y="160734"/>
                  </a:moveTo>
                  <a:lnTo>
                    <a:pt x="281565" y="160734"/>
                  </a:lnTo>
                  <a:lnTo>
                    <a:pt x="284090" y="159688"/>
                  </a:lnTo>
                  <a:lnTo>
                    <a:pt x="288275" y="155503"/>
                  </a:lnTo>
                  <a:lnTo>
                    <a:pt x="289321" y="152977"/>
                  </a:lnTo>
                  <a:lnTo>
                    <a:pt x="289321" y="147059"/>
                  </a:lnTo>
                  <a:lnTo>
                    <a:pt x="288275" y="144533"/>
                  </a:lnTo>
                  <a:lnTo>
                    <a:pt x="284090" y="140349"/>
                  </a:lnTo>
                  <a:lnTo>
                    <a:pt x="281565" y="139303"/>
                  </a:lnTo>
                  <a:lnTo>
                    <a:pt x="320467" y="139303"/>
                  </a:lnTo>
                  <a:lnTo>
                    <a:pt x="321468" y="144334"/>
                  </a:lnTo>
                  <a:lnTo>
                    <a:pt x="321468" y="155702"/>
                  </a:lnTo>
                  <a:lnTo>
                    <a:pt x="320467" y="160734"/>
                  </a:lnTo>
                  <a:close/>
                </a:path>
                <a:path w="428625" h="300355">
                  <a:moveTo>
                    <a:pt x="284290" y="300037"/>
                  </a:moveTo>
                  <a:lnTo>
                    <a:pt x="272922" y="300037"/>
                  </a:lnTo>
                  <a:lnTo>
                    <a:pt x="267454" y="298949"/>
                  </a:lnTo>
                  <a:lnTo>
                    <a:pt x="236831" y="268326"/>
                  </a:lnTo>
                  <a:lnTo>
                    <a:pt x="235743" y="262858"/>
                  </a:lnTo>
                  <a:lnTo>
                    <a:pt x="235743" y="251491"/>
                  </a:lnTo>
                  <a:lnTo>
                    <a:pt x="256952" y="219750"/>
                  </a:lnTo>
                  <a:lnTo>
                    <a:pt x="272922" y="214312"/>
                  </a:lnTo>
                  <a:lnTo>
                    <a:pt x="284290" y="214312"/>
                  </a:lnTo>
                  <a:lnTo>
                    <a:pt x="316030" y="235520"/>
                  </a:lnTo>
                  <a:lnTo>
                    <a:pt x="320467" y="246459"/>
                  </a:lnTo>
                  <a:lnTo>
                    <a:pt x="275647" y="246459"/>
                  </a:lnTo>
                  <a:lnTo>
                    <a:pt x="273121" y="247505"/>
                  </a:lnTo>
                  <a:lnTo>
                    <a:pt x="268936" y="251690"/>
                  </a:lnTo>
                  <a:lnTo>
                    <a:pt x="267890" y="254215"/>
                  </a:lnTo>
                  <a:lnTo>
                    <a:pt x="267890" y="260134"/>
                  </a:lnTo>
                  <a:lnTo>
                    <a:pt x="268936" y="262659"/>
                  </a:lnTo>
                  <a:lnTo>
                    <a:pt x="273121" y="266844"/>
                  </a:lnTo>
                  <a:lnTo>
                    <a:pt x="275647" y="267890"/>
                  </a:lnTo>
                  <a:lnTo>
                    <a:pt x="320467" y="267890"/>
                  </a:lnTo>
                  <a:lnTo>
                    <a:pt x="320381" y="268326"/>
                  </a:lnTo>
                  <a:lnTo>
                    <a:pt x="289757" y="298949"/>
                  </a:lnTo>
                  <a:lnTo>
                    <a:pt x="284290" y="300037"/>
                  </a:lnTo>
                  <a:close/>
                </a:path>
                <a:path w="428625" h="300355">
                  <a:moveTo>
                    <a:pt x="320467" y="267890"/>
                  </a:moveTo>
                  <a:lnTo>
                    <a:pt x="281565" y="267890"/>
                  </a:lnTo>
                  <a:lnTo>
                    <a:pt x="284090" y="266844"/>
                  </a:lnTo>
                  <a:lnTo>
                    <a:pt x="288275" y="262659"/>
                  </a:lnTo>
                  <a:lnTo>
                    <a:pt x="289321" y="260134"/>
                  </a:lnTo>
                  <a:lnTo>
                    <a:pt x="289321" y="254215"/>
                  </a:lnTo>
                  <a:lnTo>
                    <a:pt x="288275" y="251690"/>
                  </a:lnTo>
                  <a:lnTo>
                    <a:pt x="284090" y="247505"/>
                  </a:lnTo>
                  <a:lnTo>
                    <a:pt x="281565" y="246459"/>
                  </a:lnTo>
                  <a:lnTo>
                    <a:pt x="320467" y="246459"/>
                  </a:lnTo>
                  <a:lnTo>
                    <a:pt x="321468" y="251491"/>
                  </a:lnTo>
                  <a:lnTo>
                    <a:pt x="321468" y="262858"/>
                  </a:lnTo>
                  <a:lnTo>
                    <a:pt x="320467" y="267890"/>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grpSp>
      <p:sp>
        <p:nvSpPr>
          <p:cNvPr id="49" name="object 49"/>
          <p:cNvSpPr txBox="1"/>
          <p:nvPr/>
        </p:nvSpPr>
        <p:spPr>
          <a:xfrm>
            <a:off x="8043861" y="2471737"/>
            <a:ext cx="1819275" cy="941283"/>
          </a:xfrm>
          <a:prstGeom prst="rect">
            <a:avLst/>
          </a:prstGeom>
          <a:ln w="9524">
            <a:noFill/>
          </a:ln>
        </p:spPr>
        <p:txBody>
          <a:bodyPr vert="horz" wrap="square" lIns="0" tIns="0" rIns="0" bIns="0" rtlCol="0">
            <a:spAutoFit/>
          </a:bodyPr>
          <a:lstStyle/>
          <a:p>
            <a:pPr>
              <a:lnSpc>
                <a:spcPct val="100000"/>
              </a:lnSpc>
            </a:pPr>
            <a:endParaRPr sz="1200" dirty="0">
              <a:solidFill>
                <a:schemeClr val="accent4">
                  <a:lumMod val="50000"/>
                </a:schemeClr>
              </a:solidFill>
              <a:latin typeface="+mj-lt"/>
              <a:cs typeface="Times New Roman"/>
            </a:endParaRPr>
          </a:p>
          <a:p>
            <a:pPr>
              <a:lnSpc>
                <a:spcPct val="100000"/>
              </a:lnSpc>
            </a:pPr>
            <a:endParaRPr sz="1200" dirty="0">
              <a:solidFill>
                <a:schemeClr val="accent4">
                  <a:lumMod val="50000"/>
                </a:schemeClr>
              </a:solidFill>
              <a:latin typeface="+mj-lt"/>
              <a:cs typeface="Times New Roman"/>
            </a:endParaRPr>
          </a:p>
          <a:p>
            <a:pPr>
              <a:lnSpc>
                <a:spcPct val="100000"/>
              </a:lnSpc>
              <a:spcBef>
                <a:spcPts val="1120"/>
              </a:spcBef>
            </a:pPr>
            <a:endParaRPr sz="1200" dirty="0">
              <a:solidFill>
                <a:schemeClr val="accent4">
                  <a:lumMod val="50000"/>
                </a:schemeClr>
              </a:solidFill>
              <a:latin typeface="+mj-lt"/>
              <a:cs typeface="Times New Roman"/>
            </a:endParaRPr>
          </a:p>
          <a:p>
            <a:pPr marL="515620">
              <a:lnSpc>
                <a:spcPct val="100000"/>
              </a:lnSpc>
            </a:pPr>
            <a:r>
              <a:rPr sz="1600" spc="-55" dirty="0">
                <a:solidFill>
                  <a:schemeClr val="accent4">
                    <a:lumMod val="50000"/>
                  </a:schemeClr>
                </a:solidFill>
                <a:latin typeface="+mj-lt"/>
                <a:cs typeface="Arial"/>
              </a:rPr>
              <a:t>Scatter</a:t>
            </a:r>
            <a:r>
              <a:rPr sz="1600" spc="-75" dirty="0">
                <a:solidFill>
                  <a:schemeClr val="accent4">
                    <a:lumMod val="50000"/>
                  </a:schemeClr>
                </a:solidFill>
                <a:latin typeface="+mj-lt"/>
                <a:cs typeface="Arial"/>
              </a:rPr>
              <a:t> </a:t>
            </a:r>
            <a:r>
              <a:rPr sz="1600" spc="-20" dirty="0">
                <a:solidFill>
                  <a:schemeClr val="accent4">
                    <a:lumMod val="50000"/>
                  </a:schemeClr>
                </a:solidFill>
                <a:latin typeface="+mj-lt"/>
                <a:cs typeface="Arial"/>
              </a:rPr>
              <a:t>Plot</a:t>
            </a:r>
            <a:endParaRPr sz="1600" dirty="0">
              <a:solidFill>
                <a:schemeClr val="accent4">
                  <a:lumMod val="50000"/>
                </a:schemeClr>
              </a:solidFill>
              <a:latin typeface="+mj-lt"/>
              <a:cs typeface="Arial"/>
            </a:endParaRPr>
          </a:p>
        </p:txBody>
      </p:sp>
      <p:grpSp>
        <p:nvGrpSpPr>
          <p:cNvPr id="50" name="object 50"/>
          <p:cNvGrpSpPr/>
          <p:nvPr/>
        </p:nvGrpSpPr>
        <p:grpSpPr>
          <a:xfrm>
            <a:off x="9982199" y="2466974"/>
            <a:ext cx="1828800" cy="1143000"/>
            <a:chOff x="9982199" y="2466974"/>
            <a:chExt cx="1828800" cy="1143000"/>
          </a:xfrm>
          <a:solidFill>
            <a:schemeClr val="accent4">
              <a:lumMod val="20000"/>
              <a:lumOff val="80000"/>
            </a:schemeClr>
          </a:solidFill>
        </p:grpSpPr>
        <p:sp>
          <p:nvSpPr>
            <p:cNvPr id="51" name="object 51"/>
            <p:cNvSpPr/>
            <p:nvPr/>
          </p:nvSpPr>
          <p:spPr>
            <a:xfrm>
              <a:off x="9982199" y="2466974"/>
              <a:ext cx="1828800" cy="1143000"/>
            </a:xfrm>
            <a:custGeom>
              <a:avLst/>
              <a:gdLst/>
              <a:ahLst/>
              <a:cxnLst/>
              <a:rect l="l" t="t" r="r" b="b"/>
              <a:pathLst>
                <a:path w="1828800" h="1143000">
                  <a:moveTo>
                    <a:pt x="1828799" y="1142999"/>
                  </a:moveTo>
                  <a:lnTo>
                    <a:pt x="0" y="1142999"/>
                  </a:lnTo>
                  <a:lnTo>
                    <a:pt x="0" y="0"/>
                  </a:lnTo>
                  <a:lnTo>
                    <a:pt x="1828799" y="0"/>
                  </a:lnTo>
                  <a:lnTo>
                    <a:pt x="1828799" y="114299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52" name="object 52"/>
            <p:cNvSpPr/>
            <p:nvPr/>
          </p:nvSpPr>
          <p:spPr>
            <a:xfrm>
              <a:off x="10725149" y="2736056"/>
              <a:ext cx="342900" cy="300355"/>
            </a:xfrm>
            <a:custGeom>
              <a:avLst/>
              <a:gdLst/>
              <a:ahLst/>
              <a:cxnLst/>
              <a:rect l="l" t="t" r="r" b="b"/>
              <a:pathLst>
                <a:path w="342900" h="300355">
                  <a:moveTo>
                    <a:pt x="300037" y="300037"/>
                  </a:moveTo>
                  <a:lnTo>
                    <a:pt x="42862" y="300037"/>
                  </a:lnTo>
                  <a:lnTo>
                    <a:pt x="26191" y="296664"/>
                  </a:lnTo>
                  <a:lnTo>
                    <a:pt x="12565" y="287471"/>
                  </a:lnTo>
                  <a:lnTo>
                    <a:pt x="3372" y="273845"/>
                  </a:lnTo>
                  <a:lnTo>
                    <a:pt x="0" y="257174"/>
                  </a:lnTo>
                  <a:lnTo>
                    <a:pt x="0" y="42862"/>
                  </a:lnTo>
                  <a:lnTo>
                    <a:pt x="3372" y="26191"/>
                  </a:lnTo>
                  <a:lnTo>
                    <a:pt x="12565" y="12565"/>
                  </a:lnTo>
                  <a:lnTo>
                    <a:pt x="26191" y="3372"/>
                  </a:lnTo>
                  <a:lnTo>
                    <a:pt x="42862" y="0"/>
                  </a:lnTo>
                  <a:lnTo>
                    <a:pt x="300037" y="0"/>
                  </a:lnTo>
                  <a:lnTo>
                    <a:pt x="316708" y="3372"/>
                  </a:lnTo>
                  <a:lnTo>
                    <a:pt x="330334" y="12565"/>
                  </a:lnTo>
                  <a:lnTo>
                    <a:pt x="339527" y="26191"/>
                  </a:lnTo>
                  <a:lnTo>
                    <a:pt x="342899" y="42862"/>
                  </a:lnTo>
                  <a:lnTo>
                    <a:pt x="42862" y="42862"/>
                  </a:lnTo>
                  <a:lnTo>
                    <a:pt x="42862" y="128587"/>
                  </a:lnTo>
                  <a:lnTo>
                    <a:pt x="342899" y="128587"/>
                  </a:lnTo>
                  <a:lnTo>
                    <a:pt x="342899" y="171449"/>
                  </a:lnTo>
                  <a:lnTo>
                    <a:pt x="42862" y="171449"/>
                  </a:lnTo>
                  <a:lnTo>
                    <a:pt x="42862" y="257174"/>
                  </a:lnTo>
                  <a:lnTo>
                    <a:pt x="342899" y="257174"/>
                  </a:lnTo>
                  <a:lnTo>
                    <a:pt x="339527" y="273845"/>
                  </a:lnTo>
                  <a:lnTo>
                    <a:pt x="330334" y="287471"/>
                  </a:lnTo>
                  <a:lnTo>
                    <a:pt x="316708" y="296664"/>
                  </a:lnTo>
                  <a:lnTo>
                    <a:pt x="300037" y="300037"/>
                  </a:lnTo>
                  <a:close/>
                </a:path>
                <a:path w="342900" h="300355">
                  <a:moveTo>
                    <a:pt x="192881" y="128587"/>
                  </a:moveTo>
                  <a:lnTo>
                    <a:pt x="150018" y="128587"/>
                  </a:lnTo>
                  <a:lnTo>
                    <a:pt x="150018" y="42862"/>
                  </a:lnTo>
                  <a:lnTo>
                    <a:pt x="192881" y="42862"/>
                  </a:lnTo>
                  <a:lnTo>
                    <a:pt x="192881" y="128587"/>
                  </a:lnTo>
                  <a:close/>
                </a:path>
                <a:path w="342900" h="300355">
                  <a:moveTo>
                    <a:pt x="342899" y="128587"/>
                  </a:moveTo>
                  <a:lnTo>
                    <a:pt x="300037" y="128587"/>
                  </a:lnTo>
                  <a:lnTo>
                    <a:pt x="300037" y="42862"/>
                  </a:lnTo>
                  <a:lnTo>
                    <a:pt x="342899" y="42862"/>
                  </a:lnTo>
                  <a:lnTo>
                    <a:pt x="342899" y="128587"/>
                  </a:lnTo>
                  <a:close/>
                </a:path>
                <a:path w="342900" h="300355">
                  <a:moveTo>
                    <a:pt x="192881" y="257174"/>
                  </a:moveTo>
                  <a:lnTo>
                    <a:pt x="150018" y="257174"/>
                  </a:lnTo>
                  <a:lnTo>
                    <a:pt x="150018" y="171449"/>
                  </a:lnTo>
                  <a:lnTo>
                    <a:pt x="192881" y="171449"/>
                  </a:lnTo>
                  <a:lnTo>
                    <a:pt x="192881" y="257174"/>
                  </a:lnTo>
                  <a:close/>
                </a:path>
                <a:path w="342900" h="300355">
                  <a:moveTo>
                    <a:pt x="342899" y="257174"/>
                  </a:moveTo>
                  <a:lnTo>
                    <a:pt x="300037" y="257174"/>
                  </a:lnTo>
                  <a:lnTo>
                    <a:pt x="300037" y="171449"/>
                  </a:lnTo>
                  <a:lnTo>
                    <a:pt x="342899" y="171449"/>
                  </a:lnTo>
                  <a:lnTo>
                    <a:pt x="342899" y="257174"/>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grpSp>
      <p:sp>
        <p:nvSpPr>
          <p:cNvPr id="53" name="object 53"/>
          <p:cNvSpPr txBox="1"/>
          <p:nvPr/>
        </p:nvSpPr>
        <p:spPr>
          <a:xfrm>
            <a:off x="9986961" y="2471737"/>
            <a:ext cx="1819275" cy="941283"/>
          </a:xfrm>
          <a:prstGeom prst="rect">
            <a:avLst/>
          </a:prstGeom>
          <a:ln w="9524">
            <a:noFill/>
          </a:ln>
        </p:spPr>
        <p:txBody>
          <a:bodyPr vert="horz" wrap="square" lIns="0" tIns="0" rIns="0" bIns="0" rtlCol="0">
            <a:spAutoFit/>
          </a:bodyPr>
          <a:lstStyle/>
          <a:p>
            <a:pPr>
              <a:lnSpc>
                <a:spcPct val="100000"/>
              </a:lnSpc>
            </a:pPr>
            <a:endParaRPr sz="1200" dirty="0">
              <a:solidFill>
                <a:schemeClr val="accent4">
                  <a:lumMod val="50000"/>
                </a:schemeClr>
              </a:solidFill>
              <a:latin typeface="+mj-lt"/>
              <a:cs typeface="Times New Roman"/>
            </a:endParaRPr>
          </a:p>
          <a:p>
            <a:pPr>
              <a:lnSpc>
                <a:spcPct val="100000"/>
              </a:lnSpc>
            </a:pPr>
            <a:endParaRPr sz="1200" dirty="0">
              <a:solidFill>
                <a:schemeClr val="accent4">
                  <a:lumMod val="50000"/>
                </a:schemeClr>
              </a:solidFill>
              <a:latin typeface="+mj-lt"/>
              <a:cs typeface="Times New Roman"/>
            </a:endParaRPr>
          </a:p>
          <a:p>
            <a:pPr>
              <a:lnSpc>
                <a:spcPct val="100000"/>
              </a:lnSpc>
              <a:spcBef>
                <a:spcPts val="1120"/>
              </a:spcBef>
            </a:pPr>
            <a:endParaRPr sz="1200" dirty="0">
              <a:solidFill>
                <a:schemeClr val="accent4">
                  <a:lumMod val="50000"/>
                </a:schemeClr>
              </a:solidFill>
              <a:latin typeface="+mj-lt"/>
              <a:cs typeface="Times New Roman"/>
            </a:endParaRPr>
          </a:p>
          <a:p>
            <a:pPr marL="575310">
              <a:lnSpc>
                <a:spcPct val="100000"/>
              </a:lnSpc>
            </a:pPr>
            <a:r>
              <a:rPr sz="1600" spc="-70" dirty="0">
                <a:solidFill>
                  <a:schemeClr val="accent4">
                    <a:lumMod val="50000"/>
                  </a:schemeClr>
                </a:solidFill>
                <a:latin typeface="+mj-lt"/>
                <a:cs typeface="Arial"/>
              </a:rPr>
              <a:t>KPI</a:t>
            </a:r>
            <a:r>
              <a:rPr sz="1600" spc="-110" dirty="0">
                <a:solidFill>
                  <a:schemeClr val="accent4">
                    <a:lumMod val="50000"/>
                  </a:schemeClr>
                </a:solidFill>
                <a:latin typeface="+mj-lt"/>
                <a:cs typeface="Arial"/>
              </a:rPr>
              <a:t> </a:t>
            </a:r>
            <a:r>
              <a:rPr sz="1600" spc="-10" dirty="0">
                <a:solidFill>
                  <a:schemeClr val="accent4">
                    <a:lumMod val="50000"/>
                  </a:schemeClr>
                </a:solidFill>
                <a:latin typeface="+mj-lt"/>
                <a:cs typeface="Arial"/>
              </a:rPr>
              <a:t>Cards</a:t>
            </a:r>
            <a:endParaRPr sz="1600" dirty="0">
              <a:solidFill>
                <a:schemeClr val="accent4">
                  <a:lumMod val="50000"/>
                </a:schemeClr>
              </a:solidFill>
              <a:latin typeface="+mj-lt"/>
              <a:cs typeface="Arial"/>
            </a:endParaRPr>
          </a:p>
        </p:txBody>
      </p:sp>
      <p:sp>
        <p:nvSpPr>
          <p:cNvPr id="54" name="object 54"/>
          <p:cNvSpPr/>
          <p:nvPr/>
        </p:nvSpPr>
        <p:spPr>
          <a:xfrm>
            <a:off x="6095998" y="4600574"/>
            <a:ext cx="5715000" cy="1009650"/>
          </a:xfrm>
          <a:custGeom>
            <a:avLst/>
            <a:gdLst/>
            <a:ahLst/>
            <a:cxnLst/>
            <a:rect l="l" t="t" r="r" b="b"/>
            <a:pathLst>
              <a:path w="5715000" h="1009650">
                <a:moveTo>
                  <a:pt x="5681952" y="1009649"/>
                </a:moveTo>
                <a:lnTo>
                  <a:pt x="33047" y="1009649"/>
                </a:lnTo>
                <a:lnTo>
                  <a:pt x="28187" y="1008682"/>
                </a:lnTo>
                <a:lnTo>
                  <a:pt x="966" y="981461"/>
                </a:lnTo>
                <a:lnTo>
                  <a:pt x="0" y="976601"/>
                </a:lnTo>
                <a:lnTo>
                  <a:pt x="0" y="971549"/>
                </a:lnTo>
                <a:lnTo>
                  <a:pt x="0" y="33047"/>
                </a:lnTo>
                <a:lnTo>
                  <a:pt x="28187" y="966"/>
                </a:lnTo>
                <a:lnTo>
                  <a:pt x="33047" y="0"/>
                </a:lnTo>
                <a:lnTo>
                  <a:pt x="5681952" y="0"/>
                </a:lnTo>
                <a:lnTo>
                  <a:pt x="5714032" y="28187"/>
                </a:lnTo>
                <a:lnTo>
                  <a:pt x="5715000" y="33047"/>
                </a:lnTo>
                <a:lnTo>
                  <a:pt x="5715000" y="976601"/>
                </a:lnTo>
                <a:lnTo>
                  <a:pt x="5686811" y="1008682"/>
                </a:lnTo>
                <a:lnTo>
                  <a:pt x="5681952" y="1009649"/>
                </a:lnTo>
                <a:close/>
              </a:path>
            </a:pathLst>
          </a:custGeom>
          <a:solidFill>
            <a:schemeClr val="accent4">
              <a:lumMod val="20000"/>
              <a:lumOff val="80000"/>
            </a:schemeClr>
          </a:solidFill>
          <a:ln>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sp>
        <p:nvSpPr>
          <p:cNvPr id="55" name="object 55"/>
          <p:cNvSpPr txBox="1"/>
          <p:nvPr/>
        </p:nvSpPr>
        <p:spPr>
          <a:xfrm>
            <a:off x="6083299" y="4111625"/>
            <a:ext cx="2968625" cy="299720"/>
          </a:xfrm>
          <a:prstGeom prst="rect">
            <a:avLst/>
          </a:prstGeom>
        </p:spPr>
        <p:txBody>
          <a:bodyPr vert="horz" wrap="square" lIns="0" tIns="12700" rIns="0" bIns="0" rtlCol="0">
            <a:spAutoFit/>
          </a:bodyPr>
          <a:lstStyle/>
          <a:p>
            <a:pPr marL="12700">
              <a:lnSpc>
                <a:spcPct val="100000"/>
              </a:lnSpc>
              <a:spcBef>
                <a:spcPts val="100"/>
              </a:spcBef>
            </a:pPr>
            <a:r>
              <a:rPr lang="en-IN" sz="1800" b="1" dirty="0">
                <a:solidFill>
                  <a:schemeClr val="accent4">
                    <a:lumMod val="50000"/>
                  </a:schemeClr>
                </a:solidFill>
                <a:latin typeface="+mj-lt"/>
                <a:cs typeface="Calibri"/>
              </a:rPr>
              <a:t>Interactive Elements</a:t>
            </a:r>
            <a:endParaRPr lang="en-IN" sz="1800" dirty="0">
              <a:solidFill>
                <a:schemeClr val="accent4">
                  <a:lumMod val="50000"/>
                </a:schemeClr>
              </a:solidFill>
              <a:latin typeface="+mj-lt"/>
              <a:cs typeface="Calibri"/>
            </a:endParaRPr>
          </a:p>
        </p:txBody>
      </p:sp>
      <p:sp>
        <p:nvSpPr>
          <p:cNvPr id="56" name="object 56"/>
          <p:cNvSpPr txBox="1"/>
          <p:nvPr/>
        </p:nvSpPr>
        <p:spPr>
          <a:xfrm>
            <a:off x="6235698" y="4741807"/>
            <a:ext cx="2548732" cy="263534"/>
          </a:xfrm>
          <a:prstGeom prst="rect">
            <a:avLst/>
          </a:prstGeom>
        </p:spPr>
        <p:txBody>
          <a:bodyPr vert="horz" wrap="square" lIns="0" tIns="17145" rIns="0" bIns="0" rtlCol="0">
            <a:spAutoFit/>
          </a:bodyPr>
          <a:lstStyle/>
          <a:p>
            <a:pPr marL="12700">
              <a:lnSpc>
                <a:spcPct val="100000"/>
              </a:lnSpc>
              <a:spcBef>
                <a:spcPts val="135"/>
              </a:spcBef>
            </a:pPr>
            <a:r>
              <a:rPr sz="1600" spc="-70" dirty="0">
                <a:solidFill>
                  <a:schemeClr val="accent4">
                    <a:lumMod val="50000"/>
                  </a:schemeClr>
                </a:solidFill>
                <a:latin typeface="+mj-lt"/>
                <a:cs typeface="Arial"/>
              </a:rPr>
              <a:t>Dynamic</a:t>
            </a:r>
            <a:r>
              <a:rPr sz="1600" spc="-95" dirty="0">
                <a:solidFill>
                  <a:schemeClr val="accent4">
                    <a:lumMod val="50000"/>
                  </a:schemeClr>
                </a:solidFill>
                <a:latin typeface="+mj-lt"/>
                <a:cs typeface="Arial"/>
              </a:rPr>
              <a:t> </a:t>
            </a:r>
            <a:r>
              <a:rPr sz="1600" spc="-70" dirty="0">
                <a:solidFill>
                  <a:schemeClr val="accent4">
                    <a:lumMod val="50000"/>
                  </a:schemeClr>
                </a:solidFill>
                <a:latin typeface="+mj-lt"/>
                <a:cs typeface="Arial"/>
              </a:rPr>
              <a:t>Slicers</a:t>
            </a:r>
            <a:r>
              <a:rPr sz="1600" spc="-95" dirty="0">
                <a:solidFill>
                  <a:schemeClr val="accent4">
                    <a:lumMod val="50000"/>
                  </a:schemeClr>
                </a:solidFill>
                <a:latin typeface="+mj-lt"/>
                <a:cs typeface="Arial"/>
              </a:rPr>
              <a:t> </a:t>
            </a:r>
            <a:r>
              <a:rPr sz="1600" spc="-35" dirty="0">
                <a:solidFill>
                  <a:schemeClr val="accent4">
                    <a:lumMod val="50000"/>
                  </a:schemeClr>
                </a:solidFill>
                <a:latin typeface="+mj-lt"/>
                <a:cs typeface="Arial"/>
              </a:rPr>
              <a:t>&amp;</a:t>
            </a:r>
            <a:r>
              <a:rPr sz="1600" spc="-95" dirty="0">
                <a:solidFill>
                  <a:schemeClr val="accent4">
                    <a:lumMod val="50000"/>
                  </a:schemeClr>
                </a:solidFill>
                <a:latin typeface="+mj-lt"/>
                <a:cs typeface="Arial"/>
              </a:rPr>
              <a:t> </a:t>
            </a:r>
            <a:r>
              <a:rPr lang="en-IN" sz="1600" spc="-95" dirty="0">
                <a:solidFill>
                  <a:schemeClr val="accent4">
                    <a:lumMod val="50000"/>
                  </a:schemeClr>
                </a:solidFill>
                <a:latin typeface="+mj-lt"/>
                <a:cs typeface="Arial"/>
              </a:rPr>
              <a:t>Timeline</a:t>
            </a:r>
            <a:r>
              <a:rPr sz="1600" spc="-30" dirty="0">
                <a:solidFill>
                  <a:schemeClr val="accent4">
                    <a:lumMod val="50000"/>
                  </a:schemeClr>
                </a:solidFill>
                <a:latin typeface="+mj-lt"/>
                <a:cs typeface="Arial"/>
              </a:rPr>
              <a:t>:</a:t>
            </a:r>
            <a:endParaRPr sz="1600" dirty="0">
              <a:solidFill>
                <a:schemeClr val="accent4">
                  <a:lumMod val="50000"/>
                </a:schemeClr>
              </a:solidFill>
              <a:latin typeface="+mj-lt"/>
              <a:cs typeface="Arial"/>
            </a:endParaRPr>
          </a:p>
        </p:txBody>
      </p:sp>
      <p:grpSp>
        <p:nvGrpSpPr>
          <p:cNvPr id="57" name="object 57"/>
          <p:cNvGrpSpPr/>
          <p:nvPr/>
        </p:nvGrpSpPr>
        <p:grpSpPr>
          <a:xfrm>
            <a:off x="6248398" y="5095874"/>
            <a:ext cx="1295400" cy="361950"/>
            <a:chOff x="6248398" y="5095874"/>
            <a:chExt cx="1295400" cy="361950"/>
          </a:xfrm>
          <a:solidFill>
            <a:schemeClr val="bg1"/>
          </a:solidFill>
        </p:grpSpPr>
        <p:sp>
          <p:nvSpPr>
            <p:cNvPr id="58" name="object 58"/>
            <p:cNvSpPr/>
            <p:nvPr/>
          </p:nvSpPr>
          <p:spPr>
            <a:xfrm>
              <a:off x="6253161" y="5100637"/>
              <a:ext cx="1285875" cy="352425"/>
            </a:xfrm>
            <a:custGeom>
              <a:avLst/>
              <a:gdLst/>
              <a:ahLst/>
              <a:cxnLst/>
              <a:rect l="l" t="t" r="r" b="b"/>
              <a:pathLst>
                <a:path w="1285875" h="352425">
                  <a:moveTo>
                    <a:pt x="1256958" y="352424"/>
                  </a:moveTo>
                  <a:lnTo>
                    <a:pt x="28916" y="352424"/>
                  </a:lnTo>
                  <a:lnTo>
                    <a:pt x="24663" y="351578"/>
                  </a:lnTo>
                  <a:lnTo>
                    <a:pt x="0" y="323508"/>
                  </a:lnTo>
                  <a:lnTo>
                    <a:pt x="0" y="319087"/>
                  </a:lnTo>
                  <a:lnTo>
                    <a:pt x="0" y="28916"/>
                  </a:lnTo>
                  <a:lnTo>
                    <a:pt x="28916" y="0"/>
                  </a:lnTo>
                  <a:lnTo>
                    <a:pt x="1256958" y="0"/>
                  </a:lnTo>
                  <a:lnTo>
                    <a:pt x="1285875" y="28916"/>
                  </a:lnTo>
                  <a:lnTo>
                    <a:pt x="1285875" y="323508"/>
                  </a:lnTo>
                  <a:lnTo>
                    <a:pt x="1261210" y="351578"/>
                  </a:lnTo>
                  <a:lnTo>
                    <a:pt x="1256958" y="352424"/>
                  </a:lnTo>
                  <a:close/>
                </a:path>
              </a:pathLst>
            </a:custGeom>
            <a:grpFill/>
            <a:ln>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sp>
          <p:nvSpPr>
            <p:cNvPr id="59" name="object 59"/>
            <p:cNvSpPr/>
            <p:nvPr/>
          </p:nvSpPr>
          <p:spPr>
            <a:xfrm>
              <a:off x="6253161" y="5100637"/>
              <a:ext cx="1285875" cy="352425"/>
            </a:xfrm>
            <a:custGeom>
              <a:avLst/>
              <a:gdLst/>
              <a:ahLst/>
              <a:cxnLst/>
              <a:rect l="l" t="t" r="r" b="b"/>
              <a:pathLst>
                <a:path w="1285875" h="352425">
                  <a:moveTo>
                    <a:pt x="0" y="319087"/>
                  </a:moveTo>
                  <a:lnTo>
                    <a:pt x="0" y="33337"/>
                  </a:lnTo>
                  <a:lnTo>
                    <a:pt x="0" y="28916"/>
                  </a:lnTo>
                  <a:lnTo>
                    <a:pt x="845" y="24662"/>
                  </a:lnTo>
                  <a:lnTo>
                    <a:pt x="2537" y="20578"/>
                  </a:lnTo>
                  <a:lnTo>
                    <a:pt x="4229" y="16494"/>
                  </a:lnTo>
                  <a:lnTo>
                    <a:pt x="6638" y="12889"/>
                  </a:lnTo>
                  <a:lnTo>
                    <a:pt x="9764" y="9763"/>
                  </a:lnTo>
                  <a:lnTo>
                    <a:pt x="12889" y="6637"/>
                  </a:lnTo>
                  <a:lnTo>
                    <a:pt x="16494" y="4228"/>
                  </a:lnTo>
                  <a:lnTo>
                    <a:pt x="20579" y="2537"/>
                  </a:lnTo>
                  <a:lnTo>
                    <a:pt x="24663" y="845"/>
                  </a:lnTo>
                  <a:lnTo>
                    <a:pt x="28916" y="0"/>
                  </a:lnTo>
                  <a:lnTo>
                    <a:pt x="33338" y="0"/>
                  </a:lnTo>
                  <a:lnTo>
                    <a:pt x="1252537" y="0"/>
                  </a:lnTo>
                  <a:lnTo>
                    <a:pt x="1256958" y="0"/>
                  </a:lnTo>
                  <a:lnTo>
                    <a:pt x="1261210" y="845"/>
                  </a:lnTo>
                  <a:lnTo>
                    <a:pt x="1265294" y="2537"/>
                  </a:lnTo>
                  <a:lnTo>
                    <a:pt x="1269378" y="4228"/>
                  </a:lnTo>
                  <a:lnTo>
                    <a:pt x="1283336" y="20578"/>
                  </a:lnTo>
                  <a:lnTo>
                    <a:pt x="1285028" y="24662"/>
                  </a:lnTo>
                  <a:lnTo>
                    <a:pt x="1285875" y="28916"/>
                  </a:lnTo>
                  <a:lnTo>
                    <a:pt x="1285875" y="33337"/>
                  </a:lnTo>
                  <a:lnTo>
                    <a:pt x="1285875" y="319087"/>
                  </a:lnTo>
                  <a:lnTo>
                    <a:pt x="1285875" y="323508"/>
                  </a:lnTo>
                  <a:lnTo>
                    <a:pt x="1285029" y="327760"/>
                  </a:lnTo>
                  <a:lnTo>
                    <a:pt x="1283337" y="331844"/>
                  </a:lnTo>
                  <a:lnTo>
                    <a:pt x="1281645" y="335928"/>
                  </a:lnTo>
                  <a:lnTo>
                    <a:pt x="1252537" y="352424"/>
                  </a:lnTo>
                  <a:lnTo>
                    <a:pt x="33338" y="352424"/>
                  </a:lnTo>
                  <a:lnTo>
                    <a:pt x="9764" y="342659"/>
                  </a:lnTo>
                  <a:lnTo>
                    <a:pt x="6638" y="339533"/>
                  </a:lnTo>
                  <a:lnTo>
                    <a:pt x="4229" y="335928"/>
                  </a:lnTo>
                  <a:lnTo>
                    <a:pt x="2537" y="331844"/>
                  </a:lnTo>
                  <a:lnTo>
                    <a:pt x="845" y="327760"/>
                  </a:lnTo>
                  <a:lnTo>
                    <a:pt x="0" y="323508"/>
                  </a:lnTo>
                  <a:lnTo>
                    <a:pt x="0" y="319087"/>
                  </a:lnTo>
                  <a:close/>
                </a:path>
              </a:pathLst>
            </a:custGeom>
            <a:grpFill/>
            <a:ln w="9524">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grpSp>
      <p:sp>
        <p:nvSpPr>
          <p:cNvPr id="60" name="object 60"/>
          <p:cNvSpPr txBox="1"/>
          <p:nvPr/>
        </p:nvSpPr>
        <p:spPr>
          <a:xfrm>
            <a:off x="6741107" y="5139566"/>
            <a:ext cx="564109" cy="259045"/>
          </a:xfrm>
          <a:prstGeom prst="rect">
            <a:avLst/>
          </a:prstGeom>
          <a:solidFill>
            <a:schemeClr val="bg1"/>
          </a:solidFill>
          <a:ln>
            <a:noFill/>
          </a:ln>
        </p:spPr>
        <p:txBody>
          <a:bodyPr vert="horz" wrap="square" lIns="0" tIns="12700" rIns="0" bIns="0" rtlCol="0">
            <a:spAutoFit/>
          </a:bodyPr>
          <a:lstStyle/>
          <a:p>
            <a:pPr marL="12700">
              <a:lnSpc>
                <a:spcPct val="100000"/>
              </a:lnSpc>
              <a:spcBef>
                <a:spcPts val="100"/>
              </a:spcBef>
            </a:pPr>
            <a:r>
              <a:rPr sz="1600" spc="-20" dirty="0">
                <a:solidFill>
                  <a:schemeClr val="accent4">
                    <a:lumMod val="50000"/>
                  </a:schemeClr>
                </a:solidFill>
                <a:latin typeface="+mj-lt"/>
                <a:cs typeface="Lato"/>
              </a:rPr>
              <a:t>Year</a:t>
            </a:r>
            <a:endParaRPr sz="1600" dirty="0">
              <a:solidFill>
                <a:schemeClr val="accent4">
                  <a:lumMod val="50000"/>
                </a:schemeClr>
              </a:solidFill>
              <a:latin typeface="+mj-lt"/>
              <a:cs typeface="Lato"/>
            </a:endParaRPr>
          </a:p>
        </p:txBody>
      </p:sp>
      <p:grpSp>
        <p:nvGrpSpPr>
          <p:cNvPr id="61" name="object 61"/>
          <p:cNvGrpSpPr/>
          <p:nvPr/>
        </p:nvGrpSpPr>
        <p:grpSpPr>
          <a:xfrm>
            <a:off x="7619998" y="5095874"/>
            <a:ext cx="1295400" cy="361950"/>
            <a:chOff x="7619998" y="5095874"/>
            <a:chExt cx="1295400" cy="361950"/>
          </a:xfrm>
          <a:solidFill>
            <a:schemeClr val="bg1"/>
          </a:solidFill>
        </p:grpSpPr>
        <p:sp>
          <p:nvSpPr>
            <p:cNvPr id="62" name="object 62"/>
            <p:cNvSpPr/>
            <p:nvPr/>
          </p:nvSpPr>
          <p:spPr>
            <a:xfrm>
              <a:off x="7624760" y="5100637"/>
              <a:ext cx="1285875" cy="352425"/>
            </a:xfrm>
            <a:custGeom>
              <a:avLst/>
              <a:gdLst/>
              <a:ahLst/>
              <a:cxnLst/>
              <a:rect l="l" t="t" r="r" b="b"/>
              <a:pathLst>
                <a:path w="1285875" h="352425">
                  <a:moveTo>
                    <a:pt x="1256958" y="352424"/>
                  </a:moveTo>
                  <a:lnTo>
                    <a:pt x="28916" y="352424"/>
                  </a:lnTo>
                  <a:lnTo>
                    <a:pt x="24663" y="351578"/>
                  </a:lnTo>
                  <a:lnTo>
                    <a:pt x="0" y="323508"/>
                  </a:lnTo>
                  <a:lnTo>
                    <a:pt x="0" y="319087"/>
                  </a:lnTo>
                  <a:lnTo>
                    <a:pt x="0" y="28916"/>
                  </a:lnTo>
                  <a:lnTo>
                    <a:pt x="28916" y="0"/>
                  </a:lnTo>
                  <a:lnTo>
                    <a:pt x="1256958" y="0"/>
                  </a:lnTo>
                  <a:lnTo>
                    <a:pt x="1285874" y="28916"/>
                  </a:lnTo>
                  <a:lnTo>
                    <a:pt x="1285874" y="323508"/>
                  </a:lnTo>
                  <a:lnTo>
                    <a:pt x="1261210" y="351578"/>
                  </a:lnTo>
                  <a:lnTo>
                    <a:pt x="1256958" y="352424"/>
                  </a:lnTo>
                  <a:close/>
                </a:path>
              </a:pathLst>
            </a:custGeom>
            <a:grpFill/>
            <a:ln>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sp>
          <p:nvSpPr>
            <p:cNvPr id="63" name="object 63"/>
            <p:cNvSpPr/>
            <p:nvPr/>
          </p:nvSpPr>
          <p:spPr>
            <a:xfrm>
              <a:off x="7624760" y="5100637"/>
              <a:ext cx="1285875" cy="352425"/>
            </a:xfrm>
            <a:custGeom>
              <a:avLst/>
              <a:gdLst/>
              <a:ahLst/>
              <a:cxnLst/>
              <a:rect l="l" t="t" r="r" b="b"/>
              <a:pathLst>
                <a:path w="1285875" h="352425">
                  <a:moveTo>
                    <a:pt x="0" y="319087"/>
                  </a:moveTo>
                  <a:lnTo>
                    <a:pt x="0" y="33337"/>
                  </a:lnTo>
                  <a:lnTo>
                    <a:pt x="0" y="28916"/>
                  </a:lnTo>
                  <a:lnTo>
                    <a:pt x="845" y="24662"/>
                  </a:lnTo>
                  <a:lnTo>
                    <a:pt x="2537" y="20578"/>
                  </a:lnTo>
                  <a:lnTo>
                    <a:pt x="4228" y="16494"/>
                  </a:lnTo>
                  <a:lnTo>
                    <a:pt x="6637" y="12889"/>
                  </a:lnTo>
                  <a:lnTo>
                    <a:pt x="9764" y="9763"/>
                  </a:lnTo>
                  <a:lnTo>
                    <a:pt x="12890" y="6637"/>
                  </a:lnTo>
                  <a:lnTo>
                    <a:pt x="16495" y="4228"/>
                  </a:lnTo>
                  <a:lnTo>
                    <a:pt x="20579" y="2537"/>
                  </a:lnTo>
                  <a:lnTo>
                    <a:pt x="24663" y="845"/>
                  </a:lnTo>
                  <a:lnTo>
                    <a:pt x="28916" y="0"/>
                  </a:lnTo>
                  <a:lnTo>
                    <a:pt x="33338" y="0"/>
                  </a:lnTo>
                  <a:lnTo>
                    <a:pt x="1252537" y="0"/>
                  </a:lnTo>
                  <a:lnTo>
                    <a:pt x="1256958" y="0"/>
                  </a:lnTo>
                  <a:lnTo>
                    <a:pt x="1261209" y="845"/>
                  </a:lnTo>
                  <a:lnTo>
                    <a:pt x="1265293" y="2537"/>
                  </a:lnTo>
                  <a:lnTo>
                    <a:pt x="1269378" y="4228"/>
                  </a:lnTo>
                  <a:lnTo>
                    <a:pt x="1283336" y="20578"/>
                  </a:lnTo>
                  <a:lnTo>
                    <a:pt x="1285028" y="24662"/>
                  </a:lnTo>
                  <a:lnTo>
                    <a:pt x="1285874" y="28916"/>
                  </a:lnTo>
                  <a:lnTo>
                    <a:pt x="1285875" y="33337"/>
                  </a:lnTo>
                  <a:lnTo>
                    <a:pt x="1285875" y="319087"/>
                  </a:lnTo>
                  <a:lnTo>
                    <a:pt x="1261210" y="351578"/>
                  </a:lnTo>
                  <a:lnTo>
                    <a:pt x="1252537" y="352424"/>
                  </a:lnTo>
                  <a:lnTo>
                    <a:pt x="33338" y="352424"/>
                  </a:lnTo>
                  <a:lnTo>
                    <a:pt x="9764" y="342659"/>
                  </a:lnTo>
                  <a:lnTo>
                    <a:pt x="6637" y="339533"/>
                  </a:lnTo>
                  <a:lnTo>
                    <a:pt x="4228" y="335928"/>
                  </a:lnTo>
                  <a:lnTo>
                    <a:pt x="2537" y="331844"/>
                  </a:lnTo>
                  <a:lnTo>
                    <a:pt x="845" y="327760"/>
                  </a:lnTo>
                  <a:lnTo>
                    <a:pt x="0" y="323508"/>
                  </a:lnTo>
                  <a:lnTo>
                    <a:pt x="0" y="319087"/>
                  </a:lnTo>
                  <a:close/>
                </a:path>
              </a:pathLst>
            </a:custGeom>
            <a:grpFill/>
            <a:ln w="9524">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grpSp>
      <p:sp>
        <p:nvSpPr>
          <p:cNvPr id="64" name="object 64"/>
          <p:cNvSpPr txBox="1"/>
          <p:nvPr/>
        </p:nvSpPr>
        <p:spPr>
          <a:xfrm>
            <a:off x="7920037" y="5131281"/>
            <a:ext cx="713680" cy="259045"/>
          </a:xfrm>
          <a:prstGeom prst="rect">
            <a:avLst/>
          </a:prstGeom>
          <a:solidFill>
            <a:schemeClr val="bg1"/>
          </a:solidFill>
          <a:ln>
            <a:noFill/>
          </a:ln>
        </p:spPr>
        <p:txBody>
          <a:bodyPr vert="horz" wrap="square" lIns="0" tIns="12700" rIns="0" bIns="0" rtlCol="0">
            <a:spAutoFit/>
          </a:bodyPr>
          <a:lstStyle/>
          <a:p>
            <a:pPr marL="12700">
              <a:lnSpc>
                <a:spcPct val="100000"/>
              </a:lnSpc>
              <a:spcBef>
                <a:spcPts val="100"/>
              </a:spcBef>
            </a:pPr>
            <a:r>
              <a:rPr sz="1600" spc="-10" dirty="0">
                <a:solidFill>
                  <a:schemeClr val="accent4">
                    <a:lumMod val="50000"/>
                  </a:schemeClr>
                </a:solidFill>
                <a:latin typeface="+mj-lt"/>
                <a:cs typeface="Lato"/>
              </a:rPr>
              <a:t>Priority</a:t>
            </a:r>
            <a:endParaRPr sz="1600" dirty="0">
              <a:solidFill>
                <a:schemeClr val="accent4">
                  <a:lumMod val="50000"/>
                </a:schemeClr>
              </a:solidFill>
              <a:latin typeface="+mj-lt"/>
              <a:cs typeface="Lato"/>
            </a:endParaRPr>
          </a:p>
        </p:txBody>
      </p:sp>
      <p:grpSp>
        <p:nvGrpSpPr>
          <p:cNvPr id="65" name="object 65"/>
          <p:cNvGrpSpPr/>
          <p:nvPr/>
        </p:nvGrpSpPr>
        <p:grpSpPr>
          <a:xfrm>
            <a:off x="8991598" y="5095874"/>
            <a:ext cx="1295400" cy="361950"/>
            <a:chOff x="8991598" y="5095874"/>
            <a:chExt cx="1295400" cy="361950"/>
          </a:xfrm>
          <a:solidFill>
            <a:schemeClr val="bg1"/>
          </a:solidFill>
        </p:grpSpPr>
        <p:sp>
          <p:nvSpPr>
            <p:cNvPr id="66" name="object 66"/>
            <p:cNvSpPr/>
            <p:nvPr/>
          </p:nvSpPr>
          <p:spPr>
            <a:xfrm>
              <a:off x="8996360" y="5100637"/>
              <a:ext cx="1285875" cy="352425"/>
            </a:xfrm>
            <a:custGeom>
              <a:avLst/>
              <a:gdLst/>
              <a:ahLst/>
              <a:cxnLst/>
              <a:rect l="l" t="t" r="r" b="b"/>
              <a:pathLst>
                <a:path w="1285875" h="352425">
                  <a:moveTo>
                    <a:pt x="1256958" y="352424"/>
                  </a:moveTo>
                  <a:lnTo>
                    <a:pt x="28916" y="352424"/>
                  </a:lnTo>
                  <a:lnTo>
                    <a:pt x="24662" y="351578"/>
                  </a:lnTo>
                  <a:lnTo>
                    <a:pt x="0" y="323508"/>
                  </a:lnTo>
                  <a:lnTo>
                    <a:pt x="0" y="319087"/>
                  </a:lnTo>
                  <a:lnTo>
                    <a:pt x="0" y="28916"/>
                  </a:lnTo>
                  <a:lnTo>
                    <a:pt x="28916" y="0"/>
                  </a:lnTo>
                  <a:lnTo>
                    <a:pt x="1256958" y="0"/>
                  </a:lnTo>
                  <a:lnTo>
                    <a:pt x="1285874" y="28916"/>
                  </a:lnTo>
                  <a:lnTo>
                    <a:pt x="1285874" y="323508"/>
                  </a:lnTo>
                  <a:lnTo>
                    <a:pt x="1261210" y="351578"/>
                  </a:lnTo>
                  <a:lnTo>
                    <a:pt x="1256958" y="352424"/>
                  </a:lnTo>
                  <a:close/>
                </a:path>
              </a:pathLst>
            </a:custGeom>
            <a:grpFill/>
            <a:ln>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sp>
          <p:nvSpPr>
            <p:cNvPr id="67" name="object 67"/>
            <p:cNvSpPr/>
            <p:nvPr/>
          </p:nvSpPr>
          <p:spPr>
            <a:xfrm>
              <a:off x="8996360" y="5100637"/>
              <a:ext cx="1285875" cy="352425"/>
            </a:xfrm>
            <a:custGeom>
              <a:avLst/>
              <a:gdLst/>
              <a:ahLst/>
              <a:cxnLst/>
              <a:rect l="l" t="t" r="r" b="b"/>
              <a:pathLst>
                <a:path w="1285875" h="352425">
                  <a:moveTo>
                    <a:pt x="0" y="319087"/>
                  </a:moveTo>
                  <a:lnTo>
                    <a:pt x="0" y="33337"/>
                  </a:lnTo>
                  <a:lnTo>
                    <a:pt x="0" y="28916"/>
                  </a:lnTo>
                  <a:lnTo>
                    <a:pt x="845" y="24662"/>
                  </a:lnTo>
                  <a:lnTo>
                    <a:pt x="2537" y="20578"/>
                  </a:lnTo>
                  <a:lnTo>
                    <a:pt x="4228" y="16494"/>
                  </a:lnTo>
                  <a:lnTo>
                    <a:pt x="6637" y="12889"/>
                  </a:lnTo>
                  <a:lnTo>
                    <a:pt x="9763" y="9763"/>
                  </a:lnTo>
                  <a:lnTo>
                    <a:pt x="12889" y="6637"/>
                  </a:lnTo>
                  <a:lnTo>
                    <a:pt x="16494" y="4228"/>
                  </a:lnTo>
                  <a:lnTo>
                    <a:pt x="20578" y="2537"/>
                  </a:lnTo>
                  <a:lnTo>
                    <a:pt x="24662" y="845"/>
                  </a:lnTo>
                  <a:lnTo>
                    <a:pt x="28916" y="0"/>
                  </a:lnTo>
                  <a:lnTo>
                    <a:pt x="33338" y="0"/>
                  </a:lnTo>
                  <a:lnTo>
                    <a:pt x="1252537" y="0"/>
                  </a:lnTo>
                  <a:lnTo>
                    <a:pt x="1256958" y="0"/>
                  </a:lnTo>
                  <a:lnTo>
                    <a:pt x="1261210" y="845"/>
                  </a:lnTo>
                  <a:lnTo>
                    <a:pt x="1265295" y="2537"/>
                  </a:lnTo>
                  <a:lnTo>
                    <a:pt x="1269379" y="4228"/>
                  </a:lnTo>
                  <a:lnTo>
                    <a:pt x="1285875" y="33337"/>
                  </a:lnTo>
                  <a:lnTo>
                    <a:pt x="1285875" y="319087"/>
                  </a:lnTo>
                  <a:lnTo>
                    <a:pt x="1261210" y="351578"/>
                  </a:lnTo>
                  <a:lnTo>
                    <a:pt x="1252537" y="352424"/>
                  </a:lnTo>
                  <a:lnTo>
                    <a:pt x="33338" y="352424"/>
                  </a:lnTo>
                  <a:lnTo>
                    <a:pt x="9763" y="342659"/>
                  </a:lnTo>
                  <a:lnTo>
                    <a:pt x="6637" y="339533"/>
                  </a:lnTo>
                  <a:lnTo>
                    <a:pt x="4228" y="335928"/>
                  </a:lnTo>
                  <a:lnTo>
                    <a:pt x="2537" y="331844"/>
                  </a:lnTo>
                  <a:lnTo>
                    <a:pt x="845" y="327760"/>
                  </a:lnTo>
                  <a:lnTo>
                    <a:pt x="0" y="323508"/>
                  </a:lnTo>
                  <a:lnTo>
                    <a:pt x="0" y="319087"/>
                  </a:lnTo>
                  <a:close/>
                </a:path>
              </a:pathLst>
            </a:custGeom>
            <a:grpFill/>
            <a:ln w="9524">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grpSp>
      <p:sp>
        <p:nvSpPr>
          <p:cNvPr id="68" name="object 68"/>
          <p:cNvSpPr txBox="1"/>
          <p:nvPr/>
        </p:nvSpPr>
        <p:spPr>
          <a:xfrm>
            <a:off x="9259664" y="5147326"/>
            <a:ext cx="824853" cy="259045"/>
          </a:xfrm>
          <a:prstGeom prst="rect">
            <a:avLst/>
          </a:prstGeom>
          <a:solidFill>
            <a:schemeClr val="bg1"/>
          </a:solidFill>
          <a:ln>
            <a:noFill/>
          </a:ln>
        </p:spPr>
        <p:txBody>
          <a:bodyPr vert="horz" wrap="square" lIns="0" tIns="12700" rIns="0" bIns="0" rtlCol="0">
            <a:spAutoFit/>
          </a:bodyPr>
          <a:lstStyle/>
          <a:p>
            <a:pPr marL="12700">
              <a:lnSpc>
                <a:spcPct val="100000"/>
              </a:lnSpc>
              <a:spcBef>
                <a:spcPts val="100"/>
              </a:spcBef>
            </a:pPr>
            <a:r>
              <a:rPr sz="1600" spc="-10" dirty="0">
                <a:solidFill>
                  <a:schemeClr val="accent4">
                    <a:lumMod val="50000"/>
                  </a:schemeClr>
                </a:solidFill>
                <a:latin typeface="+mj-lt"/>
                <a:cs typeface="Lato"/>
              </a:rPr>
              <a:t>Severity</a:t>
            </a:r>
            <a:endParaRPr sz="1600" dirty="0">
              <a:solidFill>
                <a:schemeClr val="accent4">
                  <a:lumMod val="50000"/>
                </a:schemeClr>
              </a:solidFill>
              <a:latin typeface="+mj-lt"/>
              <a:cs typeface="Lato"/>
            </a:endParaRPr>
          </a:p>
        </p:txBody>
      </p:sp>
      <p:grpSp>
        <p:nvGrpSpPr>
          <p:cNvPr id="69" name="object 69"/>
          <p:cNvGrpSpPr/>
          <p:nvPr/>
        </p:nvGrpSpPr>
        <p:grpSpPr>
          <a:xfrm>
            <a:off x="10363197" y="5095874"/>
            <a:ext cx="1295400" cy="361950"/>
            <a:chOff x="10363197" y="5095874"/>
            <a:chExt cx="1295400" cy="361950"/>
          </a:xfrm>
          <a:solidFill>
            <a:schemeClr val="bg1"/>
          </a:solidFill>
        </p:grpSpPr>
        <p:sp>
          <p:nvSpPr>
            <p:cNvPr id="70" name="object 70"/>
            <p:cNvSpPr/>
            <p:nvPr/>
          </p:nvSpPr>
          <p:spPr>
            <a:xfrm>
              <a:off x="10367960" y="5100637"/>
              <a:ext cx="1285875" cy="352425"/>
            </a:xfrm>
            <a:custGeom>
              <a:avLst/>
              <a:gdLst/>
              <a:ahLst/>
              <a:cxnLst/>
              <a:rect l="l" t="t" r="r" b="b"/>
              <a:pathLst>
                <a:path w="1285875" h="352425">
                  <a:moveTo>
                    <a:pt x="1256958" y="352424"/>
                  </a:moveTo>
                  <a:lnTo>
                    <a:pt x="28916" y="352424"/>
                  </a:lnTo>
                  <a:lnTo>
                    <a:pt x="24664" y="351578"/>
                  </a:lnTo>
                  <a:lnTo>
                    <a:pt x="0" y="323508"/>
                  </a:lnTo>
                  <a:lnTo>
                    <a:pt x="1" y="319087"/>
                  </a:lnTo>
                  <a:lnTo>
                    <a:pt x="0" y="28916"/>
                  </a:lnTo>
                  <a:lnTo>
                    <a:pt x="28916" y="0"/>
                  </a:lnTo>
                  <a:lnTo>
                    <a:pt x="1256958" y="0"/>
                  </a:lnTo>
                  <a:lnTo>
                    <a:pt x="1285876" y="28916"/>
                  </a:lnTo>
                  <a:lnTo>
                    <a:pt x="1285876" y="323508"/>
                  </a:lnTo>
                  <a:lnTo>
                    <a:pt x="1261210" y="351578"/>
                  </a:lnTo>
                  <a:lnTo>
                    <a:pt x="1256958" y="352424"/>
                  </a:lnTo>
                  <a:close/>
                </a:path>
              </a:pathLst>
            </a:custGeom>
            <a:grpFill/>
            <a:ln>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sp>
          <p:nvSpPr>
            <p:cNvPr id="71" name="object 71"/>
            <p:cNvSpPr/>
            <p:nvPr/>
          </p:nvSpPr>
          <p:spPr>
            <a:xfrm>
              <a:off x="10367960" y="5100637"/>
              <a:ext cx="1285875" cy="352425"/>
            </a:xfrm>
            <a:custGeom>
              <a:avLst/>
              <a:gdLst/>
              <a:ahLst/>
              <a:cxnLst/>
              <a:rect l="l" t="t" r="r" b="b"/>
              <a:pathLst>
                <a:path w="1285875" h="352425">
                  <a:moveTo>
                    <a:pt x="1" y="319087"/>
                  </a:moveTo>
                  <a:lnTo>
                    <a:pt x="1" y="33337"/>
                  </a:lnTo>
                  <a:lnTo>
                    <a:pt x="0" y="28916"/>
                  </a:lnTo>
                  <a:lnTo>
                    <a:pt x="845" y="24662"/>
                  </a:lnTo>
                  <a:lnTo>
                    <a:pt x="2537" y="20578"/>
                  </a:lnTo>
                  <a:lnTo>
                    <a:pt x="4228" y="16494"/>
                  </a:lnTo>
                  <a:lnTo>
                    <a:pt x="6639" y="12889"/>
                  </a:lnTo>
                  <a:lnTo>
                    <a:pt x="9765" y="9763"/>
                  </a:lnTo>
                  <a:lnTo>
                    <a:pt x="12889" y="6637"/>
                  </a:lnTo>
                  <a:lnTo>
                    <a:pt x="16495" y="4228"/>
                  </a:lnTo>
                  <a:lnTo>
                    <a:pt x="20580" y="2537"/>
                  </a:lnTo>
                  <a:lnTo>
                    <a:pt x="24664" y="845"/>
                  </a:lnTo>
                  <a:lnTo>
                    <a:pt x="28916" y="0"/>
                  </a:lnTo>
                  <a:lnTo>
                    <a:pt x="33338" y="0"/>
                  </a:lnTo>
                  <a:lnTo>
                    <a:pt x="1252538" y="0"/>
                  </a:lnTo>
                  <a:lnTo>
                    <a:pt x="1256958" y="0"/>
                  </a:lnTo>
                  <a:lnTo>
                    <a:pt x="1261210" y="845"/>
                  </a:lnTo>
                  <a:lnTo>
                    <a:pt x="1265294" y="2537"/>
                  </a:lnTo>
                  <a:lnTo>
                    <a:pt x="1269378" y="4228"/>
                  </a:lnTo>
                  <a:lnTo>
                    <a:pt x="1283336" y="20578"/>
                  </a:lnTo>
                  <a:lnTo>
                    <a:pt x="1285029" y="24662"/>
                  </a:lnTo>
                  <a:lnTo>
                    <a:pt x="1285876" y="28916"/>
                  </a:lnTo>
                  <a:lnTo>
                    <a:pt x="1285876" y="33337"/>
                  </a:lnTo>
                  <a:lnTo>
                    <a:pt x="1285876" y="319087"/>
                  </a:lnTo>
                  <a:lnTo>
                    <a:pt x="1285876" y="323508"/>
                  </a:lnTo>
                  <a:lnTo>
                    <a:pt x="1285029" y="327760"/>
                  </a:lnTo>
                  <a:lnTo>
                    <a:pt x="1283336" y="331844"/>
                  </a:lnTo>
                  <a:lnTo>
                    <a:pt x="1281644" y="335928"/>
                  </a:lnTo>
                  <a:lnTo>
                    <a:pt x="1252538" y="352424"/>
                  </a:lnTo>
                  <a:lnTo>
                    <a:pt x="33338" y="352424"/>
                  </a:lnTo>
                  <a:lnTo>
                    <a:pt x="9765" y="342659"/>
                  </a:lnTo>
                  <a:lnTo>
                    <a:pt x="6639" y="339533"/>
                  </a:lnTo>
                  <a:lnTo>
                    <a:pt x="4229" y="335928"/>
                  </a:lnTo>
                  <a:lnTo>
                    <a:pt x="2538" y="331844"/>
                  </a:lnTo>
                  <a:lnTo>
                    <a:pt x="846" y="327760"/>
                  </a:lnTo>
                  <a:lnTo>
                    <a:pt x="0" y="323508"/>
                  </a:lnTo>
                  <a:lnTo>
                    <a:pt x="1" y="319087"/>
                  </a:lnTo>
                  <a:close/>
                </a:path>
              </a:pathLst>
            </a:custGeom>
            <a:grpFill/>
            <a:ln w="9524">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grpSp>
      <p:sp>
        <p:nvSpPr>
          <p:cNvPr id="72" name="object 72"/>
          <p:cNvSpPr txBox="1"/>
          <p:nvPr/>
        </p:nvSpPr>
        <p:spPr>
          <a:xfrm>
            <a:off x="10616965" y="5139566"/>
            <a:ext cx="927099" cy="259045"/>
          </a:xfrm>
          <a:prstGeom prst="rect">
            <a:avLst/>
          </a:prstGeom>
          <a:solidFill>
            <a:schemeClr val="bg1"/>
          </a:solidFill>
          <a:ln>
            <a:noFill/>
          </a:ln>
        </p:spPr>
        <p:txBody>
          <a:bodyPr vert="horz" wrap="square" lIns="0" tIns="12700" rIns="0" bIns="0" rtlCol="0">
            <a:spAutoFit/>
          </a:bodyPr>
          <a:lstStyle/>
          <a:p>
            <a:pPr marL="12700">
              <a:lnSpc>
                <a:spcPct val="100000"/>
              </a:lnSpc>
              <a:spcBef>
                <a:spcPts val="100"/>
              </a:spcBef>
            </a:pPr>
            <a:r>
              <a:rPr sz="1600" spc="-10" dirty="0">
                <a:solidFill>
                  <a:schemeClr val="accent4">
                    <a:lumMod val="50000"/>
                  </a:schemeClr>
                </a:solidFill>
                <a:latin typeface="+mj-lt"/>
                <a:cs typeface="Lato"/>
              </a:rPr>
              <a:t>Category</a:t>
            </a:r>
            <a:endParaRPr sz="1600" dirty="0">
              <a:solidFill>
                <a:schemeClr val="accent4">
                  <a:lumMod val="50000"/>
                </a:schemeClr>
              </a:solidFill>
              <a:latin typeface="+mj-lt"/>
              <a:cs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 name="Teardrop 27">
            <a:extLst>
              <a:ext uri="{FF2B5EF4-FFF2-40B4-BE49-F238E27FC236}">
                <a16:creationId xmlns:a16="http://schemas.microsoft.com/office/drawing/2014/main" id="{DE9CFC2A-AD13-42BE-9D32-89FB912F13F8}"/>
              </a:ext>
            </a:extLst>
          </p:cNvPr>
          <p:cNvSpPr/>
          <p:nvPr/>
        </p:nvSpPr>
        <p:spPr>
          <a:xfrm rot="10800000">
            <a:off x="-25077" y="5310295"/>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9" name="Teardrop 28">
            <a:extLst>
              <a:ext uri="{FF2B5EF4-FFF2-40B4-BE49-F238E27FC236}">
                <a16:creationId xmlns:a16="http://schemas.microsoft.com/office/drawing/2014/main" id="{ECFF54F3-F2B5-42B4-BCD8-DFF4DEF5A5FC}"/>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 name="object 2"/>
          <p:cNvSpPr txBox="1">
            <a:spLocks noGrp="1"/>
          </p:cNvSpPr>
          <p:nvPr>
            <p:ph type="title"/>
          </p:nvPr>
        </p:nvSpPr>
        <p:spPr>
          <a:xfrm>
            <a:off x="228600" y="151606"/>
            <a:ext cx="8991600" cy="505267"/>
          </a:xfrm>
          <a:prstGeom prst="rect">
            <a:avLst/>
          </a:prstGeom>
        </p:spPr>
        <p:txBody>
          <a:bodyPr vert="horz" wrap="square" lIns="0" tIns="12700" rIns="0" bIns="0" rtlCol="0">
            <a:spAutoFit/>
          </a:bodyPr>
          <a:lstStyle/>
          <a:p>
            <a:pPr marL="12700">
              <a:lnSpc>
                <a:spcPct val="100000"/>
              </a:lnSpc>
              <a:spcBef>
                <a:spcPts val="100"/>
              </a:spcBef>
            </a:pPr>
            <a:r>
              <a:rPr lang="en-IN" sz="3200" dirty="0">
                <a:solidFill>
                  <a:schemeClr val="accent4">
                    <a:lumMod val="50000"/>
                  </a:schemeClr>
                </a:solidFill>
                <a:latin typeface="+mj-lt"/>
              </a:rPr>
              <a:t>Category  Vs  Average  Resolution  Time{days}</a:t>
            </a:r>
          </a:p>
        </p:txBody>
      </p:sp>
      <p:graphicFrame>
        <p:nvGraphicFramePr>
          <p:cNvPr id="21" name="Chart 20">
            <a:extLst>
              <a:ext uri="{FF2B5EF4-FFF2-40B4-BE49-F238E27FC236}">
                <a16:creationId xmlns:a16="http://schemas.microsoft.com/office/drawing/2014/main" id="{D7B89F39-EF3A-4AAA-BC31-D11C89F1DEBC}"/>
              </a:ext>
            </a:extLst>
          </p:cNvPr>
          <p:cNvGraphicFramePr>
            <a:graphicFrameLocks/>
          </p:cNvGraphicFramePr>
          <p:nvPr>
            <p:extLst>
              <p:ext uri="{D42A27DB-BD31-4B8C-83A1-F6EECF244321}">
                <p14:modId xmlns:p14="http://schemas.microsoft.com/office/powerpoint/2010/main" val="3697347169"/>
              </p:ext>
            </p:extLst>
          </p:nvPr>
        </p:nvGraphicFramePr>
        <p:xfrm>
          <a:off x="161081" y="1370806"/>
          <a:ext cx="4641763" cy="4635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71F169C6-407E-457D-9509-B8FB54CEBE35}"/>
              </a:ext>
            </a:extLst>
          </p:cNvPr>
          <p:cNvSpPr txBox="1"/>
          <p:nvPr/>
        </p:nvSpPr>
        <p:spPr>
          <a:xfrm>
            <a:off x="5105400" y="1370806"/>
            <a:ext cx="6925519" cy="3354765"/>
          </a:xfrm>
          <a:prstGeom prst="rect">
            <a:avLst/>
          </a:prstGeom>
          <a:solidFill>
            <a:schemeClr val="accent4">
              <a:lumMod val="20000"/>
              <a:lumOff val="80000"/>
            </a:schemeClr>
          </a:solidFill>
          <a:ln>
            <a:solidFill>
              <a:schemeClr val="accent4">
                <a:lumMod val="50000"/>
              </a:schemeClr>
            </a:solidFill>
          </a:ln>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mj-lt"/>
              </a:rPr>
              <a:t>Key </a:t>
            </a:r>
            <a:r>
              <a:rPr kumimoji="0" lang="en-IN" altLang="en-US" b="1" i="0" u="none" strike="noStrike" cap="none" normalizeH="0" baseline="0" dirty="0">
                <a:ln>
                  <a:noFill/>
                </a:ln>
                <a:solidFill>
                  <a:schemeClr val="tx1"/>
                </a:solidFill>
                <a:effectLst/>
                <a:latin typeface="+mj-lt"/>
              </a:rPr>
              <a:t>Insight:</a:t>
            </a:r>
          </a:p>
          <a:p>
            <a:pPr marR="0" lvl="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Hardware issues are the most time-consuming, taking an average of 7.6 days to resolve.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Login Access problems are resolved with exceptional speed, averaging just 0.3 days.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There's a major efficiency gap: Hardware tickets take 25 times longer to close than login access requests.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Hardware and System tickets represent the biggest opportunity to improve our average resolution time.</a:t>
            </a:r>
          </a:p>
        </p:txBody>
      </p:sp>
      <p:cxnSp>
        <p:nvCxnSpPr>
          <p:cNvPr id="19" name="Connector: Elbow 18">
            <a:extLst>
              <a:ext uri="{FF2B5EF4-FFF2-40B4-BE49-F238E27FC236}">
                <a16:creationId xmlns:a16="http://schemas.microsoft.com/office/drawing/2014/main" id="{2D39B0C1-CA05-4061-BA23-81DE48B759FF}"/>
              </a:ext>
            </a:extLst>
          </p:cNvPr>
          <p:cNvCxnSpPr/>
          <p:nvPr/>
        </p:nvCxnSpPr>
        <p:spPr>
          <a:xfrm flipV="1">
            <a:off x="4802844" y="4725571"/>
            <a:ext cx="1458257" cy="533400"/>
          </a:xfrm>
          <a:prstGeom prst="bentConnector3">
            <a:avLst>
              <a:gd name="adj1" fmla="val 99212"/>
            </a:avLst>
          </a:prstGeom>
          <a:ln>
            <a:tailEnd type="triangle"/>
          </a:ln>
        </p:spPr>
        <p:style>
          <a:lnRef idx="3">
            <a:schemeClr val="accent4"/>
          </a:lnRef>
          <a:fillRef idx="0">
            <a:schemeClr val="accent4"/>
          </a:fillRef>
          <a:effectRef idx="2">
            <a:schemeClr val="accent4"/>
          </a:effectRef>
          <a:fontRef idx="minor">
            <a:schemeClr val="tx1"/>
          </a:fontRef>
        </p:style>
      </p:cxnSp>
      <p:sp>
        <p:nvSpPr>
          <p:cNvPr id="26" name="object 3">
            <a:extLst>
              <a:ext uri="{FF2B5EF4-FFF2-40B4-BE49-F238E27FC236}">
                <a16:creationId xmlns:a16="http://schemas.microsoft.com/office/drawing/2014/main" id="{12BA82CF-11CC-4D2A-9789-4CC232F8A114}"/>
              </a:ext>
            </a:extLst>
          </p:cNvPr>
          <p:cNvSpPr/>
          <p:nvPr/>
        </p:nvSpPr>
        <p:spPr>
          <a:xfrm>
            <a:off x="228600" y="685006"/>
            <a:ext cx="7776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1" name="object 24">
            <a:extLst>
              <a:ext uri="{FF2B5EF4-FFF2-40B4-BE49-F238E27FC236}">
                <a16:creationId xmlns:a16="http://schemas.microsoft.com/office/drawing/2014/main" id="{CCE86EA8-ED8F-4EC3-B4CC-FBD1F11A3458}"/>
              </a:ext>
            </a:extLst>
          </p:cNvPr>
          <p:cNvGrpSpPr/>
          <p:nvPr/>
        </p:nvGrpSpPr>
        <p:grpSpPr>
          <a:xfrm>
            <a:off x="7617053" y="5794964"/>
            <a:ext cx="3685421" cy="972000"/>
            <a:chOff x="385762" y="6929436"/>
            <a:chExt cx="3800475" cy="933450"/>
          </a:xfrm>
          <a:solidFill>
            <a:schemeClr val="accent4">
              <a:lumMod val="20000"/>
              <a:lumOff val="80000"/>
              <a:alpha val="30000"/>
            </a:schemeClr>
          </a:solidFill>
        </p:grpSpPr>
        <p:sp>
          <p:nvSpPr>
            <p:cNvPr id="72" name="object 25">
              <a:extLst>
                <a:ext uri="{FF2B5EF4-FFF2-40B4-BE49-F238E27FC236}">
                  <a16:creationId xmlns:a16="http://schemas.microsoft.com/office/drawing/2014/main" id="{3CD4BE4F-DAE7-482A-86E5-B97C489511EC}"/>
                </a:ext>
              </a:extLst>
            </p:cNvPr>
            <p:cNvSpPr/>
            <p:nvPr/>
          </p:nvSpPr>
          <p:spPr>
            <a:xfrm>
              <a:off x="385762" y="6929436"/>
              <a:ext cx="3800475" cy="933450"/>
            </a:xfrm>
            <a:custGeom>
              <a:avLst/>
              <a:gdLst/>
              <a:ahLst/>
              <a:cxnLst/>
              <a:rect l="l" t="t" r="r" b="b"/>
              <a:pathLst>
                <a:path w="3800475" h="933450">
                  <a:moveTo>
                    <a:pt x="3771557" y="933449"/>
                  </a:moveTo>
                  <a:lnTo>
                    <a:pt x="28916" y="933449"/>
                  </a:lnTo>
                  <a:lnTo>
                    <a:pt x="24664" y="932602"/>
                  </a:lnTo>
                  <a:lnTo>
                    <a:pt x="0" y="904532"/>
                  </a:lnTo>
                  <a:lnTo>
                    <a:pt x="0" y="900112"/>
                  </a:lnTo>
                  <a:lnTo>
                    <a:pt x="0" y="28916"/>
                  </a:lnTo>
                  <a:lnTo>
                    <a:pt x="28916" y="0"/>
                  </a:lnTo>
                  <a:lnTo>
                    <a:pt x="3771557" y="0"/>
                  </a:lnTo>
                  <a:lnTo>
                    <a:pt x="3800474" y="28916"/>
                  </a:lnTo>
                  <a:lnTo>
                    <a:pt x="3800474" y="904532"/>
                  </a:lnTo>
                  <a:lnTo>
                    <a:pt x="3775810" y="932602"/>
                  </a:lnTo>
                  <a:lnTo>
                    <a:pt x="3771557" y="93344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73" name="object 26">
              <a:extLst>
                <a:ext uri="{FF2B5EF4-FFF2-40B4-BE49-F238E27FC236}">
                  <a16:creationId xmlns:a16="http://schemas.microsoft.com/office/drawing/2014/main" id="{32972DEF-0A6C-43FD-A607-F904CF4AA11E}"/>
                </a:ext>
              </a:extLst>
            </p:cNvPr>
            <p:cNvSpPr/>
            <p:nvPr/>
          </p:nvSpPr>
          <p:spPr>
            <a:xfrm>
              <a:off x="385762" y="6929436"/>
              <a:ext cx="3800475" cy="933450"/>
            </a:xfrm>
            <a:custGeom>
              <a:avLst/>
              <a:gdLst/>
              <a:ahLst/>
              <a:cxnLst/>
              <a:rect l="l" t="t" r="r" b="b"/>
              <a:pathLst>
                <a:path w="3800475" h="933450">
                  <a:moveTo>
                    <a:pt x="0" y="900112"/>
                  </a:moveTo>
                  <a:lnTo>
                    <a:pt x="0" y="33337"/>
                  </a:lnTo>
                  <a:lnTo>
                    <a:pt x="0" y="28916"/>
                  </a:lnTo>
                  <a:lnTo>
                    <a:pt x="845" y="24662"/>
                  </a:lnTo>
                  <a:lnTo>
                    <a:pt x="2537" y="20578"/>
                  </a:lnTo>
                  <a:lnTo>
                    <a:pt x="4229" y="16494"/>
                  </a:lnTo>
                  <a:lnTo>
                    <a:pt x="6638" y="12889"/>
                  </a:lnTo>
                  <a:lnTo>
                    <a:pt x="9764" y="9763"/>
                  </a:lnTo>
                  <a:lnTo>
                    <a:pt x="12890" y="6637"/>
                  </a:lnTo>
                  <a:lnTo>
                    <a:pt x="16495" y="4228"/>
                  </a:lnTo>
                  <a:lnTo>
                    <a:pt x="20579" y="2537"/>
                  </a:lnTo>
                  <a:lnTo>
                    <a:pt x="24664" y="845"/>
                  </a:lnTo>
                  <a:lnTo>
                    <a:pt x="28916" y="0"/>
                  </a:lnTo>
                  <a:lnTo>
                    <a:pt x="33337" y="0"/>
                  </a:lnTo>
                  <a:lnTo>
                    <a:pt x="3767137" y="0"/>
                  </a:lnTo>
                  <a:lnTo>
                    <a:pt x="3771557" y="0"/>
                  </a:lnTo>
                  <a:lnTo>
                    <a:pt x="3775810" y="845"/>
                  </a:lnTo>
                  <a:lnTo>
                    <a:pt x="3779894" y="2537"/>
                  </a:lnTo>
                  <a:lnTo>
                    <a:pt x="3783978" y="4228"/>
                  </a:lnTo>
                  <a:lnTo>
                    <a:pt x="3787583" y="6637"/>
                  </a:lnTo>
                  <a:lnTo>
                    <a:pt x="3790710" y="9763"/>
                  </a:lnTo>
                  <a:lnTo>
                    <a:pt x="3793835" y="12889"/>
                  </a:lnTo>
                  <a:lnTo>
                    <a:pt x="3796244" y="16494"/>
                  </a:lnTo>
                  <a:lnTo>
                    <a:pt x="3797936" y="20578"/>
                  </a:lnTo>
                  <a:lnTo>
                    <a:pt x="3799628" y="24662"/>
                  </a:lnTo>
                  <a:lnTo>
                    <a:pt x="3800474" y="28916"/>
                  </a:lnTo>
                  <a:lnTo>
                    <a:pt x="3800474" y="33337"/>
                  </a:lnTo>
                  <a:lnTo>
                    <a:pt x="3800474" y="900112"/>
                  </a:lnTo>
                  <a:lnTo>
                    <a:pt x="3800474" y="904532"/>
                  </a:lnTo>
                  <a:lnTo>
                    <a:pt x="3799628" y="908785"/>
                  </a:lnTo>
                  <a:lnTo>
                    <a:pt x="3797936" y="912869"/>
                  </a:lnTo>
                  <a:lnTo>
                    <a:pt x="3796244" y="916953"/>
                  </a:lnTo>
                  <a:lnTo>
                    <a:pt x="3767137" y="933449"/>
                  </a:lnTo>
                  <a:lnTo>
                    <a:pt x="33337" y="933449"/>
                  </a:lnTo>
                  <a:lnTo>
                    <a:pt x="2537" y="912869"/>
                  </a:lnTo>
                  <a:lnTo>
                    <a:pt x="845" y="908785"/>
                  </a:lnTo>
                  <a:lnTo>
                    <a:pt x="0" y="904532"/>
                  </a:lnTo>
                  <a:lnTo>
                    <a:pt x="0" y="900112"/>
                  </a:lnTo>
                  <a:close/>
                </a:path>
              </a:pathLst>
            </a:custGeom>
            <a:grpFill/>
            <a:ln w="9524">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grpSp>
      <p:sp>
        <p:nvSpPr>
          <p:cNvPr id="33" name="object 33"/>
          <p:cNvSpPr txBox="1"/>
          <p:nvPr/>
        </p:nvSpPr>
        <p:spPr>
          <a:xfrm>
            <a:off x="7643091" y="5683592"/>
            <a:ext cx="3659383" cy="1052211"/>
          </a:xfrm>
          <a:prstGeom prst="rect">
            <a:avLst/>
          </a:prstGeom>
        </p:spPr>
        <p:txBody>
          <a:bodyPr vert="horz" wrap="square" lIns="0" tIns="130175" rIns="0" bIns="0" rtlCol="0">
            <a:spAutoFit/>
          </a:bodyPr>
          <a:lstStyle/>
          <a:p>
            <a:pPr marL="636905" algn="l">
              <a:lnSpc>
                <a:spcPct val="100000"/>
              </a:lnSpc>
              <a:spcBef>
                <a:spcPts val="1025"/>
              </a:spcBef>
            </a:pPr>
            <a:r>
              <a:rPr lang="en-IN" b="1" spc="160" dirty="0">
                <a:solidFill>
                  <a:schemeClr val="accent4">
                    <a:lumMod val="50000"/>
                  </a:schemeClr>
                </a:solidFill>
                <a:latin typeface="+mj-lt"/>
                <a:cs typeface="Calibri"/>
              </a:rPr>
              <a:t>         </a:t>
            </a:r>
            <a:r>
              <a:rPr b="1" spc="160" dirty="0">
                <a:solidFill>
                  <a:schemeClr val="accent4">
                    <a:lumMod val="50000"/>
                  </a:schemeClr>
                </a:solidFill>
                <a:latin typeface="+mj-lt"/>
                <a:cs typeface="Calibri"/>
              </a:rPr>
              <a:t>Monitor</a:t>
            </a:r>
            <a:endParaRPr dirty="0">
              <a:solidFill>
                <a:schemeClr val="accent4">
                  <a:lumMod val="50000"/>
                </a:schemeClr>
              </a:solidFill>
              <a:latin typeface="+mj-lt"/>
              <a:cs typeface="Calibri"/>
            </a:endParaRPr>
          </a:p>
          <a:p>
            <a:pPr algn="ctr">
              <a:lnSpc>
                <a:spcPct val="100000"/>
              </a:lnSpc>
              <a:spcBef>
                <a:spcPts val="540"/>
              </a:spcBef>
            </a:pPr>
            <a:r>
              <a:rPr spc="-10" dirty="0">
                <a:solidFill>
                  <a:schemeClr val="accent4">
                    <a:lumMod val="50000"/>
                  </a:schemeClr>
                </a:solidFill>
                <a:latin typeface="+mj-lt"/>
                <a:cs typeface="Lato"/>
              </a:rPr>
              <a:t>System</a:t>
            </a:r>
            <a:r>
              <a:rPr spc="-25" dirty="0">
                <a:solidFill>
                  <a:schemeClr val="accent4">
                    <a:lumMod val="50000"/>
                  </a:schemeClr>
                </a:solidFill>
                <a:latin typeface="+mj-lt"/>
                <a:cs typeface="Lato"/>
              </a:rPr>
              <a:t> </a:t>
            </a:r>
            <a:r>
              <a:rPr spc="-10" dirty="0">
                <a:solidFill>
                  <a:schemeClr val="accent4">
                    <a:lumMod val="50000"/>
                  </a:schemeClr>
                </a:solidFill>
                <a:latin typeface="+mj-lt"/>
                <a:cs typeface="Lato"/>
              </a:rPr>
              <a:t>Stability</a:t>
            </a:r>
            <a:endParaRPr dirty="0">
              <a:solidFill>
                <a:schemeClr val="accent4">
                  <a:lumMod val="50000"/>
                </a:schemeClr>
              </a:solidFill>
              <a:latin typeface="+mj-lt"/>
              <a:cs typeface="Lato"/>
            </a:endParaRPr>
          </a:p>
          <a:p>
            <a:pPr algn="ctr">
              <a:lnSpc>
                <a:spcPct val="100000"/>
              </a:lnSpc>
              <a:spcBef>
                <a:spcPts val="165"/>
              </a:spcBef>
            </a:pPr>
            <a:r>
              <a:rPr dirty="0">
                <a:solidFill>
                  <a:schemeClr val="accent4">
                    <a:lumMod val="50000"/>
                  </a:schemeClr>
                </a:solidFill>
                <a:latin typeface="+mj-lt"/>
                <a:cs typeface="Lato"/>
              </a:rPr>
              <a:t>Implement</a:t>
            </a:r>
            <a:r>
              <a:rPr spc="-30" dirty="0">
                <a:solidFill>
                  <a:schemeClr val="accent4">
                    <a:lumMod val="50000"/>
                  </a:schemeClr>
                </a:solidFill>
                <a:latin typeface="+mj-lt"/>
                <a:cs typeface="Lato"/>
              </a:rPr>
              <a:t> </a:t>
            </a:r>
            <a:r>
              <a:rPr dirty="0">
                <a:solidFill>
                  <a:schemeClr val="accent4">
                    <a:lumMod val="50000"/>
                  </a:schemeClr>
                </a:solidFill>
                <a:latin typeface="+mj-lt"/>
                <a:cs typeface="Lato"/>
              </a:rPr>
              <a:t>proactive</a:t>
            </a:r>
            <a:r>
              <a:rPr spc="-30" dirty="0">
                <a:solidFill>
                  <a:schemeClr val="accent4">
                    <a:lumMod val="50000"/>
                  </a:schemeClr>
                </a:solidFill>
                <a:latin typeface="+mj-lt"/>
                <a:cs typeface="Lato"/>
              </a:rPr>
              <a:t> </a:t>
            </a:r>
            <a:r>
              <a:rPr dirty="0">
                <a:solidFill>
                  <a:schemeClr val="accent4">
                    <a:lumMod val="50000"/>
                  </a:schemeClr>
                </a:solidFill>
                <a:latin typeface="+mj-lt"/>
                <a:cs typeface="Lato"/>
              </a:rPr>
              <a:t>monitoring</a:t>
            </a:r>
            <a:r>
              <a:rPr spc="-25" dirty="0">
                <a:solidFill>
                  <a:schemeClr val="accent4">
                    <a:lumMod val="50000"/>
                  </a:schemeClr>
                </a:solidFill>
                <a:latin typeface="+mj-lt"/>
                <a:cs typeface="Lato"/>
              </a:rPr>
              <a:t> </a:t>
            </a:r>
            <a:r>
              <a:rPr spc="-20" dirty="0">
                <a:solidFill>
                  <a:schemeClr val="accent4">
                    <a:lumMod val="50000"/>
                  </a:schemeClr>
                </a:solidFill>
                <a:latin typeface="+mj-lt"/>
                <a:cs typeface="Lato"/>
              </a:rPr>
              <a:t>tools</a:t>
            </a:r>
            <a:endParaRPr dirty="0">
              <a:solidFill>
                <a:schemeClr val="accent4">
                  <a:lumMod val="50000"/>
                </a:schemeClr>
              </a:solidFill>
              <a:latin typeface="+mj-lt"/>
              <a:cs typeface="Lato"/>
            </a:endParaRPr>
          </a:p>
        </p:txBody>
      </p:sp>
      <p:sp>
        <p:nvSpPr>
          <p:cNvPr id="79" name="Teardrop 78">
            <a:extLst>
              <a:ext uri="{FF2B5EF4-FFF2-40B4-BE49-F238E27FC236}">
                <a16:creationId xmlns:a16="http://schemas.microsoft.com/office/drawing/2014/main" id="{2B16CDF4-E377-4018-8DBF-7DD5FE869CF2}"/>
              </a:ext>
            </a:extLst>
          </p:cNvPr>
          <p:cNvSpPr/>
          <p:nvPr/>
        </p:nvSpPr>
        <p:spPr>
          <a:xfrm rot="10800000">
            <a:off x="-25077" y="5310295"/>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80" name="Teardrop 79">
            <a:extLst>
              <a:ext uri="{FF2B5EF4-FFF2-40B4-BE49-F238E27FC236}">
                <a16:creationId xmlns:a16="http://schemas.microsoft.com/office/drawing/2014/main" id="{61F1E2F7-4D2B-4659-8A7F-2867DDB955E5}"/>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 name="object 2"/>
          <p:cNvSpPr txBox="1">
            <a:spLocks noGrp="1"/>
          </p:cNvSpPr>
          <p:nvPr>
            <p:ph type="title"/>
          </p:nvPr>
        </p:nvSpPr>
        <p:spPr>
          <a:xfrm>
            <a:off x="467888" y="142616"/>
            <a:ext cx="6009112" cy="505267"/>
          </a:xfrm>
          <a:prstGeom prst="rect">
            <a:avLst/>
          </a:prstGeom>
        </p:spPr>
        <p:txBody>
          <a:bodyPr vert="horz" wrap="square" lIns="0" tIns="12700" rIns="0" bIns="0" rtlCol="0">
            <a:spAutoFit/>
          </a:bodyPr>
          <a:lstStyle/>
          <a:p>
            <a:pPr marL="12700">
              <a:lnSpc>
                <a:spcPct val="100000"/>
              </a:lnSpc>
              <a:spcBef>
                <a:spcPts val="100"/>
              </a:spcBef>
            </a:pPr>
            <a:r>
              <a:rPr lang="en-IN" sz="3200" dirty="0">
                <a:solidFill>
                  <a:schemeClr val="accent4">
                    <a:lumMod val="50000"/>
                  </a:schemeClr>
                </a:solidFill>
                <a:latin typeface="+mj-lt"/>
              </a:rPr>
              <a:t>Ticket  Category  Distribution</a:t>
            </a:r>
          </a:p>
        </p:txBody>
      </p:sp>
      <p:sp>
        <p:nvSpPr>
          <p:cNvPr id="23" name="object 23"/>
          <p:cNvSpPr txBox="1"/>
          <p:nvPr/>
        </p:nvSpPr>
        <p:spPr>
          <a:xfrm>
            <a:off x="3993149" y="5243218"/>
            <a:ext cx="2547943" cy="289823"/>
          </a:xfrm>
          <a:prstGeom prst="rect">
            <a:avLst/>
          </a:prstGeom>
        </p:spPr>
        <p:txBody>
          <a:bodyPr vert="horz" wrap="square" lIns="0" tIns="12700" rIns="0" bIns="0" rtlCol="0">
            <a:spAutoFit/>
          </a:bodyPr>
          <a:lstStyle/>
          <a:p>
            <a:pPr marL="12700" algn="ctr">
              <a:lnSpc>
                <a:spcPct val="100000"/>
              </a:lnSpc>
              <a:spcBef>
                <a:spcPts val="100"/>
              </a:spcBef>
            </a:pPr>
            <a:r>
              <a:rPr lang="en-IN" b="1" u="sng" spc="245" dirty="0">
                <a:solidFill>
                  <a:schemeClr val="accent4">
                    <a:lumMod val="50000"/>
                  </a:schemeClr>
                </a:solidFill>
                <a:latin typeface="+mj-lt"/>
                <a:cs typeface="Calibri"/>
              </a:rPr>
              <a:t>Recommendations</a:t>
            </a:r>
            <a:endParaRPr b="1" u="sng" dirty="0">
              <a:solidFill>
                <a:schemeClr val="accent4">
                  <a:lumMod val="50000"/>
                </a:schemeClr>
              </a:solidFill>
              <a:latin typeface="+mj-lt"/>
              <a:cs typeface="Calibri"/>
            </a:endParaRPr>
          </a:p>
        </p:txBody>
      </p:sp>
      <p:grpSp>
        <p:nvGrpSpPr>
          <p:cNvPr id="24" name="object 24"/>
          <p:cNvGrpSpPr/>
          <p:nvPr/>
        </p:nvGrpSpPr>
        <p:grpSpPr>
          <a:xfrm>
            <a:off x="3593121" y="5794964"/>
            <a:ext cx="3348000" cy="972000"/>
            <a:chOff x="385762" y="6929436"/>
            <a:chExt cx="3800475" cy="933450"/>
          </a:xfrm>
          <a:solidFill>
            <a:schemeClr val="accent4">
              <a:lumMod val="20000"/>
              <a:lumOff val="80000"/>
              <a:alpha val="30000"/>
            </a:schemeClr>
          </a:solidFill>
        </p:grpSpPr>
        <p:sp>
          <p:nvSpPr>
            <p:cNvPr id="25" name="object 25"/>
            <p:cNvSpPr/>
            <p:nvPr/>
          </p:nvSpPr>
          <p:spPr>
            <a:xfrm>
              <a:off x="385762" y="6929436"/>
              <a:ext cx="3800475" cy="933450"/>
            </a:xfrm>
            <a:custGeom>
              <a:avLst/>
              <a:gdLst/>
              <a:ahLst/>
              <a:cxnLst/>
              <a:rect l="l" t="t" r="r" b="b"/>
              <a:pathLst>
                <a:path w="3800475" h="933450">
                  <a:moveTo>
                    <a:pt x="3771557" y="933449"/>
                  </a:moveTo>
                  <a:lnTo>
                    <a:pt x="28916" y="933449"/>
                  </a:lnTo>
                  <a:lnTo>
                    <a:pt x="24664" y="932602"/>
                  </a:lnTo>
                  <a:lnTo>
                    <a:pt x="0" y="904532"/>
                  </a:lnTo>
                  <a:lnTo>
                    <a:pt x="0" y="900112"/>
                  </a:lnTo>
                  <a:lnTo>
                    <a:pt x="0" y="28916"/>
                  </a:lnTo>
                  <a:lnTo>
                    <a:pt x="28916" y="0"/>
                  </a:lnTo>
                  <a:lnTo>
                    <a:pt x="3771557" y="0"/>
                  </a:lnTo>
                  <a:lnTo>
                    <a:pt x="3800474" y="28916"/>
                  </a:lnTo>
                  <a:lnTo>
                    <a:pt x="3800474" y="904532"/>
                  </a:lnTo>
                  <a:lnTo>
                    <a:pt x="3775810" y="932602"/>
                  </a:lnTo>
                  <a:lnTo>
                    <a:pt x="3771557" y="93344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26" name="object 26"/>
            <p:cNvSpPr/>
            <p:nvPr/>
          </p:nvSpPr>
          <p:spPr>
            <a:xfrm>
              <a:off x="385762" y="6929436"/>
              <a:ext cx="3800475" cy="933450"/>
            </a:xfrm>
            <a:custGeom>
              <a:avLst/>
              <a:gdLst/>
              <a:ahLst/>
              <a:cxnLst/>
              <a:rect l="l" t="t" r="r" b="b"/>
              <a:pathLst>
                <a:path w="3800475" h="933450">
                  <a:moveTo>
                    <a:pt x="0" y="900112"/>
                  </a:moveTo>
                  <a:lnTo>
                    <a:pt x="0" y="33337"/>
                  </a:lnTo>
                  <a:lnTo>
                    <a:pt x="0" y="28916"/>
                  </a:lnTo>
                  <a:lnTo>
                    <a:pt x="845" y="24662"/>
                  </a:lnTo>
                  <a:lnTo>
                    <a:pt x="2537" y="20578"/>
                  </a:lnTo>
                  <a:lnTo>
                    <a:pt x="4229" y="16494"/>
                  </a:lnTo>
                  <a:lnTo>
                    <a:pt x="6638" y="12889"/>
                  </a:lnTo>
                  <a:lnTo>
                    <a:pt x="9764" y="9763"/>
                  </a:lnTo>
                  <a:lnTo>
                    <a:pt x="12890" y="6637"/>
                  </a:lnTo>
                  <a:lnTo>
                    <a:pt x="16495" y="4228"/>
                  </a:lnTo>
                  <a:lnTo>
                    <a:pt x="20579" y="2537"/>
                  </a:lnTo>
                  <a:lnTo>
                    <a:pt x="24664" y="845"/>
                  </a:lnTo>
                  <a:lnTo>
                    <a:pt x="28916" y="0"/>
                  </a:lnTo>
                  <a:lnTo>
                    <a:pt x="33337" y="0"/>
                  </a:lnTo>
                  <a:lnTo>
                    <a:pt x="3767137" y="0"/>
                  </a:lnTo>
                  <a:lnTo>
                    <a:pt x="3771557" y="0"/>
                  </a:lnTo>
                  <a:lnTo>
                    <a:pt x="3775810" y="845"/>
                  </a:lnTo>
                  <a:lnTo>
                    <a:pt x="3779894" y="2537"/>
                  </a:lnTo>
                  <a:lnTo>
                    <a:pt x="3783978" y="4228"/>
                  </a:lnTo>
                  <a:lnTo>
                    <a:pt x="3787583" y="6637"/>
                  </a:lnTo>
                  <a:lnTo>
                    <a:pt x="3790710" y="9763"/>
                  </a:lnTo>
                  <a:lnTo>
                    <a:pt x="3793835" y="12889"/>
                  </a:lnTo>
                  <a:lnTo>
                    <a:pt x="3796244" y="16494"/>
                  </a:lnTo>
                  <a:lnTo>
                    <a:pt x="3797936" y="20578"/>
                  </a:lnTo>
                  <a:lnTo>
                    <a:pt x="3799628" y="24662"/>
                  </a:lnTo>
                  <a:lnTo>
                    <a:pt x="3800474" y="28916"/>
                  </a:lnTo>
                  <a:lnTo>
                    <a:pt x="3800474" y="33337"/>
                  </a:lnTo>
                  <a:lnTo>
                    <a:pt x="3800474" y="900112"/>
                  </a:lnTo>
                  <a:lnTo>
                    <a:pt x="3800474" y="904532"/>
                  </a:lnTo>
                  <a:lnTo>
                    <a:pt x="3799628" y="908785"/>
                  </a:lnTo>
                  <a:lnTo>
                    <a:pt x="3797936" y="912869"/>
                  </a:lnTo>
                  <a:lnTo>
                    <a:pt x="3796244" y="916953"/>
                  </a:lnTo>
                  <a:lnTo>
                    <a:pt x="3767137" y="933449"/>
                  </a:lnTo>
                  <a:lnTo>
                    <a:pt x="33337" y="933449"/>
                  </a:lnTo>
                  <a:lnTo>
                    <a:pt x="2537" y="912869"/>
                  </a:lnTo>
                  <a:lnTo>
                    <a:pt x="845" y="908785"/>
                  </a:lnTo>
                  <a:lnTo>
                    <a:pt x="0" y="904532"/>
                  </a:lnTo>
                  <a:lnTo>
                    <a:pt x="0" y="900112"/>
                  </a:lnTo>
                  <a:close/>
                </a:path>
              </a:pathLst>
            </a:custGeom>
            <a:grpFill/>
            <a:ln w="9524">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grpSp>
      <p:sp>
        <p:nvSpPr>
          <p:cNvPr id="28" name="object 28"/>
          <p:cNvSpPr txBox="1"/>
          <p:nvPr/>
        </p:nvSpPr>
        <p:spPr>
          <a:xfrm>
            <a:off x="3320894" y="5714370"/>
            <a:ext cx="3902511" cy="990656"/>
          </a:xfrm>
          <a:prstGeom prst="rect">
            <a:avLst/>
          </a:prstGeom>
        </p:spPr>
        <p:txBody>
          <a:bodyPr vert="horz" wrap="square" lIns="0" tIns="130175" rIns="0" bIns="0" rtlCol="0">
            <a:spAutoFit/>
          </a:bodyPr>
          <a:lstStyle/>
          <a:p>
            <a:pPr marL="492759" algn="l">
              <a:lnSpc>
                <a:spcPct val="100000"/>
              </a:lnSpc>
              <a:spcBef>
                <a:spcPts val="1025"/>
              </a:spcBef>
            </a:pPr>
            <a:r>
              <a:rPr lang="en-IN" b="1" spc="220" dirty="0">
                <a:solidFill>
                  <a:schemeClr val="accent4">
                    <a:lumMod val="50000"/>
                  </a:schemeClr>
                </a:solidFill>
                <a:latin typeface="+mj-lt"/>
                <a:cs typeface="Calibri"/>
              </a:rPr>
              <a:t>            </a:t>
            </a:r>
            <a:r>
              <a:rPr b="1" spc="220" dirty="0">
                <a:solidFill>
                  <a:schemeClr val="accent4">
                    <a:lumMod val="50000"/>
                  </a:schemeClr>
                </a:solidFill>
                <a:latin typeface="+mj-lt"/>
                <a:cs typeface="Calibri"/>
              </a:rPr>
              <a:t>Automate</a:t>
            </a:r>
            <a:endParaRPr dirty="0">
              <a:solidFill>
                <a:schemeClr val="accent4">
                  <a:lumMod val="50000"/>
                </a:schemeClr>
              </a:solidFill>
              <a:latin typeface="+mj-lt"/>
              <a:cs typeface="Calibri"/>
            </a:endParaRPr>
          </a:p>
          <a:p>
            <a:pPr algn="ctr">
              <a:lnSpc>
                <a:spcPct val="100000"/>
              </a:lnSpc>
              <a:spcBef>
                <a:spcPts val="540"/>
              </a:spcBef>
            </a:pPr>
            <a:r>
              <a:rPr sz="1600" spc="-10" dirty="0">
                <a:solidFill>
                  <a:schemeClr val="accent4">
                    <a:lumMod val="50000"/>
                  </a:schemeClr>
                </a:solidFill>
                <a:latin typeface="+mj-lt"/>
                <a:cs typeface="Lato"/>
              </a:rPr>
              <a:t>Login</a:t>
            </a:r>
            <a:r>
              <a:rPr sz="1600" spc="-45" dirty="0">
                <a:solidFill>
                  <a:schemeClr val="accent4">
                    <a:lumMod val="50000"/>
                  </a:schemeClr>
                </a:solidFill>
                <a:latin typeface="+mj-lt"/>
                <a:cs typeface="Lato"/>
              </a:rPr>
              <a:t> </a:t>
            </a:r>
            <a:r>
              <a:rPr sz="1600" spc="-10" dirty="0">
                <a:solidFill>
                  <a:schemeClr val="accent4">
                    <a:lumMod val="50000"/>
                  </a:schemeClr>
                </a:solidFill>
                <a:latin typeface="+mj-lt"/>
                <a:cs typeface="Lato"/>
              </a:rPr>
              <a:t>Access</a:t>
            </a:r>
            <a:r>
              <a:rPr sz="1600" spc="-40" dirty="0">
                <a:solidFill>
                  <a:schemeClr val="accent4">
                    <a:lumMod val="50000"/>
                  </a:schemeClr>
                </a:solidFill>
                <a:latin typeface="+mj-lt"/>
                <a:cs typeface="Lato"/>
              </a:rPr>
              <a:t> </a:t>
            </a:r>
            <a:r>
              <a:rPr sz="1600" spc="-10" dirty="0">
                <a:solidFill>
                  <a:schemeClr val="accent4">
                    <a:lumMod val="50000"/>
                  </a:schemeClr>
                </a:solidFill>
                <a:latin typeface="+mj-lt"/>
                <a:cs typeface="Lato"/>
              </a:rPr>
              <a:t>Requests</a:t>
            </a:r>
            <a:endParaRPr sz="1600" dirty="0">
              <a:solidFill>
                <a:schemeClr val="accent4">
                  <a:lumMod val="50000"/>
                </a:schemeClr>
              </a:solidFill>
              <a:latin typeface="+mj-lt"/>
              <a:cs typeface="Lato"/>
            </a:endParaRPr>
          </a:p>
          <a:p>
            <a:pPr algn="ctr">
              <a:lnSpc>
                <a:spcPct val="100000"/>
              </a:lnSpc>
              <a:spcBef>
                <a:spcPts val="165"/>
              </a:spcBef>
            </a:pPr>
            <a:r>
              <a:rPr sz="1600" spc="-10" dirty="0">
                <a:solidFill>
                  <a:schemeClr val="accent4">
                    <a:lumMod val="50000"/>
                  </a:schemeClr>
                </a:solidFill>
                <a:latin typeface="+mj-lt"/>
                <a:cs typeface="Lato"/>
              </a:rPr>
              <a:t>Self-</a:t>
            </a:r>
            <a:r>
              <a:rPr sz="1600" dirty="0">
                <a:solidFill>
                  <a:schemeClr val="accent4">
                    <a:lumMod val="50000"/>
                  </a:schemeClr>
                </a:solidFill>
                <a:latin typeface="+mj-lt"/>
                <a:cs typeface="Lato"/>
              </a:rPr>
              <a:t>service</a:t>
            </a:r>
            <a:r>
              <a:rPr sz="1600" spc="-20" dirty="0">
                <a:solidFill>
                  <a:schemeClr val="accent4">
                    <a:lumMod val="50000"/>
                  </a:schemeClr>
                </a:solidFill>
                <a:latin typeface="+mj-lt"/>
                <a:cs typeface="Lato"/>
              </a:rPr>
              <a:t> </a:t>
            </a:r>
            <a:r>
              <a:rPr sz="1600" dirty="0">
                <a:solidFill>
                  <a:schemeClr val="accent4">
                    <a:lumMod val="50000"/>
                  </a:schemeClr>
                </a:solidFill>
                <a:latin typeface="+mj-lt"/>
                <a:cs typeface="Lato"/>
              </a:rPr>
              <a:t>portal</a:t>
            </a:r>
            <a:r>
              <a:rPr sz="1600" spc="-20" dirty="0">
                <a:solidFill>
                  <a:schemeClr val="accent4">
                    <a:lumMod val="50000"/>
                  </a:schemeClr>
                </a:solidFill>
                <a:latin typeface="+mj-lt"/>
                <a:cs typeface="Lato"/>
              </a:rPr>
              <a:t> </a:t>
            </a:r>
            <a:r>
              <a:rPr sz="1600" spc="-10" dirty="0">
                <a:solidFill>
                  <a:schemeClr val="accent4">
                    <a:lumMod val="50000"/>
                  </a:schemeClr>
                </a:solidFill>
                <a:latin typeface="+mj-lt"/>
                <a:cs typeface="Lato"/>
              </a:rPr>
              <a:t>&amp;</a:t>
            </a:r>
            <a:r>
              <a:rPr sz="1600" spc="-20" dirty="0">
                <a:solidFill>
                  <a:schemeClr val="accent4">
                    <a:lumMod val="50000"/>
                  </a:schemeClr>
                </a:solidFill>
                <a:latin typeface="+mj-lt"/>
                <a:cs typeface="Lato"/>
              </a:rPr>
              <a:t> </a:t>
            </a:r>
            <a:r>
              <a:rPr sz="1600" spc="-10" dirty="0">
                <a:solidFill>
                  <a:schemeClr val="accent4">
                    <a:lumMod val="50000"/>
                  </a:schemeClr>
                </a:solidFill>
                <a:latin typeface="+mj-lt"/>
                <a:cs typeface="Lato"/>
              </a:rPr>
              <a:t>password</a:t>
            </a:r>
            <a:r>
              <a:rPr sz="1600" spc="-20" dirty="0">
                <a:solidFill>
                  <a:schemeClr val="accent4">
                    <a:lumMod val="50000"/>
                  </a:schemeClr>
                </a:solidFill>
                <a:latin typeface="+mj-lt"/>
                <a:cs typeface="Lato"/>
              </a:rPr>
              <a:t> </a:t>
            </a:r>
            <a:r>
              <a:rPr sz="1600" spc="-10" dirty="0">
                <a:solidFill>
                  <a:schemeClr val="accent4">
                    <a:lumMod val="50000"/>
                  </a:schemeClr>
                </a:solidFill>
                <a:latin typeface="+mj-lt"/>
                <a:cs typeface="Lato"/>
              </a:rPr>
              <a:t>reset</a:t>
            </a:r>
            <a:endParaRPr sz="1600" dirty="0">
              <a:solidFill>
                <a:schemeClr val="accent4">
                  <a:lumMod val="50000"/>
                </a:schemeClr>
              </a:solidFill>
              <a:latin typeface="+mj-lt"/>
              <a:cs typeface="Lato"/>
            </a:endParaRPr>
          </a:p>
        </p:txBody>
      </p:sp>
      <p:graphicFrame>
        <p:nvGraphicFramePr>
          <p:cNvPr id="60" name="Chart 59">
            <a:extLst>
              <a:ext uri="{FF2B5EF4-FFF2-40B4-BE49-F238E27FC236}">
                <a16:creationId xmlns:a16="http://schemas.microsoft.com/office/drawing/2014/main" id="{AE4CD853-85CA-4991-8DDA-9C25A2453208}"/>
              </a:ext>
            </a:extLst>
          </p:cNvPr>
          <p:cNvGraphicFramePr>
            <a:graphicFrameLocks/>
          </p:cNvGraphicFramePr>
          <p:nvPr>
            <p:extLst>
              <p:ext uri="{D42A27DB-BD31-4B8C-83A1-F6EECF244321}">
                <p14:modId xmlns:p14="http://schemas.microsoft.com/office/powerpoint/2010/main" val="2385666764"/>
              </p:ext>
            </p:extLst>
          </p:nvPr>
        </p:nvGraphicFramePr>
        <p:xfrm>
          <a:off x="457201" y="989806"/>
          <a:ext cx="6553199" cy="4056401"/>
        </p:xfrm>
        <a:graphic>
          <a:graphicData uri="http://schemas.openxmlformats.org/drawingml/2006/chart">
            <c:chart xmlns:c="http://schemas.openxmlformats.org/drawingml/2006/chart" xmlns:r="http://schemas.openxmlformats.org/officeDocument/2006/relationships" r:id="rId2"/>
          </a:graphicData>
        </a:graphic>
      </p:graphicFrame>
      <p:grpSp>
        <p:nvGrpSpPr>
          <p:cNvPr id="61" name="object 13">
            <a:extLst>
              <a:ext uri="{FF2B5EF4-FFF2-40B4-BE49-F238E27FC236}">
                <a16:creationId xmlns:a16="http://schemas.microsoft.com/office/drawing/2014/main" id="{2A55C82D-92BD-404A-B9FC-82B49DD4DCE1}"/>
              </a:ext>
            </a:extLst>
          </p:cNvPr>
          <p:cNvGrpSpPr/>
          <p:nvPr/>
        </p:nvGrpSpPr>
        <p:grpSpPr>
          <a:xfrm>
            <a:off x="7643091" y="1424402"/>
            <a:ext cx="4127708" cy="2819400"/>
            <a:chOff x="380998" y="3762374"/>
            <a:chExt cx="5410201" cy="381000"/>
          </a:xfrm>
        </p:grpSpPr>
        <p:sp>
          <p:nvSpPr>
            <p:cNvPr id="62" name="object 14">
              <a:extLst>
                <a:ext uri="{FF2B5EF4-FFF2-40B4-BE49-F238E27FC236}">
                  <a16:creationId xmlns:a16="http://schemas.microsoft.com/office/drawing/2014/main" id="{1285DC61-404D-40FB-881C-34F27879CE69}"/>
                </a:ext>
              </a:extLst>
            </p:cNvPr>
            <p:cNvSpPr/>
            <p:nvPr/>
          </p:nvSpPr>
          <p:spPr>
            <a:xfrm>
              <a:off x="380999" y="3762374"/>
              <a:ext cx="5410200" cy="381000"/>
            </a:xfrm>
            <a:custGeom>
              <a:avLst/>
              <a:gdLst/>
              <a:ahLst/>
              <a:cxnLst/>
              <a:rect l="l" t="t" r="r" b="b"/>
              <a:pathLst>
                <a:path w="5410200" h="381000">
                  <a:moveTo>
                    <a:pt x="5410199" y="380999"/>
                  </a:moveTo>
                  <a:lnTo>
                    <a:pt x="0" y="380999"/>
                  </a:lnTo>
                  <a:lnTo>
                    <a:pt x="0" y="0"/>
                  </a:lnTo>
                  <a:lnTo>
                    <a:pt x="5410199" y="0"/>
                  </a:lnTo>
                  <a:lnTo>
                    <a:pt x="5410199" y="380999"/>
                  </a:lnTo>
                  <a:close/>
                </a:path>
              </a:pathLst>
            </a:custGeom>
            <a:solidFill>
              <a:schemeClr val="accent4">
                <a:lumMod val="20000"/>
                <a:lumOff val="80000"/>
                <a:alpha val="50199"/>
              </a:schemeClr>
            </a:solidFill>
          </p:spPr>
          <p:txBody>
            <a:bodyPr wrap="square" lIns="0" tIns="0" rIns="0" bIns="0" rtlCol="0"/>
            <a:lstStyle/>
            <a:p>
              <a:endParaRPr dirty="0">
                <a:solidFill>
                  <a:schemeClr val="accent4">
                    <a:lumMod val="50000"/>
                  </a:schemeClr>
                </a:solidFill>
                <a:latin typeface="+mj-lt"/>
              </a:endParaRPr>
            </a:p>
          </p:txBody>
        </p:sp>
        <p:sp>
          <p:nvSpPr>
            <p:cNvPr id="63" name="object 15">
              <a:extLst>
                <a:ext uri="{FF2B5EF4-FFF2-40B4-BE49-F238E27FC236}">
                  <a16:creationId xmlns:a16="http://schemas.microsoft.com/office/drawing/2014/main" id="{9B8C381E-A483-4F36-A8AD-6CCFEDFC30D6}"/>
                </a:ext>
              </a:extLst>
            </p:cNvPr>
            <p:cNvSpPr/>
            <p:nvPr/>
          </p:nvSpPr>
          <p:spPr>
            <a:xfrm>
              <a:off x="380998" y="3762374"/>
              <a:ext cx="47185" cy="381000"/>
            </a:xfrm>
            <a:custGeom>
              <a:avLst/>
              <a:gdLst/>
              <a:ahLst/>
              <a:cxnLst/>
              <a:rect l="l" t="t" r="r" b="b"/>
              <a:pathLst>
                <a:path w="28575" h="381000">
                  <a:moveTo>
                    <a:pt x="28574" y="380999"/>
                  </a:moveTo>
                  <a:lnTo>
                    <a:pt x="0" y="380999"/>
                  </a:lnTo>
                  <a:lnTo>
                    <a:pt x="0" y="0"/>
                  </a:lnTo>
                  <a:lnTo>
                    <a:pt x="28574" y="0"/>
                  </a:lnTo>
                  <a:lnTo>
                    <a:pt x="28574" y="3809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pSp>
      <p:sp>
        <p:nvSpPr>
          <p:cNvPr id="47" name="object 7">
            <a:extLst>
              <a:ext uri="{FF2B5EF4-FFF2-40B4-BE49-F238E27FC236}">
                <a16:creationId xmlns:a16="http://schemas.microsoft.com/office/drawing/2014/main" id="{1A79B292-ADA7-4EE7-B8BB-40565237C0E0}"/>
              </a:ext>
            </a:extLst>
          </p:cNvPr>
          <p:cNvSpPr txBox="1"/>
          <p:nvPr/>
        </p:nvSpPr>
        <p:spPr>
          <a:xfrm>
            <a:off x="7859218" y="1599399"/>
            <a:ext cx="3911581" cy="2423099"/>
          </a:xfrm>
          <a:prstGeom prst="rect">
            <a:avLst/>
          </a:prstGeom>
          <a:ln>
            <a:noFill/>
          </a:ln>
        </p:spPr>
        <p:txBody>
          <a:bodyPr vert="horz" wrap="square" lIns="0" tIns="85725" rIns="0" bIns="0" rtlCol="0">
            <a:spAutoFit/>
          </a:bodyPr>
          <a:lstStyle/>
          <a:p>
            <a:pPr marL="114300">
              <a:lnSpc>
                <a:spcPct val="100000"/>
              </a:lnSpc>
              <a:spcBef>
                <a:spcPts val="675"/>
              </a:spcBef>
            </a:pPr>
            <a:r>
              <a:rPr b="1" spc="-85" dirty="0">
                <a:solidFill>
                  <a:schemeClr val="accent4">
                    <a:lumMod val="50000"/>
                  </a:schemeClr>
                </a:solidFill>
                <a:latin typeface="+mj-lt"/>
                <a:cs typeface="Arial"/>
              </a:rPr>
              <a:t>Key</a:t>
            </a:r>
            <a:r>
              <a:rPr b="1" spc="-105" dirty="0">
                <a:solidFill>
                  <a:schemeClr val="accent4">
                    <a:lumMod val="50000"/>
                  </a:schemeClr>
                </a:solidFill>
                <a:latin typeface="+mj-lt"/>
                <a:cs typeface="Arial"/>
              </a:rPr>
              <a:t> </a:t>
            </a:r>
            <a:r>
              <a:rPr b="1" spc="-10" dirty="0">
                <a:solidFill>
                  <a:schemeClr val="accent4">
                    <a:lumMod val="50000"/>
                  </a:schemeClr>
                </a:solidFill>
                <a:latin typeface="+mj-lt"/>
                <a:cs typeface="Arial"/>
              </a:rPr>
              <a:t>Insight:</a:t>
            </a:r>
            <a:endParaRPr lang="en-IN" b="1" spc="-10" dirty="0">
              <a:solidFill>
                <a:schemeClr val="accent4">
                  <a:lumMod val="50000"/>
                </a:schemeClr>
              </a:solidFill>
              <a:latin typeface="+mj-lt"/>
              <a:cs typeface="Arial"/>
            </a:endParaRPr>
          </a:p>
          <a:p>
            <a:pPr marL="114300">
              <a:lnSpc>
                <a:spcPct val="100000"/>
              </a:lnSpc>
              <a:spcBef>
                <a:spcPts val="675"/>
              </a:spcBef>
            </a:pPr>
            <a:endParaRPr sz="1600" b="1" dirty="0">
              <a:solidFill>
                <a:schemeClr val="accent4">
                  <a:lumMod val="50000"/>
                </a:schemeClr>
              </a:solidFill>
              <a:latin typeface="+mj-lt"/>
              <a:cs typeface="Arial"/>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System and Login Access issues contribute to nearly 70% of all tickets, making them the biggest workload drivers.</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These areas are prime for automation and process improvements, which can reduce volumes and ease agent workload.</a:t>
            </a:r>
          </a:p>
        </p:txBody>
      </p:sp>
      <p:pic>
        <p:nvPicPr>
          <p:cNvPr id="70" name="Graphic 31" descr="Robot with solid fill">
            <a:extLst>
              <a:ext uri="{FF2B5EF4-FFF2-40B4-BE49-F238E27FC236}">
                <a16:creationId xmlns:a16="http://schemas.microsoft.com/office/drawing/2014/main" id="{67F4FABA-14A0-4BFC-A31A-5FB9B1615EA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69719" y="5844070"/>
            <a:ext cx="469307" cy="468000"/>
          </a:xfrm>
          <a:prstGeom prst="rect">
            <a:avLst/>
          </a:prstGeom>
        </p:spPr>
      </p:pic>
      <p:pic>
        <p:nvPicPr>
          <p:cNvPr id="69" name="Graphic 28" descr="Upward trend with solid fill">
            <a:extLst>
              <a:ext uri="{FF2B5EF4-FFF2-40B4-BE49-F238E27FC236}">
                <a16:creationId xmlns:a16="http://schemas.microsoft.com/office/drawing/2014/main" id="{25D0BA65-F0E3-4B4C-A736-13FBDFB5055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57045" y="5855144"/>
            <a:ext cx="469307" cy="468000"/>
          </a:xfrm>
          <a:prstGeom prst="rect">
            <a:avLst/>
          </a:prstGeom>
        </p:spPr>
      </p:pic>
      <p:grpSp>
        <p:nvGrpSpPr>
          <p:cNvPr id="74" name="object 24">
            <a:extLst>
              <a:ext uri="{FF2B5EF4-FFF2-40B4-BE49-F238E27FC236}">
                <a16:creationId xmlns:a16="http://schemas.microsoft.com/office/drawing/2014/main" id="{E91A6D8B-2931-44FF-9E66-9C59C551248D}"/>
              </a:ext>
            </a:extLst>
          </p:cNvPr>
          <p:cNvGrpSpPr/>
          <p:nvPr/>
        </p:nvGrpSpPr>
        <p:grpSpPr>
          <a:xfrm>
            <a:off x="397189" y="5797039"/>
            <a:ext cx="2520000" cy="972000"/>
            <a:chOff x="385762" y="6929436"/>
            <a:chExt cx="3800475" cy="933450"/>
          </a:xfrm>
          <a:solidFill>
            <a:schemeClr val="accent4">
              <a:lumMod val="20000"/>
              <a:lumOff val="80000"/>
              <a:alpha val="30000"/>
            </a:schemeClr>
          </a:solidFill>
        </p:grpSpPr>
        <p:sp>
          <p:nvSpPr>
            <p:cNvPr id="75" name="object 25">
              <a:extLst>
                <a:ext uri="{FF2B5EF4-FFF2-40B4-BE49-F238E27FC236}">
                  <a16:creationId xmlns:a16="http://schemas.microsoft.com/office/drawing/2014/main" id="{98B0984F-ADCC-434D-8A63-BD161FEB1612}"/>
                </a:ext>
              </a:extLst>
            </p:cNvPr>
            <p:cNvSpPr/>
            <p:nvPr/>
          </p:nvSpPr>
          <p:spPr>
            <a:xfrm>
              <a:off x="385762" y="6929436"/>
              <a:ext cx="3800475" cy="933450"/>
            </a:xfrm>
            <a:custGeom>
              <a:avLst/>
              <a:gdLst/>
              <a:ahLst/>
              <a:cxnLst/>
              <a:rect l="l" t="t" r="r" b="b"/>
              <a:pathLst>
                <a:path w="3800475" h="933450">
                  <a:moveTo>
                    <a:pt x="3771557" y="933449"/>
                  </a:moveTo>
                  <a:lnTo>
                    <a:pt x="28916" y="933449"/>
                  </a:lnTo>
                  <a:lnTo>
                    <a:pt x="24664" y="932602"/>
                  </a:lnTo>
                  <a:lnTo>
                    <a:pt x="0" y="904532"/>
                  </a:lnTo>
                  <a:lnTo>
                    <a:pt x="0" y="900112"/>
                  </a:lnTo>
                  <a:lnTo>
                    <a:pt x="0" y="28916"/>
                  </a:lnTo>
                  <a:lnTo>
                    <a:pt x="28916" y="0"/>
                  </a:lnTo>
                  <a:lnTo>
                    <a:pt x="3771557" y="0"/>
                  </a:lnTo>
                  <a:lnTo>
                    <a:pt x="3800474" y="28916"/>
                  </a:lnTo>
                  <a:lnTo>
                    <a:pt x="3800474" y="904532"/>
                  </a:lnTo>
                  <a:lnTo>
                    <a:pt x="3775810" y="932602"/>
                  </a:lnTo>
                  <a:lnTo>
                    <a:pt x="3771557" y="93344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76" name="object 26">
              <a:extLst>
                <a:ext uri="{FF2B5EF4-FFF2-40B4-BE49-F238E27FC236}">
                  <a16:creationId xmlns:a16="http://schemas.microsoft.com/office/drawing/2014/main" id="{DF5D16E1-7A18-41C0-AB7E-F442B8265A9C}"/>
                </a:ext>
              </a:extLst>
            </p:cNvPr>
            <p:cNvSpPr/>
            <p:nvPr/>
          </p:nvSpPr>
          <p:spPr>
            <a:xfrm>
              <a:off x="385762" y="6929436"/>
              <a:ext cx="3800475" cy="933450"/>
            </a:xfrm>
            <a:custGeom>
              <a:avLst/>
              <a:gdLst/>
              <a:ahLst/>
              <a:cxnLst/>
              <a:rect l="l" t="t" r="r" b="b"/>
              <a:pathLst>
                <a:path w="3800475" h="933450">
                  <a:moveTo>
                    <a:pt x="0" y="900112"/>
                  </a:moveTo>
                  <a:lnTo>
                    <a:pt x="0" y="33337"/>
                  </a:lnTo>
                  <a:lnTo>
                    <a:pt x="0" y="28916"/>
                  </a:lnTo>
                  <a:lnTo>
                    <a:pt x="845" y="24662"/>
                  </a:lnTo>
                  <a:lnTo>
                    <a:pt x="2537" y="20578"/>
                  </a:lnTo>
                  <a:lnTo>
                    <a:pt x="4229" y="16494"/>
                  </a:lnTo>
                  <a:lnTo>
                    <a:pt x="6638" y="12889"/>
                  </a:lnTo>
                  <a:lnTo>
                    <a:pt x="9764" y="9763"/>
                  </a:lnTo>
                  <a:lnTo>
                    <a:pt x="12890" y="6637"/>
                  </a:lnTo>
                  <a:lnTo>
                    <a:pt x="16495" y="4228"/>
                  </a:lnTo>
                  <a:lnTo>
                    <a:pt x="20579" y="2537"/>
                  </a:lnTo>
                  <a:lnTo>
                    <a:pt x="24664" y="845"/>
                  </a:lnTo>
                  <a:lnTo>
                    <a:pt x="28916" y="0"/>
                  </a:lnTo>
                  <a:lnTo>
                    <a:pt x="33337" y="0"/>
                  </a:lnTo>
                  <a:lnTo>
                    <a:pt x="3767137" y="0"/>
                  </a:lnTo>
                  <a:lnTo>
                    <a:pt x="3771557" y="0"/>
                  </a:lnTo>
                  <a:lnTo>
                    <a:pt x="3775810" y="845"/>
                  </a:lnTo>
                  <a:lnTo>
                    <a:pt x="3779894" y="2537"/>
                  </a:lnTo>
                  <a:lnTo>
                    <a:pt x="3783978" y="4228"/>
                  </a:lnTo>
                  <a:lnTo>
                    <a:pt x="3787583" y="6637"/>
                  </a:lnTo>
                  <a:lnTo>
                    <a:pt x="3790710" y="9763"/>
                  </a:lnTo>
                  <a:lnTo>
                    <a:pt x="3793835" y="12889"/>
                  </a:lnTo>
                  <a:lnTo>
                    <a:pt x="3796244" y="16494"/>
                  </a:lnTo>
                  <a:lnTo>
                    <a:pt x="3797936" y="20578"/>
                  </a:lnTo>
                  <a:lnTo>
                    <a:pt x="3799628" y="24662"/>
                  </a:lnTo>
                  <a:lnTo>
                    <a:pt x="3800474" y="28916"/>
                  </a:lnTo>
                  <a:lnTo>
                    <a:pt x="3800474" y="33337"/>
                  </a:lnTo>
                  <a:lnTo>
                    <a:pt x="3800474" y="900112"/>
                  </a:lnTo>
                  <a:lnTo>
                    <a:pt x="3800474" y="904532"/>
                  </a:lnTo>
                  <a:lnTo>
                    <a:pt x="3799628" y="908785"/>
                  </a:lnTo>
                  <a:lnTo>
                    <a:pt x="3797936" y="912869"/>
                  </a:lnTo>
                  <a:lnTo>
                    <a:pt x="3796244" y="916953"/>
                  </a:lnTo>
                  <a:lnTo>
                    <a:pt x="3767137" y="933449"/>
                  </a:lnTo>
                  <a:lnTo>
                    <a:pt x="33337" y="933449"/>
                  </a:lnTo>
                  <a:lnTo>
                    <a:pt x="2537" y="912869"/>
                  </a:lnTo>
                  <a:lnTo>
                    <a:pt x="845" y="908785"/>
                  </a:lnTo>
                  <a:lnTo>
                    <a:pt x="0" y="904532"/>
                  </a:lnTo>
                  <a:lnTo>
                    <a:pt x="0" y="900112"/>
                  </a:lnTo>
                  <a:close/>
                </a:path>
              </a:pathLst>
            </a:custGeom>
            <a:grpFill/>
            <a:ln w="9524">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grpSp>
      <p:sp>
        <p:nvSpPr>
          <p:cNvPr id="38" name="object 38"/>
          <p:cNvSpPr txBox="1"/>
          <p:nvPr/>
        </p:nvSpPr>
        <p:spPr>
          <a:xfrm>
            <a:off x="-194286" y="5706173"/>
            <a:ext cx="3798468" cy="990656"/>
          </a:xfrm>
          <a:prstGeom prst="rect">
            <a:avLst/>
          </a:prstGeom>
        </p:spPr>
        <p:txBody>
          <a:bodyPr vert="horz" wrap="square" lIns="0" tIns="130175" rIns="0" bIns="0" rtlCol="0">
            <a:spAutoFit/>
          </a:bodyPr>
          <a:lstStyle/>
          <a:p>
            <a:pPr marL="469900" algn="l">
              <a:lnSpc>
                <a:spcPct val="100000"/>
              </a:lnSpc>
              <a:spcBef>
                <a:spcPts val="1025"/>
              </a:spcBef>
            </a:pPr>
            <a:r>
              <a:rPr lang="en-IN" b="1" spc="245" dirty="0">
                <a:solidFill>
                  <a:schemeClr val="accent4">
                    <a:lumMod val="50000"/>
                  </a:schemeClr>
                </a:solidFill>
                <a:latin typeface="+mj-lt"/>
                <a:cs typeface="Calibri"/>
              </a:rPr>
              <a:t>           </a:t>
            </a:r>
            <a:r>
              <a:rPr b="1" spc="245" dirty="0">
                <a:solidFill>
                  <a:schemeClr val="accent4">
                    <a:lumMod val="50000"/>
                  </a:schemeClr>
                </a:solidFill>
                <a:latin typeface="+mj-lt"/>
                <a:cs typeface="Calibri"/>
              </a:rPr>
              <a:t>Assign</a:t>
            </a:r>
            <a:endParaRPr dirty="0">
              <a:solidFill>
                <a:schemeClr val="accent4">
                  <a:lumMod val="50000"/>
                </a:schemeClr>
              </a:solidFill>
              <a:latin typeface="+mj-lt"/>
              <a:cs typeface="Calibri"/>
            </a:endParaRPr>
          </a:p>
          <a:p>
            <a:pPr marL="66040" algn="ctr">
              <a:lnSpc>
                <a:spcPct val="100000"/>
              </a:lnSpc>
              <a:spcBef>
                <a:spcPts val="540"/>
              </a:spcBef>
            </a:pPr>
            <a:r>
              <a:rPr sz="1600" dirty="0">
                <a:solidFill>
                  <a:schemeClr val="accent4">
                    <a:lumMod val="50000"/>
                  </a:schemeClr>
                </a:solidFill>
                <a:latin typeface="+mj-lt"/>
                <a:cs typeface="Lato"/>
              </a:rPr>
              <a:t>Dedicated</a:t>
            </a:r>
            <a:r>
              <a:rPr sz="1600" spc="-50" dirty="0">
                <a:solidFill>
                  <a:schemeClr val="accent4">
                    <a:lumMod val="50000"/>
                  </a:schemeClr>
                </a:solidFill>
                <a:latin typeface="+mj-lt"/>
                <a:cs typeface="Lato"/>
              </a:rPr>
              <a:t> </a:t>
            </a:r>
            <a:r>
              <a:rPr sz="1600" spc="-20" dirty="0">
                <a:solidFill>
                  <a:schemeClr val="accent4">
                    <a:lumMod val="50000"/>
                  </a:schemeClr>
                </a:solidFill>
                <a:latin typeface="+mj-lt"/>
                <a:cs typeface="Lato"/>
              </a:rPr>
              <a:t>Sub-teams</a:t>
            </a:r>
            <a:endParaRPr sz="1600" dirty="0">
              <a:solidFill>
                <a:schemeClr val="accent4">
                  <a:lumMod val="50000"/>
                </a:schemeClr>
              </a:solidFill>
              <a:latin typeface="+mj-lt"/>
              <a:cs typeface="Lato"/>
            </a:endParaRPr>
          </a:p>
          <a:p>
            <a:pPr marL="12700" algn="ctr">
              <a:lnSpc>
                <a:spcPct val="100000"/>
              </a:lnSpc>
              <a:spcBef>
                <a:spcPts val="165"/>
              </a:spcBef>
            </a:pPr>
            <a:r>
              <a:rPr sz="1600" spc="-10" dirty="0">
                <a:solidFill>
                  <a:schemeClr val="accent4">
                    <a:lumMod val="50000"/>
                  </a:schemeClr>
                </a:solidFill>
                <a:latin typeface="+mj-lt"/>
                <a:cs typeface="Lato"/>
              </a:rPr>
              <a:t>For</a:t>
            </a:r>
            <a:r>
              <a:rPr sz="1600" spc="-20" dirty="0">
                <a:solidFill>
                  <a:schemeClr val="accent4">
                    <a:lumMod val="50000"/>
                  </a:schemeClr>
                </a:solidFill>
                <a:latin typeface="+mj-lt"/>
                <a:cs typeface="Lato"/>
              </a:rPr>
              <a:t> </a:t>
            </a:r>
            <a:r>
              <a:rPr sz="1600" spc="-10" dirty="0">
                <a:solidFill>
                  <a:schemeClr val="accent4">
                    <a:lumMod val="50000"/>
                  </a:schemeClr>
                </a:solidFill>
                <a:latin typeface="+mj-lt"/>
                <a:cs typeface="Lato"/>
              </a:rPr>
              <a:t>high-volume</a:t>
            </a:r>
            <a:r>
              <a:rPr sz="1600" spc="-20" dirty="0">
                <a:solidFill>
                  <a:schemeClr val="accent4">
                    <a:lumMod val="50000"/>
                  </a:schemeClr>
                </a:solidFill>
                <a:latin typeface="+mj-lt"/>
                <a:cs typeface="Lato"/>
              </a:rPr>
              <a:t> </a:t>
            </a:r>
            <a:r>
              <a:rPr sz="1600" spc="-10" dirty="0">
                <a:solidFill>
                  <a:schemeClr val="accent4">
                    <a:lumMod val="50000"/>
                  </a:schemeClr>
                </a:solidFill>
                <a:latin typeface="+mj-lt"/>
                <a:cs typeface="Lato"/>
              </a:rPr>
              <a:t>categories</a:t>
            </a:r>
            <a:endParaRPr sz="1600" dirty="0">
              <a:solidFill>
                <a:schemeClr val="accent4">
                  <a:lumMod val="50000"/>
                </a:schemeClr>
              </a:solidFill>
              <a:latin typeface="+mj-lt"/>
              <a:cs typeface="Lato"/>
            </a:endParaRPr>
          </a:p>
        </p:txBody>
      </p:sp>
      <p:pic>
        <p:nvPicPr>
          <p:cNvPr id="68" name="Graphic 26" descr="Users with solid fill">
            <a:extLst>
              <a:ext uri="{FF2B5EF4-FFF2-40B4-BE49-F238E27FC236}">
                <a16:creationId xmlns:a16="http://schemas.microsoft.com/office/drawing/2014/main" id="{F203179B-1793-4298-87B1-E01F3B24661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1" y="5891144"/>
            <a:ext cx="433206" cy="432000"/>
          </a:xfrm>
          <a:prstGeom prst="rect">
            <a:avLst/>
          </a:prstGeom>
        </p:spPr>
      </p:pic>
      <p:sp>
        <p:nvSpPr>
          <p:cNvPr id="4" name="TextBox 3">
            <a:extLst>
              <a:ext uri="{FF2B5EF4-FFF2-40B4-BE49-F238E27FC236}">
                <a16:creationId xmlns:a16="http://schemas.microsoft.com/office/drawing/2014/main" id="{98D4F43D-26D1-42E5-A6DC-4053E70C077D}"/>
              </a:ext>
            </a:extLst>
          </p:cNvPr>
          <p:cNvSpPr txBox="1"/>
          <p:nvPr/>
        </p:nvSpPr>
        <p:spPr>
          <a:xfrm rot="16200000">
            <a:off x="-891437" y="2694840"/>
            <a:ext cx="3566069" cy="646331"/>
          </a:xfrm>
          <a:prstGeom prst="rect">
            <a:avLst/>
          </a:prstGeom>
          <a:noFill/>
        </p:spPr>
        <p:txBody>
          <a:bodyPr wrap="square" rtlCol="0">
            <a:spAutoFit/>
          </a:bodyPr>
          <a:lstStyle/>
          <a:p>
            <a:pPr algn="ctr" rtl="0"/>
            <a:r>
              <a:rPr lang="en-IN" sz="1800" b="1" dirty="0">
                <a:solidFill>
                  <a:schemeClr val="accent4">
                    <a:lumMod val="50000"/>
                  </a:schemeClr>
                </a:solidFill>
                <a:latin typeface="+mj-lt"/>
              </a:rPr>
              <a:t>Category  wise  Ticket  Volume</a:t>
            </a:r>
          </a:p>
          <a:p>
            <a:endParaRPr lang="en-IN" dirty="0">
              <a:solidFill>
                <a:schemeClr val="accent4">
                  <a:lumMod val="50000"/>
                </a:schemeClr>
              </a:solidFill>
              <a:latin typeface="+mj-lt"/>
            </a:endParaRPr>
          </a:p>
        </p:txBody>
      </p:sp>
      <p:sp>
        <p:nvSpPr>
          <p:cNvPr id="78" name="object 3">
            <a:extLst>
              <a:ext uri="{FF2B5EF4-FFF2-40B4-BE49-F238E27FC236}">
                <a16:creationId xmlns:a16="http://schemas.microsoft.com/office/drawing/2014/main" id="{0D3D1D34-56B5-455E-BBB1-9DFB00C9675E}"/>
              </a:ext>
            </a:extLst>
          </p:cNvPr>
          <p:cNvSpPr/>
          <p:nvPr/>
        </p:nvSpPr>
        <p:spPr>
          <a:xfrm>
            <a:off x="467888" y="687618"/>
            <a:ext cx="4932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rdrop 1">
            <a:extLst>
              <a:ext uri="{FF2B5EF4-FFF2-40B4-BE49-F238E27FC236}">
                <a16:creationId xmlns:a16="http://schemas.microsoft.com/office/drawing/2014/main" id="{70730473-424A-40C1-A1B1-4B4FDEFE3C30}"/>
              </a:ext>
            </a:extLst>
          </p:cNvPr>
          <p:cNvSpPr/>
          <p:nvPr/>
        </p:nvSpPr>
        <p:spPr>
          <a:xfrm rot="10800000">
            <a:off x="-25077" y="5310295"/>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 name="Teardrop 2">
            <a:extLst>
              <a:ext uri="{FF2B5EF4-FFF2-40B4-BE49-F238E27FC236}">
                <a16:creationId xmlns:a16="http://schemas.microsoft.com/office/drawing/2014/main" id="{8B654372-24D7-4AB4-A872-DE0B2896557B}"/>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 name="object 2">
            <a:extLst>
              <a:ext uri="{FF2B5EF4-FFF2-40B4-BE49-F238E27FC236}">
                <a16:creationId xmlns:a16="http://schemas.microsoft.com/office/drawing/2014/main" id="{D5ADB0D5-95FB-41DF-AA3C-61BF05B5AD1A}"/>
              </a:ext>
            </a:extLst>
          </p:cNvPr>
          <p:cNvSpPr txBox="1">
            <a:spLocks/>
          </p:cNvSpPr>
          <p:nvPr/>
        </p:nvSpPr>
        <p:spPr>
          <a:xfrm>
            <a:off x="31376" y="236089"/>
            <a:ext cx="4866112" cy="428322"/>
          </a:xfrm>
          <a:prstGeom prst="rect">
            <a:avLst/>
          </a:prstGeom>
        </p:spPr>
        <p:txBody>
          <a:bodyPr vert="horz" wrap="square" lIns="0" tIns="12700" rIns="0" bIns="0" rtlCol="0">
            <a:spAutoFit/>
          </a:bodyPr>
          <a:lstStyle>
            <a:lvl1pPr>
              <a:defRPr>
                <a:latin typeface="+mj-lt"/>
                <a:ea typeface="+mj-ea"/>
                <a:cs typeface="+mj-cs"/>
              </a:defRPr>
            </a:lvl1pPr>
          </a:lstStyle>
          <a:p>
            <a:pPr algn="ctr" rtl="0">
              <a:defRPr sz="2128" b="1" i="0" u="none" strike="noStrike" kern="1200" baseline="0">
                <a:solidFill>
                  <a:prstClr val="black">
                    <a:lumMod val="65000"/>
                    <a:lumOff val="35000"/>
                  </a:prstClr>
                </a:solidFill>
                <a:latin typeface="+mn-lt"/>
                <a:ea typeface="+mn-ea"/>
                <a:cs typeface="+mn-cs"/>
              </a:defRPr>
            </a:pPr>
            <a:r>
              <a:rPr lang="en-IN" sz="2700" dirty="0">
                <a:solidFill>
                  <a:schemeClr val="accent4">
                    <a:lumMod val="50000"/>
                  </a:schemeClr>
                </a:solidFill>
              </a:rPr>
              <a:t>Severity Wise Ticket Volume</a:t>
            </a:r>
          </a:p>
        </p:txBody>
      </p:sp>
      <p:sp>
        <p:nvSpPr>
          <p:cNvPr id="5" name="object 3">
            <a:extLst>
              <a:ext uri="{FF2B5EF4-FFF2-40B4-BE49-F238E27FC236}">
                <a16:creationId xmlns:a16="http://schemas.microsoft.com/office/drawing/2014/main" id="{23CF1D4F-2AE5-4E0C-8E7F-701BF0EA48AA}"/>
              </a:ext>
            </a:extLst>
          </p:cNvPr>
          <p:cNvSpPr/>
          <p:nvPr/>
        </p:nvSpPr>
        <p:spPr>
          <a:xfrm>
            <a:off x="467888" y="687618"/>
            <a:ext cx="4032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aphicFrame>
        <p:nvGraphicFramePr>
          <p:cNvPr id="8" name="Chart 7">
            <a:extLst>
              <a:ext uri="{FF2B5EF4-FFF2-40B4-BE49-F238E27FC236}">
                <a16:creationId xmlns:a16="http://schemas.microsoft.com/office/drawing/2014/main" id="{27866FAE-0B47-4C99-969C-53688DEC86B8}"/>
              </a:ext>
            </a:extLst>
          </p:cNvPr>
          <p:cNvGraphicFramePr>
            <a:graphicFrameLocks/>
          </p:cNvGraphicFramePr>
          <p:nvPr>
            <p:extLst>
              <p:ext uri="{D42A27DB-BD31-4B8C-83A1-F6EECF244321}">
                <p14:modId xmlns:p14="http://schemas.microsoft.com/office/powerpoint/2010/main" val="3168823928"/>
              </p:ext>
            </p:extLst>
          </p:nvPr>
        </p:nvGraphicFramePr>
        <p:xfrm>
          <a:off x="460757" y="1389772"/>
          <a:ext cx="5029200" cy="4076867"/>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BFA5BEBE-0F33-44F0-ABB8-AC925A45B628}"/>
              </a:ext>
            </a:extLst>
          </p:cNvPr>
          <p:cNvSpPr txBox="1"/>
          <p:nvPr/>
        </p:nvSpPr>
        <p:spPr>
          <a:xfrm>
            <a:off x="5975792" y="1399588"/>
            <a:ext cx="5486400" cy="3108543"/>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mj-lt"/>
              </a:rPr>
              <a:t>Key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j-lt"/>
              </a:rPr>
              <a:t>The vast majority of our ticket volume (90.93%) is classified as 'Normal' severity.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j-lt"/>
              </a:rPr>
              <a:t>High-priority tickets ('Urgent' and 'Major') collectively represent only 6.4% of the total workload.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j-lt"/>
              </a:rPr>
              <a:t>'Urgent' issues are the rarest ticket type, accounting for just 1.43% of the total volume.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j-lt"/>
              </a:rPr>
              <a:t>A small percentage of tickets (0.37%) are 'Unclassified', pointing to an opportunity for better ticket triage.</a:t>
            </a:r>
          </a:p>
        </p:txBody>
      </p:sp>
      <p:cxnSp>
        <p:nvCxnSpPr>
          <p:cNvPr id="12" name="Connector: Elbow 11">
            <a:extLst>
              <a:ext uri="{FF2B5EF4-FFF2-40B4-BE49-F238E27FC236}">
                <a16:creationId xmlns:a16="http://schemas.microsoft.com/office/drawing/2014/main" id="{3DEE2CA5-7DED-41DA-BB4B-0ED4E3569D81}"/>
              </a:ext>
            </a:extLst>
          </p:cNvPr>
          <p:cNvCxnSpPr>
            <a:cxnSpLocks/>
          </p:cNvCxnSpPr>
          <p:nvPr/>
        </p:nvCxnSpPr>
        <p:spPr>
          <a:xfrm flipV="1">
            <a:off x="5489957" y="4876006"/>
            <a:ext cx="1346082" cy="590634"/>
          </a:xfrm>
          <a:prstGeom prst="bentConnector3">
            <a:avLst>
              <a:gd name="adj1" fmla="val 102453"/>
            </a:avLst>
          </a:prstGeom>
          <a:ln>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671333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rdrop 1">
            <a:extLst>
              <a:ext uri="{FF2B5EF4-FFF2-40B4-BE49-F238E27FC236}">
                <a16:creationId xmlns:a16="http://schemas.microsoft.com/office/drawing/2014/main" id="{276035A7-2784-4483-8CC4-365A949DE36D}"/>
              </a:ext>
            </a:extLst>
          </p:cNvPr>
          <p:cNvSpPr/>
          <p:nvPr/>
        </p:nvSpPr>
        <p:spPr>
          <a:xfrm rot="10800000">
            <a:off x="-25077" y="5310295"/>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 name="Teardrop 2">
            <a:extLst>
              <a:ext uri="{FF2B5EF4-FFF2-40B4-BE49-F238E27FC236}">
                <a16:creationId xmlns:a16="http://schemas.microsoft.com/office/drawing/2014/main" id="{5BC9CBD3-6002-4299-B18E-6570A920302E}"/>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 name="object 2">
            <a:extLst>
              <a:ext uri="{FF2B5EF4-FFF2-40B4-BE49-F238E27FC236}">
                <a16:creationId xmlns:a16="http://schemas.microsoft.com/office/drawing/2014/main" id="{A751B038-455A-4328-9050-69CE14E53B30}"/>
              </a:ext>
            </a:extLst>
          </p:cNvPr>
          <p:cNvSpPr txBox="1">
            <a:spLocks/>
          </p:cNvSpPr>
          <p:nvPr/>
        </p:nvSpPr>
        <p:spPr>
          <a:xfrm>
            <a:off x="467888" y="142616"/>
            <a:ext cx="6466312" cy="505267"/>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IN" sz="3200" b="1" dirty="0">
                <a:solidFill>
                  <a:schemeClr val="accent4">
                    <a:lumMod val="50000"/>
                  </a:schemeClr>
                </a:solidFill>
              </a:rPr>
              <a:t>Ticket Volume By Issue Type</a:t>
            </a:r>
          </a:p>
        </p:txBody>
      </p:sp>
      <p:sp>
        <p:nvSpPr>
          <p:cNvPr id="5" name="object 3">
            <a:extLst>
              <a:ext uri="{FF2B5EF4-FFF2-40B4-BE49-F238E27FC236}">
                <a16:creationId xmlns:a16="http://schemas.microsoft.com/office/drawing/2014/main" id="{07B7D8B2-6572-450B-BF2A-2574E9D2FF9D}"/>
              </a:ext>
            </a:extLst>
          </p:cNvPr>
          <p:cNvSpPr/>
          <p:nvPr/>
        </p:nvSpPr>
        <p:spPr>
          <a:xfrm>
            <a:off x="467888" y="687618"/>
            <a:ext cx="4788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mc:AlternateContent xmlns:mc="http://schemas.openxmlformats.org/markup-compatibility/2006" xmlns:cx1="http://schemas.microsoft.com/office/drawing/2015/9/8/chartex">
        <mc:Choice Requires="cx1">
          <p:graphicFrame>
            <p:nvGraphicFramePr>
              <p:cNvPr id="6" name="Chart 5">
                <a:extLst>
                  <a:ext uri="{FF2B5EF4-FFF2-40B4-BE49-F238E27FC236}">
                    <a16:creationId xmlns:a16="http://schemas.microsoft.com/office/drawing/2014/main" id="{2CC26C2A-53F7-4AE6-BF44-D17B37453307}"/>
                  </a:ext>
                </a:extLst>
              </p:cNvPr>
              <p:cNvGraphicFramePr/>
              <p:nvPr>
                <p:extLst>
                  <p:ext uri="{D42A27DB-BD31-4B8C-83A1-F6EECF244321}">
                    <p14:modId xmlns:p14="http://schemas.microsoft.com/office/powerpoint/2010/main" val="873607346"/>
                  </p:ext>
                </p:extLst>
              </p:nvPr>
            </p:nvGraphicFramePr>
            <p:xfrm>
              <a:off x="304800" y="1668368"/>
              <a:ext cx="6153671" cy="3520389"/>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6" name="Chart 5">
                <a:extLst>
                  <a:ext uri="{FF2B5EF4-FFF2-40B4-BE49-F238E27FC236}">
                    <a16:creationId xmlns:a16="http://schemas.microsoft.com/office/drawing/2014/main" id="{2CC26C2A-53F7-4AE6-BF44-D17B37453307}"/>
                  </a:ext>
                </a:extLst>
              </p:cNvPr>
              <p:cNvPicPr>
                <a:picLocks noGrp="1" noRot="1" noChangeAspect="1" noMove="1" noResize="1" noEditPoints="1" noAdjustHandles="1" noChangeArrowheads="1" noChangeShapeType="1"/>
              </p:cNvPicPr>
              <p:nvPr/>
            </p:nvPicPr>
            <p:blipFill>
              <a:blip r:embed="rId3"/>
              <a:stretch>
                <a:fillRect/>
              </a:stretch>
            </p:blipFill>
            <p:spPr>
              <a:xfrm>
                <a:off x="304800" y="1668368"/>
                <a:ext cx="6153671" cy="3520389"/>
              </a:xfrm>
              <a:prstGeom prst="rect">
                <a:avLst/>
              </a:prstGeom>
            </p:spPr>
          </p:pic>
        </mc:Fallback>
      </mc:AlternateContent>
      <p:sp>
        <p:nvSpPr>
          <p:cNvPr id="7" name="TextBox 6">
            <a:extLst>
              <a:ext uri="{FF2B5EF4-FFF2-40B4-BE49-F238E27FC236}">
                <a16:creationId xmlns:a16="http://schemas.microsoft.com/office/drawing/2014/main" id="{4A1FA146-60B1-4839-B08F-FA9CDAEC5D6D}"/>
              </a:ext>
            </a:extLst>
          </p:cNvPr>
          <p:cNvSpPr txBox="1"/>
          <p:nvPr/>
        </p:nvSpPr>
        <p:spPr>
          <a:xfrm>
            <a:off x="6580384" y="1681021"/>
            <a:ext cx="5303513" cy="2831544"/>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j-lt"/>
              </a:rPr>
              <a:t>Key Insight: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IT Requests drive the majority (75%) of our ticket volume.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IT Errors or break-fix issues account for only 25% of tickets.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We receive three service requests for every one error report.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This data shows our team's primary focus is service fulfillment, not just fixing errors.</a:t>
            </a:r>
          </a:p>
        </p:txBody>
      </p:sp>
    </p:spTree>
    <p:extLst>
      <p:ext uri="{BB962C8B-B14F-4D97-AF65-F5344CB8AC3E}">
        <p14:creationId xmlns:p14="http://schemas.microsoft.com/office/powerpoint/2010/main" val="1810615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 name="Teardrop 35">
            <a:extLst>
              <a:ext uri="{FF2B5EF4-FFF2-40B4-BE49-F238E27FC236}">
                <a16:creationId xmlns:a16="http://schemas.microsoft.com/office/drawing/2014/main" id="{87524DAC-DDD7-4CCD-978F-617D6C0AC308}"/>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grpSp>
        <p:nvGrpSpPr>
          <p:cNvPr id="37" name="object 38">
            <a:extLst>
              <a:ext uri="{FF2B5EF4-FFF2-40B4-BE49-F238E27FC236}">
                <a16:creationId xmlns:a16="http://schemas.microsoft.com/office/drawing/2014/main" id="{8220D8D6-E14D-4AB4-B0D7-7CC8B6850425}"/>
              </a:ext>
            </a:extLst>
          </p:cNvPr>
          <p:cNvGrpSpPr/>
          <p:nvPr/>
        </p:nvGrpSpPr>
        <p:grpSpPr>
          <a:xfrm>
            <a:off x="8905258" y="1158889"/>
            <a:ext cx="3276601" cy="2574118"/>
            <a:chOff x="6095999" y="4314824"/>
            <a:chExt cx="2800350" cy="914400"/>
          </a:xfrm>
        </p:grpSpPr>
        <p:sp>
          <p:nvSpPr>
            <p:cNvPr id="38" name="object 39">
              <a:extLst>
                <a:ext uri="{FF2B5EF4-FFF2-40B4-BE49-F238E27FC236}">
                  <a16:creationId xmlns:a16="http://schemas.microsoft.com/office/drawing/2014/main" id="{BABB06A5-6577-42D8-B28A-FC67C4EACBD5}"/>
                </a:ext>
              </a:extLst>
            </p:cNvPr>
            <p:cNvSpPr/>
            <p:nvPr/>
          </p:nvSpPr>
          <p:spPr>
            <a:xfrm>
              <a:off x="6095999" y="4314824"/>
              <a:ext cx="2800350" cy="914400"/>
            </a:xfrm>
            <a:custGeom>
              <a:avLst/>
              <a:gdLst/>
              <a:ahLst/>
              <a:cxnLst/>
              <a:rect l="l" t="t" r="r" b="b"/>
              <a:pathLst>
                <a:path w="2800350" h="914400">
                  <a:moveTo>
                    <a:pt x="2800349" y="914399"/>
                  </a:moveTo>
                  <a:lnTo>
                    <a:pt x="0" y="914399"/>
                  </a:lnTo>
                  <a:lnTo>
                    <a:pt x="0" y="0"/>
                  </a:lnTo>
                  <a:lnTo>
                    <a:pt x="2800349" y="0"/>
                  </a:lnTo>
                  <a:lnTo>
                    <a:pt x="2800349" y="914399"/>
                  </a:lnTo>
                  <a:close/>
                </a:path>
              </a:pathLst>
            </a:custGeom>
            <a:solidFill>
              <a:schemeClr val="accent4">
                <a:lumMod val="20000"/>
                <a:lumOff val="80000"/>
              </a:schemeClr>
            </a:solidFill>
          </p:spPr>
          <p:txBody>
            <a:bodyPr wrap="square" lIns="0" tIns="0" rIns="0" bIns="0" rtlCol="0"/>
            <a:lstStyle/>
            <a:p>
              <a:endParaRPr dirty="0">
                <a:solidFill>
                  <a:schemeClr val="accent4">
                    <a:lumMod val="50000"/>
                  </a:schemeClr>
                </a:solidFill>
                <a:latin typeface="+mj-lt"/>
              </a:endParaRPr>
            </a:p>
          </p:txBody>
        </p:sp>
        <p:sp>
          <p:nvSpPr>
            <p:cNvPr id="39" name="object 40">
              <a:extLst>
                <a:ext uri="{FF2B5EF4-FFF2-40B4-BE49-F238E27FC236}">
                  <a16:creationId xmlns:a16="http://schemas.microsoft.com/office/drawing/2014/main" id="{4B687485-BAB0-4CFA-A2DA-0836FF487F51}"/>
                </a:ext>
              </a:extLst>
            </p:cNvPr>
            <p:cNvSpPr/>
            <p:nvPr/>
          </p:nvSpPr>
          <p:spPr>
            <a:xfrm>
              <a:off x="6095999" y="4314824"/>
              <a:ext cx="28575" cy="914400"/>
            </a:xfrm>
            <a:custGeom>
              <a:avLst/>
              <a:gdLst/>
              <a:ahLst/>
              <a:cxnLst/>
              <a:rect l="l" t="t" r="r" b="b"/>
              <a:pathLst>
                <a:path w="28575" h="914400">
                  <a:moveTo>
                    <a:pt x="28574" y="914399"/>
                  </a:moveTo>
                  <a:lnTo>
                    <a:pt x="0" y="914399"/>
                  </a:lnTo>
                  <a:lnTo>
                    <a:pt x="0" y="0"/>
                  </a:lnTo>
                  <a:lnTo>
                    <a:pt x="28574" y="0"/>
                  </a:lnTo>
                  <a:lnTo>
                    <a:pt x="28574" y="914399"/>
                  </a:lnTo>
                  <a:close/>
                </a:path>
              </a:pathLst>
            </a:custGeom>
            <a:solidFill>
              <a:schemeClr val="accent4">
                <a:lumMod val="50000"/>
              </a:schemeClr>
            </a:solidFill>
          </p:spPr>
          <p:txBody>
            <a:bodyPr wrap="square" lIns="0" tIns="0" rIns="0" bIns="0" rtlCol="0"/>
            <a:lstStyle/>
            <a:p>
              <a:endParaRPr dirty="0">
                <a:solidFill>
                  <a:schemeClr val="accent4">
                    <a:lumMod val="50000"/>
                  </a:schemeClr>
                </a:solidFill>
                <a:latin typeface="+mj-lt"/>
              </a:endParaRPr>
            </a:p>
          </p:txBody>
        </p:sp>
      </p:grpSp>
      <p:sp>
        <p:nvSpPr>
          <p:cNvPr id="35" name="Teardrop 34">
            <a:extLst>
              <a:ext uri="{FF2B5EF4-FFF2-40B4-BE49-F238E27FC236}">
                <a16:creationId xmlns:a16="http://schemas.microsoft.com/office/drawing/2014/main" id="{D8558A4A-F9E3-4E9F-9A86-2DECB841CFAA}"/>
              </a:ext>
            </a:extLst>
          </p:cNvPr>
          <p:cNvSpPr/>
          <p:nvPr/>
        </p:nvSpPr>
        <p:spPr>
          <a:xfrm rot="10800000">
            <a:off x="0" y="530529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grpSp>
        <p:nvGrpSpPr>
          <p:cNvPr id="19" name="object 19"/>
          <p:cNvGrpSpPr/>
          <p:nvPr/>
        </p:nvGrpSpPr>
        <p:grpSpPr>
          <a:xfrm>
            <a:off x="554273" y="5454496"/>
            <a:ext cx="8513527" cy="1292736"/>
            <a:chOff x="385762" y="7034211"/>
            <a:chExt cx="11420462" cy="933451"/>
          </a:xfrm>
          <a:solidFill>
            <a:schemeClr val="accent4">
              <a:lumMod val="20000"/>
              <a:lumOff val="80000"/>
            </a:schemeClr>
          </a:solidFill>
        </p:grpSpPr>
        <p:sp>
          <p:nvSpPr>
            <p:cNvPr id="20" name="object 20"/>
            <p:cNvSpPr/>
            <p:nvPr/>
          </p:nvSpPr>
          <p:spPr>
            <a:xfrm>
              <a:off x="385762" y="7034211"/>
              <a:ext cx="2276475" cy="933450"/>
            </a:xfrm>
            <a:custGeom>
              <a:avLst/>
              <a:gdLst/>
              <a:ahLst/>
              <a:cxnLst/>
              <a:rect l="l" t="t" r="r" b="b"/>
              <a:pathLst>
                <a:path w="2276475" h="933450">
                  <a:moveTo>
                    <a:pt x="2247558" y="933449"/>
                  </a:moveTo>
                  <a:lnTo>
                    <a:pt x="28916" y="933449"/>
                  </a:lnTo>
                  <a:lnTo>
                    <a:pt x="24664" y="932603"/>
                  </a:lnTo>
                  <a:lnTo>
                    <a:pt x="0" y="904532"/>
                  </a:lnTo>
                  <a:lnTo>
                    <a:pt x="0" y="900112"/>
                  </a:lnTo>
                  <a:lnTo>
                    <a:pt x="0" y="28916"/>
                  </a:lnTo>
                  <a:lnTo>
                    <a:pt x="28916" y="0"/>
                  </a:lnTo>
                  <a:lnTo>
                    <a:pt x="2247558" y="0"/>
                  </a:lnTo>
                  <a:lnTo>
                    <a:pt x="2276474" y="28916"/>
                  </a:lnTo>
                  <a:lnTo>
                    <a:pt x="2276474" y="904532"/>
                  </a:lnTo>
                  <a:lnTo>
                    <a:pt x="2251810" y="932603"/>
                  </a:lnTo>
                  <a:lnTo>
                    <a:pt x="2247558" y="933449"/>
                  </a:lnTo>
                  <a:close/>
                </a:path>
              </a:pathLst>
            </a:custGeom>
            <a:grpFill/>
          </p:spPr>
          <p:txBody>
            <a:bodyPr wrap="square" lIns="0" tIns="0" rIns="0" bIns="0" rtlCol="0"/>
            <a:lstStyle/>
            <a:p>
              <a:endParaRPr sz="3200">
                <a:solidFill>
                  <a:schemeClr val="accent4">
                    <a:lumMod val="50000"/>
                  </a:schemeClr>
                </a:solidFill>
                <a:latin typeface="+mj-lt"/>
              </a:endParaRPr>
            </a:p>
          </p:txBody>
        </p:sp>
        <p:sp>
          <p:nvSpPr>
            <p:cNvPr id="21" name="object 21"/>
            <p:cNvSpPr/>
            <p:nvPr/>
          </p:nvSpPr>
          <p:spPr>
            <a:xfrm>
              <a:off x="2671749" y="7034212"/>
              <a:ext cx="9134475" cy="933450"/>
            </a:xfrm>
            <a:custGeom>
              <a:avLst/>
              <a:gdLst/>
              <a:ahLst/>
              <a:cxnLst/>
              <a:rect l="l" t="t" r="r" b="b"/>
              <a:pathLst>
                <a:path w="9134475" h="933450">
                  <a:moveTo>
                    <a:pt x="2276475" y="28917"/>
                  </a:moveTo>
                  <a:lnTo>
                    <a:pt x="2247569" y="0"/>
                  </a:lnTo>
                  <a:lnTo>
                    <a:pt x="28917" y="0"/>
                  </a:lnTo>
                  <a:lnTo>
                    <a:pt x="0" y="28917"/>
                  </a:lnTo>
                  <a:lnTo>
                    <a:pt x="0" y="900112"/>
                  </a:lnTo>
                  <a:lnTo>
                    <a:pt x="0" y="904532"/>
                  </a:lnTo>
                  <a:lnTo>
                    <a:pt x="28917" y="933450"/>
                  </a:lnTo>
                  <a:lnTo>
                    <a:pt x="2247569" y="933450"/>
                  </a:lnTo>
                  <a:lnTo>
                    <a:pt x="2276475" y="904532"/>
                  </a:lnTo>
                  <a:lnTo>
                    <a:pt x="2276475" y="28917"/>
                  </a:lnTo>
                  <a:close/>
                </a:path>
                <a:path w="9134475" h="933450">
                  <a:moveTo>
                    <a:pt x="4562475" y="28917"/>
                  </a:moveTo>
                  <a:lnTo>
                    <a:pt x="4533557" y="0"/>
                  </a:lnTo>
                  <a:lnTo>
                    <a:pt x="2314918" y="0"/>
                  </a:lnTo>
                  <a:lnTo>
                    <a:pt x="2286000" y="28917"/>
                  </a:lnTo>
                  <a:lnTo>
                    <a:pt x="2286000" y="900112"/>
                  </a:lnTo>
                  <a:lnTo>
                    <a:pt x="2286000" y="904532"/>
                  </a:lnTo>
                  <a:lnTo>
                    <a:pt x="2314918" y="933450"/>
                  </a:lnTo>
                  <a:lnTo>
                    <a:pt x="4533557" y="933450"/>
                  </a:lnTo>
                  <a:lnTo>
                    <a:pt x="4562475" y="904532"/>
                  </a:lnTo>
                  <a:lnTo>
                    <a:pt x="4562475" y="28917"/>
                  </a:lnTo>
                  <a:close/>
                </a:path>
                <a:path w="9134475" h="933450">
                  <a:moveTo>
                    <a:pt x="6848475" y="28917"/>
                  </a:moveTo>
                  <a:lnTo>
                    <a:pt x="6819557" y="0"/>
                  </a:lnTo>
                  <a:lnTo>
                    <a:pt x="4600918" y="0"/>
                  </a:lnTo>
                  <a:lnTo>
                    <a:pt x="4572000" y="28917"/>
                  </a:lnTo>
                  <a:lnTo>
                    <a:pt x="4572000" y="900112"/>
                  </a:lnTo>
                  <a:lnTo>
                    <a:pt x="4572000" y="904532"/>
                  </a:lnTo>
                  <a:lnTo>
                    <a:pt x="4600918" y="933450"/>
                  </a:lnTo>
                  <a:lnTo>
                    <a:pt x="6819557" y="933450"/>
                  </a:lnTo>
                  <a:lnTo>
                    <a:pt x="6848475" y="904532"/>
                  </a:lnTo>
                  <a:lnTo>
                    <a:pt x="6848475" y="28917"/>
                  </a:lnTo>
                  <a:close/>
                </a:path>
                <a:path w="9134475" h="933450">
                  <a:moveTo>
                    <a:pt x="9134475" y="28917"/>
                  </a:moveTo>
                  <a:lnTo>
                    <a:pt x="9105557" y="0"/>
                  </a:lnTo>
                  <a:lnTo>
                    <a:pt x="6886918" y="0"/>
                  </a:lnTo>
                  <a:lnTo>
                    <a:pt x="6858000" y="28917"/>
                  </a:lnTo>
                  <a:lnTo>
                    <a:pt x="6858000" y="900112"/>
                  </a:lnTo>
                  <a:lnTo>
                    <a:pt x="6858000" y="904532"/>
                  </a:lnTo>
                  <a:lnTo>
                    <a:pt x="6886918" y="933450"/>
                  </a:lnTo>
                  <a:lnTo>
                    <a:pt x="9105557" y="933450"/>
                  </a:lnTo>
                  <a:lnTo>
                    <a:pt x="9134475" y="904532"/>
                  </a:lnTo>
                  <a:lnTo>
                    <a:pt x="9134475" y="28917"/>
                  </a:lnTo>
                  <a:close/>
                </a:path>
              </a:pathLst>
            </a:custGeom>
            <a:grpFill/>
          </p:spPr>
          <p:txBody>
            <a:bodyPr wrap="square" lIns="0" tIns="0" rIns="0" bIns="0" rtlCol="0"/>
            <a:lstStyle/>
            <a:p>
              <a:endParaRPr sz="3200">
                <a:solidFill>
                  <a:schemeClr val="accent4">
                    <a:lumMod val="50000"/>
                  </a:schemeClr>
                </a:solidFill>
                <a:latin typeface="+mj-lt"/>
              </a:endParaRPr>
            </a:p>
          </p:txBody>
        </p:sp>
      </p:grpSp>
      <p:sp>
        <p:nvSpPr>
          <p:cNvPr id="2" name="object 2"/>
          <p:cNvSpPr txBox="1">
            <a:spLocks noGrp="1"/>
          </p:cNvSpPr>
          <p:nvPr>
            <p:ph type="title"/>
          </p:nvPr>
        </p:nvSpPr>
        <p:spPr>
          <a:xfrm>
            <a:off x="-76200" y="219718"/>
            <a:ext cx="5244465" cy="505267"/>
          </a:xfrm>
          <a:prstGeom prst="rect">
            <a:avLst/>
          </a:prstGeom>
        </p:spPr>
        <p:txBody>
          <a:bodyPr vert="horz" wrap="square" lIns="0" tIns="12700" rIns="0" bIns="0" rtlCol="0">
            <a:spAutoFit/>
          </a:bodyPr>
          <a:lstStyle/>
          <a:p>
            <a:pPr marL="12700" algn="ctr">
              <a:lnSpc>
                <a:spcPct val="100000"/>
              </a:lnSpc>
              <a:spcBef>
                <a:spcPts val="100"/>
              </a:spcBef>
            </a:pPr>
            <a:r>
              <a:rPr lang="en-IN" sz="3200" dirty="0">
                <a:solidFill>
                  <a:schemeClr val="accent4">
                    <a:lumMod val="50000"/>
                  </a:schemeClr>
                </a:solidFill>
                <a:latin typeface="+mj-lt"/>
              </a:rPr>
              <a:t>Ticket Volume Over Time</a:t>
            </a:r>
          </a:p>
        </p:txBody>
      </p:sp>
      <p:sp>
        <p:nvSpPr>
          <p:cNvPr id="18" name="object 18"/>
          <p:cNvSpPr txBox="1"/>
          <p:nvPr/>
        </p:nvSpPr>
        <p:spPr>
          <a:xfrm>
            <a:off x="10141" y="5067802"/>
            <a:ext cx="3381064" cy="289823"/>
          </a:xfrm>
          <a:prstGeom prst="rect">
            <a:avLst/>
          </a:prstGeom>
        </p:spPr>
        <p:txBody>
          <a:bodyPr vert="horz" wrap="square" lIns="0" tIns="12700" rIns="0" bIns="0" rtlCol="0">
            <a:spAutoFit/>
          </a:bodyPr>
          <a:lstStyle/>
          <a:p>
            <a:pPr marL="12700" algn="ctr">
              <a:lnSpc>
                <a:spcPct val="100000"/>
              </a:lnSpc>
              <a:spcBef>
                <a:spcPts val="100"/>
              </a:spcBef>
            </a:pPr>
            <a:r>
              <a:rPr lang="en-IN" b="1" dirty="0">
                <a:solidFill>
                  <a:schemeClr val="accent4">
                    <a:lumMod val="50000"/>
                  </a:schemeClr>
                </a:solidFill>
                <a:latin typeface="+mj-lt"/>
                <a:cs typeface="Calibri"/>
              </a:rPr>
              <a:t>Year-wise Ticket Volume</a:t>
            </a:r>
            <a:endParaRPr lang="en-IN" dirty="0">
              <a:solidFill>
                <a:schemeClr val="accent4">
                  <a:lumMod val="50000"/>
                </a:schemeClr>
              </a:solidFill>
              <a:latin typeface="+mj-lt"/>
              <a:cs typeface="Calibri"/>
            </a:endParaRPr>
          </a:p>
        </p:txBody>
      </p:sp>
      <p:graphicFrame>
        <p:nvGraphicFramePr>
          <p:cNvPr id="27" name="Chart 26">
            <a:extLst>
              <a:ext uri="{FF2B5EF4-FFF2-40B4-BE49-F238E27FC236}">
                <a16:creationId xmlns:a16="http://schemas.microsoft.com/office/drawing/2014/main" id="{31A7BBEE-409A-413A-B945-145AB30A337F}"/>
              </a:ext>
            </a:extLst>
          </p:cNvPr>
          <p:cNvGraphicFramePr>
            <a:graphicFrameLocks/>
          </p:cNvGraphicFramePr>
          <p:nvPr>
            <p:extLst>
              <p:ext uri="{D42A27DB-BD31-4B8C-83A1-F6EECF244321}">
                <p14:modId xmlns:p14="http://schemas.microsoft.com/office/powerpoint/2010/main" val="1176609266"/>
              </p:ext>
            </p:extLst>
          </p:nvPr>
        </p:nvGraphicFramePr>
        <p:xfrm>
          <a:off x="10141" y="1174922"/>
          <a:ext cx="8745039" cy="3666994"/>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A7DCB009-6236-40E3-81CF-4F7091A327F0}"/>
              </a:ext>
            </a:extLst>
          </p:cNvPr>
          <p:cNvSpPr txBox="1"/>
          <p:nvPr/>
        </p:nvSpPr>
        <p:spPr>
          <a:xfrm>
            <a:off x="709083" y="5714206"/>
            <a:ext cx="1295401" cy="646331"/>
          </a:xfrm>
          <a:prstGeom prst="rect">
            <a:avLst/>
          </a:prstGeom>
          <a:noFill/>
        </p:spPr>
        <p:txBody>
          <a:bodyPr wrap="square" rtlCol="0">
            <a:spAutoFit/>
          </a:bodyPr>
          <a:lstStyle/>
          <a:p>
            <a:pPr algn="ctr"/>
            <a:r>
              <a:rPr lang="en-US" sz="2000" b="1" dirty="0">
                <a:solidFill>
                  <a:schemeClr val="accent4">
                    <a:lumMod val="50000"/>
                  </a:schemeClr>
                </a:solidFill>
                <a:latin typeface="+mj-lt"/>
              </a:rPr>
              <a:t>13,051</a:t>
            </a:r>
          </a:p>
          <a:p>
            <a:pPr algn="ctr"/>
            <a:r>
              <a:rPr lang="en-US" sz="1600" dirty="0">
                <a:solidFill>
                  <a:schemeClr val="accent4">
                    <a:lumMod val="50000"/>
                  </a:schemeClr>
                </a:solidFill>
                <a:latin typeface="+mj-lt"/>
              </a:rPr>
              <a:t>2016</a:t>
            </a:r>
            <a:endParaRPr lang="en-IN" sz="1600" dirty="0">
              <a:solidFill>
                <a:schemeClr val="accent4">
                  <a:lumMod val="50000"/>
                </a:schemeClr>
              </a:solidFill>
              <a:latin typeface="+mj-lt"/>
            </a:endParaRPr>
          </a:p>
        </p:txBody>
      </p:sp>
      <p:sp>
        <p:nvSpPr>
          <p:cNvPr id="12" name="TextBox 11">
            <a:extLst>
              <a:ext uri="{FF2B5EF4-FFF2-40B4-BE49-F238E27FC236}">
                <a16:creationId xmlns:a16="http://schemas.microsoft.com/office/drawing/2014/main" id="{72D96D4D-282F-4FD9-BF8D-88522DDC91B2}"/>
              </a:ext>
            </a:extLst>
          </p:cNvPr>
          <p:cNvSpPr txBox="1"/>
          <p:nvPr/>
        </p:nvSpPr>
        <p:spPr>
          <a:xfrm>
            <a:off x="2473692" y="5714206"/>
            <a:ext cx="1295401" cy="861774"/>
          </a:xfrm>
          <a:prstGeom prst="rect">
            <a:avLst/>
          </a:prstGeom>
          <a:noFill/>
        </p:spPr>
        <p:txBody>
          <a:bodyPr wrap="square" rtlCol="0">
            <a:spAutoFit/>
          </a:bodyPr>
          <a:lstStyle/>
          <a:p>
            <a:pPr algn="ctr"/>
            <a:r>
              <a:rPr lang="en-US" sz="2000" b="1" dirty="0">
                <a:solidFill>
                  <a:schemeClr val="accent4">
                    <a:lumMod val="50000"/>
                  </a:schemeClr>
                </a:solidFill>
                <a:latin typeface="+mj-lt"/>
              </a:rPr>
              <a:t>14,915</a:t>
            </a:r>
          </a:p>
          <a:p>
            <a:pPr algn="ctr"/>
            <a:r>
              <a:rPr lang="en-US" sz="1600" dirty="0">
                <a:solidFill>
                  <a:schemeClr val="accent4">
                    <a:lumMod val="50000"/>
                  </a:schemeClr>
                </a:solidFill>
                <a:latin typeface="+mj-lt"/>
              </a:rPr>
              <a:t>2017</a:t>
            </a:r>
            <a:endParaRPr lang="en-US" sz="1100" dirty="0">
              <a:solidFill>
                <a:schemeClr val="accent4">
                  <a:lumMod val="50000"/>
                </a:schemeClr>
              </a:solidFill>
              <a:latin typeface="+mj-lt"/>
            </a:endParaRPr>
          </a:p>
          <a:p>
            <a:pPr algn="ctr"/>
            <a:r>
              <a:rPr lang="en-US" sz="1400" dirty="0">
                <a:solidFill>
                  <a:schemeClr val="accent4">
                    <a:lumMod val="50000"/>
                  </a:schemeClr>
                </a:solidFill>
                <a:latin typeface="+mj-lt"/>
              </a:rPr>
              <a:t>+14.28% YoY</a:t>
            </a:r>
            <a:endParaRPr lang="en-IN" sz="1050" dirty="0">
              <a:solidFill>
                <a:schemeClr val="accent4">
                  <a:lumMod val="50000"/>
                </a:schemeClr>
              </a:solidFill>
              <a:latin typeface="+mj-lt"/>
            </a:endParaRPr>
          </a:p>
        </p:txBody>
      </p:sp>
      <p:sp>
        <p:nvSpPr>
          <p:cNvPr id="13" name="TextBox 12">
            <a:extLst>
              <a:ext uri="{FF2B5EF4-FFF2-40B4-BE49-F238E27FC236}">
                <a16:creationId xmlns:a16="http://schemas.microsoft.com/office/drawing/2014/main" id="{54C835C6-3AA5-483B-9549-F6E7224C5B69}"/>
              </a:ext>
            </a:extLst>
          </p:cNvPr>
          <p:cNvSpPr txBox="1"/>
          <p:nvPr/>
        </p:nvSpPr>
        <p:spPr>
          <a:xfrm>
            <a:off x="4227416" y="5702976"/>
            <a:ext cx="1295401" cy="861774"/>
          </a:xfrm>
          <a:prstGeom prst="rect">
            <a:avLst/>
          </a:prstGeom>
          <a:noFill/>
        </p:spPr>
        <p:txBody>
          <a:bodyPr wrap="square" rtlCol="0">
            <a:spAutoFit/>
          </a:bodyPr>
          <a:lstStyle/>
          <a:p>
            <a:pPr algn="ctr"/>
            <a:r>
              <a:rPr lang="en-US" sz="2000" b="1" dirty="0">
                <a:solidFill>
                  <a:schemeClr val="accent4">
                    <a:lumMod val="50000"/>
                  </a:schemeClr>
                </a:solidFill>
                <a:latin typeface="+mj-lt"/>
              </a:rPr>
              <a:t>18,954</a:t>
            </a:r>
          </a:p>
          <a:p>
            <a:pPr algn="ctr"/>
            <a:r>
              <a:rPr lang="en-US" sz="1600" dirty="0">
                <a:solidFill>
                  <a:schemeClr val="accent4">
                    <a:lumMod val="50000"/>
                  </a:schemeClr>
                </a:solidFill>
                <a:latin typeface="+mj-lt"/>
              </a:rPr>
              <a:t>2018</a:t>
            </a:r>
          </a:p>
          <a:p>
            <a:pPr algn="ctr"/>
            <a:r>
              <a:rPr lang="en-US" sz="1400" dirty="0">
                <a:solidFill>
                  <a:schemeClr val="accent4">
                    <a:lumMod val="50000"/>
                  </a:schemeClr>
                </a:solidFill>
                <a:latin typeface="+mj-lt"/>
              </a:rPr>
              <a:t>+27.08% YoY</a:t>
            </a:r>
            <a:endParaRPr lang="en-IN" sz="1400" dirty="0">
              <a:solidFill>
                <a:schemeClr val="accent4">
                  <a:lumMod val="50000"/>
                </a:schemeClr>
              </a:solidFill>
              <a:latin typeface="+mj-lt"/>
            </a:endParaRPr>
          </a:p>
        </p:txBody>
      </p:sp>
      <p:sp>
        <p:nvSpPr>
          <p:cNvPr id="14" name="TextBox 13">
            <a:extLst>
              <a:ext uri="{FF2B5EF4-FFF2-40B4-BE49-F238E27FC236}">
                <a16:creationId xmlns:a16="http://schemas.microsoft.com/office/drawing/2014/main" id="{D2515299-6333-48B6-B7FD-0F40C5D5B0D3}"/>
              </a:ext>
            </a:extLst>
          </p:cNvPr>
          <p:cNvSpPr txBox="1"/>
          <p:nvPr/>
        </p:nvSpPr>
        <p:spPr>
          <a:xfrm>
            <a:off x="5821037" y="5714206"/>
            <a:ext cx="1295401" cy="892552"/>
          </a:xfrm>
          <a:prstGeom prst="rect">
            <a:avLst/>
          </a:prstGeom>
          <a:noFill/>
        </p:spPr>
        <p:txBody>
          <a:bodyPr wrap="square" rtlCol="0">
            <a:spAutoFit/>
          </a:bodyPr>
          <a:lstStyle/>
          <a:p>
            <a:pPr algn="ctr"/>
            <a:r>
              <a:rPr lang="en-US" sz="2000" b="1" dirty="0">
                <a:solidFill>
                  <a:schemeClr val="accent4">
                    <a:lumMod val="50000"/>
                  </a:schemeClr>
                </a:solidFill>
                <a:latin typeface="+mj-lt"/>
              </a:rPr>
              <a:t>21,490</a:t>
            </a:r>
          </a:p>
          <a:p>
            <a:pPr algn="ctr"/>
            <a:r>
              <a:rPr lang="en-US" sz="1600" dirty="0">
                <a:solidFill>
                  <a:schemeClr val="accent4">
                    <a:lumMod val="50000"/>
                  </a:schemeClr>
                </a:solidFill>
                <a:latin typeface="+mj-lt"/>
              </a:rPr>
              <a:t>2019</a:t>
            </a:r>
          </a:p>
          <a:p>
            <a:pPr algn="ctr"/>
            <a:r>
              <a:rPr lang="en-US" sz="1400" dirty="0">
                <a:solidFill>
                  <a:schemeClr val="accent4">
                    <a:lumMod val="50000"/>
                  </a:schemeClr>
                </a:solidFill>
                <a:latin typeface="+mj-lt"/>
              </a:rPr>
              <a:t>+13.38% YoY</a:t>
            </a:r>
            <a:endParaRPr lang="en-IN" sz="1000" dirty="0">
              <a:solidFill>
                <a:schemeClr val="accent4">
                  <a:lumMod val="50000"/>
                </a:schemeClr>
              </a:solidFill>
              <a:latin typeface="+mj-lt"/>
            </a:endParaRPr>
          </a:p>
        </p:txBody>
      </p:sp>
      <p:sp>
        <p:nvSpPr>
          <p:cNvPr id="15" name="TextBox 14">
            <a:extLst>
              <a:ext uri="{FF2B5EF4-FFF2-40B4-BE49-F238E27FC236}">
                <a16:creationId xmlns:a16="http://schemas.microsoft.com/office/drawing/2014/main" id="{6BD3494A-B3EB-4A6A-8D7B-69968AB23E64}"/>
              </a:ext>
            </a:extLst>
          </p:cNvPr>
          <p:cNvSpPr txBox="1"/>
          <p:nvPr/>
        </p:nvSpPr>
        <p:spPr>
          <a:xfrm>
            <a:off x="7541343" y="5714206"/>
            <a:ext cx="1295401" cy="861774"/>
          </a:xfrm>
          <a:prstGeom prst="rect">
            <a:avLst/>
          </a:prstGeom>
          <a:noFill/>
        </p:spPr>
        <p:txBody>
          <a:bodyPr wrap="square" rtlCol="0">
            <a:spAutoFit/>
          </a:bodyPr>
          <a:lstStyle/>
          <a:p>
            <a:pPr algn="ctr"/>
            <a:r>
              <a:rPr lang="en-US" sz="2000" b="1" dirty="0">
                <a:solidFill>
                  <a:schemeClr val="accent4">
                    <a:lumMod val="50000"/>
                  </a:schemeClr>
                </a:solidFill>
                <a:latin typeface="+mj-lt"/>
              </a:rPr>
              <a:t>29,088</a:t>
            </a:r>
          </a:p>
          <a:p>
            <a:pPr algn="ctr"/>
            <a:r>
              <a:rPr lang="en-US" sz="1600" dirty="0">
                <a:solidFill>
                  <a:schemeClr val="accent4">
                    <a:lumMod val="50000"/>
                  </a:schemeClr>
                </a:solidFill>
                <a:latin typeface="+mj-lt"/>
              </a:rPr>
              <a:t>2020</a:t>
            </a:r>
          </a:p>
          <a:p>
            <a:pPr algn="ctr"/>
            <a:r>
              <a:rPr lang="en-US" sz="1400" dirty="0">
                <a:solidFill>
                  <a:schemeClr val="accent4">
                    <a:lumMod val="50000"/>
                  </a:schemeClr>
                </a:solidFill>
                <a:latin typeface="+mj-lt"/>
              </a:rPr>
              <a:t>+35.36% YoY</a:t>
            </a:r>
            <a:endParaRPr lang="en-IN" sz="1400" dirty="0">
              <a:solidFill>
                <a:schemeClr val="accent4">
                  <a:lumMod val="50000"/>
                </a:schemeClr>
              </a:solidFill>
              <a:latin typeface="+mj-lt"/>
            </a:endParaRPr>
          </a:p>
        </p:txBody>
      </p:sp>
      <p:sp>
        <p:nvSpPr>
          <p:cNvPr id="5" name="Minus Sign 4">
            <a:extLst>
              <a:ext uri="{FF2B5EF4-FFF2-40B4-BE49-F238E27FC236}">
                <a16:creationId xmlns:a16="http://schemas.microsoft.com/office/drawing/2014/main" id="{BC4A90DE-2844-46FB-8B28-EB03A724210C}"/>
              </a:ext>
            </a:extLst>
          </p:cNvPr>
          <p:cNvSpPr/>
          <p:nvPr/>
        </p:nvSpPr>
        <p:spPr>
          <a:xfrm rot="5400000">
            <a:off x="1387129" y="6074245"/>
            <a:ext cx="1728000" cy="72000"/>
          </a:xfrm>
          <a:prstGeom prst="mathMinu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9" name="object 12">
            <a:extLst>
              <a:ext uri="{FF2B5EF4-FFF2-40B4-BE49-F238E27FC236}">
                <a16:creationId xmlns:a16="http://schemas.microsoft.com/office/drawing/2014/main" id="{3BA2982D-A705-4852-8FA7-4A1A9F980ACC}"/>
              </a:ext>
            </a:extLst>
          </p:cNvPr>
          <p:cNvSpPr txBox="1"/>
          <p:nvPr/>
        </p:nvSpPr>
        <p:spPr>
          <a:xfrm>
            <a:off x="8960404" y="1653449"/>
            <a:ext cx="3556123" cy="1946943"/>
          </a:xfrm>
          <a:prstGeom prst="rect">
            <a:avLst/>
          </a:prstGeom>
          <a:ln>
            <a:noFill/>
          </a:ln>
        </p:spPr>
        <p:txBody>
          <a:bodyPr vert="horz" wrap="square" lIns="0" tIns="106680" rIns="0" bIns="0" rtlCol="0">
            <a:spAutoFit/>
          </a:bodyPr>
          <a:lstStyle/>
          <a:p>
            <a:pPr marL="114300">
              <a:lnSpc>
                <a:spcPct val="100000"/>
              </a:lnSpc>
              <a:spcBef>
                <a:spcPts val="840"/>
              </a:spcBef>
            </a:pPr>
            <a:r>
              <a:rPr sz="1600" spc="-90" dirty="0">
                <a:solidFill>
                  <a:schemeClr val="accent4">
                    <a:lumMod val="50000"/>
                  </a:schemeClr>
                </a:solidFill>
                <a:latin typeface="+mj-lt"/>
                <a:cs typeface="Arial"/>
              </a:rPr>
              <a:t>Business</a:t>
            </a:r>
            <a:r>
              <a:rPr sz="1600" spc="-85" dirty="0">
                <a:solidFill>
                  <a:schemeClr val="accent4">
                    <a:lumMod val="50000"/>
                  </a:schemeClr>
                </a:solidFill>
                <a:latin typeface="+mj-lt"/>
                <a:cs typeface="Arial"/>
              </a:rPr>
              <a:t> </a:t>
            </a:r>
            <a:r>
              <a:rPr sz="1600" spc="-10" dirty="0">
                <a:solidFill>
                  <a:schemeClr val="accent4">
                    <a:lumMod val="50000"/>
                  </a:schemeClr>
                </a:solidFill>
                <a:latin typeface="+mj-lt"/>
                <a:cs typeface="Arial"/>
              </a:rPr>
              <a:t>Impact</a:t>
            </a:r>
            <a:r>
              <a:rPr lang="en-US" sz="1600" spc="-10" dirty="0">
                <a:solidFill>
                  <a:schemeClr val="accent4">
                    <a:lumMod val="50000"/>
                  </a:schemeClr>
                </a:solidFill>
                <a:latin typeface="+mj-lt"/>
                <a:cs typeface="Arial"/>
              </a:rPr>
              <a:t>:</a:t>
            </a:r>
            <a:endParaRPr sz="1600" dirty="0">
              <a:solidFill>
                <a:schemeClr val="accent4">
                  <a:lumMod val="50000"/>
                </a:schemeClr>
              </a:solidFill>
              <a:latin typeface="+mj-lt"/>
              <a:cs typeface="Arial"/>
            </a:endParaRPr>
          </a:p>
          <a:p>
            <a:pPr marL="400050" marR="508000" indent="-285750">
              <a:lnSpc>
                <a:spcPct val="125000"/>
              </a:lnSpc>
              <a:spcBef>
                <a:spcPts val="280"/>
              </a:spcBef>
              <a:buFont typeface="Arial" panose="020B0604020202020204" pitchFamily="34" charset="0"/>
              <a:buChar char="•"/>
            </a:pPr>
            <a:r>
              <a:rPr sz="1600" dirty="0">
                <a:solidFill>
                  <a:schemeClr val="accent4">
                    <a:lumMod val="50000"/>
                  </a:schemeClr>
                </a:solidFill>
                <a:latin typeface="+mj-lt"/>
                <a:cs typeface="Lato"/>
              </a:rPr>
              <a:t>Rapid</a:t>
            </a:r>
            <a:r>
              <a:rPr sz="1600" spc="-50" dirty="0">
                <a:solidFill>
                  <a:schemeClr val="accent4">
                    <a:lumMod val="50000"/>
                  </a:schemeClr>
                </a:solidFill>
                <a:latin typeface="+mj-lt"/>
                <a:cs typeface="Lato"/>
              </a:rPr>
              <a:t> </a:t>
            </a:r>
            <a:r>
              <a:rPr sz="1600" dirty="0">
                <a:solidFill>
                  <a:schemeClr val="accent4">
                    <a:lumMod val="50000"/>
                  </a:schemeClr>
                </a:solidFill>
                <a:latin typeface="+mj-lt"/>
                <a:cs typeface="Lato"/>
              </a:rPr>
              <a:t>growth</a:t>
            </a:r>
            <a:r>
              <a:rPr sz="1600" spc="-50" dirty="0">
                <a:solidFill>
                  <a:schemeClr val="accent4">
                    <a:lumMod val="50000"/>
                  </a:schemeClr>
                </a:solidFill>
                <a:latin typeface="+mj-lt"/>
                <a:cs typeface="Lato"/>
              </a:rPr>
              <a:t> </a:t>
            </a:r>
            <a:r>
              <a:rPr sz="1600" dirty="0">
                <a:solidFill>
                  <a:schemeClr val="accent4">
                    <a:lumMod val="50000"/>
                  </a:schemeClr>
                </a:solidFill>
                <a:latin typeface="+mj-lt"/>
                <a:cs typeface="Lato"/>
              </a:rPr>
              <a:t>signals</a:t>
            </a:r>
            <a:r>
              <a:rPr sz="1600" spc="-50" dirty="0">
                <a:solidFill>
                  <a:schemeClr val="accent4">
                    <a:lumMod val="50000"/>
                  </a:schemeClr>
                </a:solidFill>
                <a:latin typeface="+mj-lt"/>
                <a:cs typeface="Lato"/>
              </a:rPr>
              <a:t> </a:t>
            </a:r>
            <a:r>
              <a:rPr sz="1600" dirty="0">
                <a:solidFill>
                  <a:schemeClr val="accent4">
                    <a:lumMod val="50000"/>
                  </a:schemeClr>
                </a:solidFill>
                <a:latin typeface="+mj-lt"/>
                <a:cs typeface="Lato"/>
              </a:rPr>
              <a:t>rising</a:t>
            </a:r>
            <a:r>
              <a:rPr sz="1600" spc="-50" dirty="0">
                <a:solidFill>
                  <a:schemeClr val="accent4">
                    <a:lumMod val="50000"/>
                  </a:schemeClr>
                </a:solidFill>
                <a:latin typeface="+mj-lt"/>
                <a:cs typeface="Lato"/>
              </a:rPr>
              <a:t> </a:t>
            </a:r>
            <a:r>
              <a:rPr sz="1600" spc="-20" dirty="0">
                <a:solidFill>
                  <a:schemeClr val="accent4">
                    <a:lumMod val="50000"/>
                  </a:schemeClr>
                </a:solidFill>
                <a:latin typeface="+mj-lt"/>
                <a:cs typeface="Lato"/>
              </a:rPr>
              <a:t>dependency</a:t>
            </a:r>
            <a:r>
              <a:rPr sz="1600" spc="-45" dirty="0">
                <a:solidFill>
                  <a:schemeClr val="accent4">
                    <a:lumMod val="50000"/>
                  </a:schemeClr>
                </a:solidFill>
                <a:latin typeface="+mj-lt"/>
                <a:cs typeface="Lato"/>
              </a:rPr>
              <a:t> </a:t>
            </a:r>
            <a:r>
              <a:rPr sz="1600" spc="-20" dirty="0">
                <a:solidFill>
                  <a:schemeClr val="accent4">
                    <a:lumMod val="50000"/>
                  </a:schemeClr>
                </a:solidFill>
                <a:latin typeface="+mj-lt"/>
                <a:cs typeface="Lato"/>
              </a:rPr>
              <a:t>on</a:t>
            </a:r>
            <a:r>
              <a:rPr sz="1600" spc="-50" dirty="0">
                <a:solidFill>
                  <a:schemeClr val="accent4">
                    <a:lumMod val="50000"/>
                  </a:schemeClr>
                </a:solidFill>
                <a:latin typeface="+mj-lt"/>
                <a:cs typeface="Lato"/>
              </a:rPr>
              <a:t> </a:t>
            </a:r>
            <a:r>
              <a:rPr sz="1600" spc="-25" dirty="0">
                <a:solidFill>
                  <a:schemeClr val="accent4">
                    <a:lumMod val="50000"/>
                  </a:schemeClr>
                </a:solidFill>
                <a:latin typeface="+mj-lt"/>
                <a:cs typeface="Lato"/>
              </a:rPr>
              <a:t>IT </a:t>
            </a:r>
            <a:r>
              <a:rPr sz="1600" spc="-10" dirty="0">
                <a:solidFill>
                  <a:schemeClr val="accent4">
                    <a:lumMod val="50000"/>
                  </a:schemeClr>
                </a:solidFill>
                <a:latin typeface="+mj-lt"/>
                <a:cs typeface="Lato"/>
              </a:rPr>
              <a:t>systems</a:t>
            </a:r>
            <a:endParaRPr lang="en-US" sz="1600" spc="-10" dirty="0">
              <a:solidFill>
                <a:schemeClr val="accent4">
                  <a:lumMod val="50000"/>
                </a:schemeClr>
              </a:solidFill>
              <a:latin typeface="+mj-lt"/>
              <a:cs typeface="Lato"/>
            </a:endParaRPr>
          </a:p>
          <a:p>
            <a:pPr marL="400050" marR="508000" indent="-285750">
              <a:lnSpc>
                <a:spcPct val="125000"/>
              </a:lnSpc>
              <a:spcBef>
                <a:spcPts val="280"/>
              </a:spcBef>
              <a:buFont typeface="Arial" panose="020B0604020202020204" pitchFamily="34" charset="0"/>
              <a:buChar char="•"/>
            </a:pPr>
            <a:r>
              <a:rPr sz="1600" dirty="0">
                <a:solidFill>
                  <a:schemeClr val="accent4">
                    <a:lumMod val="50000"/>
                  </a:schemeClr>
                </a:solidFill>
                <a:latin typeface="+mj-lt"/>
                <a:cs typeface="Lato"/>
              </a:rPr>
              <a:t>Indicates</a:t>
            </a:r>
            <a:r>
              <a:rPr sz="1600" spc="-45" dirty="0">
                <a:solidFill>
                  <a:schemeClr val="accent4">
                    <a:lumMod val="50000"/>
                  </a:schemeClr>
                </a:solidFill>
                <a:latin typeface="+mj-lt"/>
                <a:cs typeface="Lato"/>
              </a:rPr>
              <a:t> </a:t>
            </a:r>
            <a:r>
              <a:rPr sz="1600" spc="-20" dirty="0">
                <a:solidFill>
                  <a:schemeClr val="accent4">
                    <a:lumMod val="50000"/>
                  </a:schemeClr>
                </a:solidFill>
                <a:latin typeface="+mj-lt"/>
                <a:cs typeface="Lato"/>
              </a:rPr>
              <a:t>need</a:t>
            </a:r>
            <a:r>
              <a:rPr sz="1600" spc="-40" dirty="0">
                <a:solidFill>
                  <a:schemeClr val="accent4">
                    <a:lumMod val="50000"/>
                  </a:schemeClr>
                </a:solidFill>
                <a:latin typeface="+mj-lt"/>
                <a:cs typeface="Lato"/>
              </a:rPr>
              <a:t> </a:t>
            </a:r>
            <a:r>
              <a:rPr sz="1600" dirty="0">
                <a:solidFill>
                  <a:schemeClr val="accent4">
                    <a:lumMod val="50000"/>
                  </a:schemeClr>
                </a:solidFill>
                <a:latin typeface="+mj-lt"/>
                <a:cs typeface="Lato"/>
              </a:rPr>
              <a:t>for</a:t>
            </a:r>
            <a:r>
              <a:rPr sz="1600" spc="-35" dirty="0">
                <a:solidFill>
                  <a:schemeClr val="accent4">
                    <a:lumMod val="50000"/>
                  </a:schemeClr>
                </a:solidFill>
                <a:latin typeface="+mj-lt"/>
                <a:cs typeface="Lato"/>
              </a:rPr>
              <a:t> </a:t>
            </a:r>
            <a:r>
              <a:rPr sz="1600" spc="-75" dirty="0">
                <a:solidFill>
                  <a:schemeClr val="accent4">
                    <a:lumMod val="50000"/>
                  </a:schemeClr>
                </a:solidFill>
                <a:latin typeface="+mj-lt"/>
                <a:cs typeface="Arial"/>
              </a:rPr>
              <a:t>scalable</a:t>
            </a:r>
            <a:r>
              <a:rPr sz="1600" spc="-90" dirty="0">
                <a:solidFill>
                  <a:schemeClr val="accent4">
                    <a:lumMod val="50000"/>
                  </a:schemeClr>
                </a:solidFill>
                <a:latin typeface="+mj-lt"/>
                <a:cs typeface="Arial"/>
              </a:rPr>
              <a:t> </a:t>
            </a:r>
            <a:r>
              <a:rPr sz="1600" spc="-40" dirty="0">
                <a:solidFill>
                  <a:schemeClr val="accent4">
                    <a:lumMod val="50000"/>
                  </a:schemeClr>
                </a:solidFill>
                <a:latin typeface="+mj-lt"/>
                <a:cs typeface="Arial"/>
              </a:rPr>
              <a:t>support</a:t>
            </a:r>
            <a:r>
              <a:rPr sz="1600" spc="-40" dirty="0">
                <a:solidFill>
                  <a:schemeClr val="accent4">
                    <a:lumMod val="50000"/>
                  </a:schemeClr>
                </a:solidFill>
                <a:latin typeface="+mj-lt"/>
                <a:cs typeface="Lato"/>
              </a:rPr>
              <a:t>, </a:t>
            </a:r>
            <a:r>
              <a:rPr sz="1600" dirty="0">
                <a:solidFill>
                  <a:schemeClr val="accent4">
                    <a:lumMod val="50000"/>
                  </a:schemeClr>
                </a:solidFill>
                <a:latin typeface="+mj-lt"/>
                <a:cs typeface="Lato"/>
              </a:rPr>
              <a:t>better</a:t>
            </a:r>
            <a:r>
              <a:rPr sz="1600" spc="-45" dirty="0">
                <a:solidFill>
                  <a:schemeClr val="accent4">
                    <a:lumMod val="50000"/>
                  </a:schemeClr>
                </a:solidFill>
                <a:latin typeface="+mj-lt"/>
                <a:cs typeface="Lato"/>
              </a:rPr>
              <a:t> </a:t>
            </a:r>
            <a:r>
              <a:rPr sz="1600" spc="-10" dirty="0">
                <a:solidFill>
                  <a:schemeClr val="accent4">
                    <a:lumMod val="50000"/>
                  </a:schemeClr>
                </a:solidFill>
                <a:latin typeface="+mj-lt"/>
                <a:cs typeface="Lato"/>
              </a:rPr>
              <a:t>tools,</a:t>
            </a:r>
            <a:r>
              <a:rPr sz="1600" spc="-40" dirty="0">
                <a:solidFill>
                  <a:schemeClr val="accent4">
                    <a:lumMod val="50000"/>
                  </a:schemeClr>
                </a:solidFill>
                <a:latin typeface="+mj-lt"/>
                <a:cs typeface="Lato"/>
              </a:rPr>
              <a:t> </a:t>
            </a:r>
            <a:r>
              <a:rPr sz="1600" spc="-35" dirty="0">
                <a:solidFill>
                  <a:schemeClr val="accent4">
                    <a:lumMod val="50000"/>
                  </a:schemeClr>
                </a:solidFill>
                <a:latin typeface="+mj-lt"/>
                <a:cs typeface="Lato"/>
              </a:rPr>
              <a:t>or </a:t>
            </a:r>
            <a:r>
              <a:rPr sz="1600" dirty="0">
                <a:solidFill>
                  <a:schemeClr val="accent4">
                    <a:lumMod val="50000"/>
                  </a:schemeClr>
                </a:solidFill>
                <a:latin typeface="+mj-lt"/>
                <a:cs typeface="Lato"/>
              </a:rPr>
              <a:t>ticket</a:t>
            </a:r>
            <a:r>
              <a:rPr sz="1600" spc="-80" dirty="0">
                <a:solidFill>
                  <a:schemeClr val="accent4">
                    <a:lumMod val="50000"/>
                  </a:schemeClr>
                </a:solidFill>
                <a:latin typeface="+mj-lt"/>
                <a:cs typeface="Lato"/>
              </a:rPr>
              <a:t> </a:t>
            </a:r>
            <a:r>
              <a:rPr sz="1600" spc="-10" dirty="0">
                <a:solidFill>
                  <a:schemeClr val="accent4">
                    <a:lumMod val="50000"/>
                  </a:schemeClr>
                </a:solidFill>
                <a:latin typeface="+mj-lt"/>
                <a:cs typeface="Lato"/>
              </a:rPr>
              <a:t>triaging</a:t>
            </a:r>
            <a:endParaRPr sz="1600" dirty="0">
              <a:solidFill>
                <a:schemeClr val="accent4">
                  <a:lumMod val="50000"/>
                </a:schemeClr>
              </a:solidFill>
              <a:latin typeface="+mj-lt"/>
              <a:cs typeface="Lato"/>
            </a:endParaRPr>
          </a:p>
        </p:txBody>
      </p:sp>
      <p:sp>
        <p:nvSpPr>
          <p:cNvPr id="30" name="object 11">
            <a:extLst>
              <a:ext uri="{FF2B5EF4-FFF2-40B4-BE49-F238E27FC236}">
                <a16:creationId xmlns:a16="http://schemas.microsoft.com/office/drawing/2014/main" id="{E96F1BC6-08F7-489F-A31F-635D9BA291A1}"/>
              </a:ext>
            </a:extLst>
          </p:cNvPr>
          <p:cNvSpPr txBox="1"/>
          <p:nvPr/>
        </p:nvSpPr>
        <p:spPr>
          <a:xfrm>
            <a:off x="9011839" y="1222530"/>
            <a:ext cx="1548765" cy="299720"/>
          </a:xfrm>
          <a:prstGeom prst="rect">
            <a:avLst/>
          </a:prstGeom>
        </p:spPr>
        <p:txBody>
          <a:bodyPr vert="horz" wrap="square" lIns="0" tIns="12700" rIns="0" bIns="0" rtlCol="0">
            <a:spAutoFit/>
          </a:bodyPr>
          <a:lstStyle/>
          <a:p>
            <a:pPr marL="12700">
              <a:lnSpc>
                <a:spcPct val="100000"/>
              </a:lnSpc>
              <a:spcBef>
                <a:spcPts val="100"/>
              </a:spcBef>
            </a:pPr>
            <a:r>
              <a:rPr lang="en-IN" sz="1800" b="1" dirty="0">
                <a:solidFill>
                  <a:schemeClr val="accent4">
                    <a:lumMod val="50000"/>
                  </a:schemeClr>
                </a:solidFill>
                <a:latin typeface="+mj-lt"/>
                <a:cs typeface="Calibri"/>
              </a:rPr>
              <a:t>Key Insight:</a:t>
            </a:r>
            <a:endParaRPr lang="en-IN" sz="1800" dirty="0">
              <a:solidFill>
                <a:schemeClr val="accent4">
                  <a:lumMod val="50000"/>
                </a:schemeClr>
              </a:solidFill>
              <a:latin typeface="+mj-lt"/>
              <a:cs typeface="Calibri"/>
            </a:endParaRPr>
          </a:p>
        </p:txBody>
      </p:sp>
      <p:sp>
        <p:nvSpPr>
          <p:cNvPr id="23" name="Minus Sign 22">
            <a:extLst>
              <a:ext uri="{FF2B5EF4-FFF2-40B4-BE49-F238E27FC236}">
                <a16:creationId xmlns:a16="http://schemas.microsoft.com/office/drawing/2014/main" id="{04AAEE2D-9D3C-493F-89A9-6B56FC58C892}"/>
              </a:ext>
            </a:extLst>
          </p:cNvPr>
          <p:cNvSpPr/>
          <p:nvPr/>
        </p:nvSpPr>
        <p:spPr>
          <a:xfrm rot="5400000">
            <a:off x="3143294" y="6064863"/>
            <a:ext cx="1728000" cy="72000"/>
          </a:xfrm>
          <a:prstGeom prst="mathMinu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4" name="Minus Sign 23">
            <a:extLst>
              <a:ext uri="{FF2B5EF4-FFF2-40B4-BE49-F238E27FC236}">
                <a16:creationId xmlns:a16="http://schemas.microsoft.com/office/drawing/2014/main" id="{70C6D729-6C72-4302-837A-7E95FC0CC9BF}"/>
              </a:ext>
            </a:extLst>
          </p:cNvPr>
          <p:cNvSpPr/>
          <p:nvPr/>
        </p:nvSpPr>
        <p:spPr>
          <a:xfrm rot="5400000">
            <a:off x="4808915" y="6074245"/>
            <a:ext cx="1728000" cy="72000"/>
          </a:xfrm>
          <a:prstGeom prst="mathMinu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2" name="Minus Sign 31">
            <a:extLst>
              <a:ext uri="{FF2B5EF4-FFF2-40B4-BE49-F238E27FC236}">
                <a16:creationId xmlns:a16="http://schemas.microsoft.com/office/drawing/2014/main" id="{31F56A98-7A09-48C4-9B8E-4696AF1FCE39}"/>
              </a:ext>
            </a:extLst>
          </p:cNvPr>
          <p:cNvSpPr/>
          <p:nvPr/>
        </p:nvSpPr>
        <p:spPr>
          <a:xfrm rot="5400000">
            <a:off x="6524357" y="6074245"/>
            <a:ext cx="1728000" cy="72000"/>
          </a:xfrm>
          <a:prstGeom prst="mathMinu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3" name="Minus Sign 32">
            <a:extLst>
              <a:ext uri="{FF2B5EF4-FFF2-40B4-BE49-F238E27FC236}">
                <a16:creationId xmlns:a16="http://schemas.microsoft.com/office/drawing/2014/main" id="{85B8E00E-279F-48B7-AAA2-2D759535CB2E}"/>
              </a:ext>
            </a:extLst>
          </p:cNvPr>
          <p:cNvSpPr/>
          <p:nvPr/>
        </p:nvSpPr>
        <p:spPr>
          <a:xfrm rot="5400000">
            <a:off x="-297055" y="6074245"/>
            <a:ext cx="1728000" cy="72000"/>
          </a:xfrm>
          <a:prstGeom prst="mathMinu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4" name="object 3">
            <a:extLst>
              <a:ext uri="{FF2B5EF4-FFF2-40B4-BE49-F238E27FC236}">
                <a16:creationId xmlns:a16="http://schemas.microsoft.com/office/drawing/2014/main" id="{FC20C189-F618-4E1B-9099-886FA3B0E248}"/>
              </a:ext>
            </a:extLst>
          </p:cNvPr>
          <p:cNvSpPr/>
          <p:nvPr/>
        </p:nvSpPr>
        <p:spPr>
          <a:xfrm>
            <a:off x="464326" y="778642"/>
            <a:ext cx="4176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cxnSp>
        <p:nvCxnSpPr>
          <p:cNvPr id="6" name="Connector: Elbow 5">
            <a:extLst>
              <a:ext uri="{FF2B5EF4-FFF2-40B4-BE49-F238E27FC236}">
                <a16:creationId xmlns:a16="http://schemas.microsoft.com/office/drawing/2014/main" id="{BC03A9EE-B9DC-471E-AB45-9BB3FFDDEC48}"/>
              </a:ext>
            </a:extLst>
          </p:cNvPr>
          <p:cNvCxnSpPr>
            <a:cxnSpLocks/>
          </p:cNvCxnSpPr>
          <p:nvPr/>
        </p:nvCxnSpPr>
        <p:spPr>
          <a:xfrm flipV="1">
            <a:off x="8774015" y="3744365"/>
            <a:ext cx="587570" cy="494561"/>
          </a:xfrm>
          <a:prstGeom prst="bentConnector3">
            <a:avLst>
              <a:gd name="adj1" fmla="val 97984"/>
            </a:avLst>
          </a:prstGeom>
          <a:ln>
            <a:tailEnd type="triangle"/>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ardrop 2">
            <a:extLst>
              <a:ext uri="{FF2B5EF4-FFF2-40B4-BE49-F238E27FC236}">
                <a16:creationId xmlns:a16="http://schemas.microsoft.com/office/drawing/2014/main" id="{045344D2-CD05-479E-9BAC-9522B3256A44}"/>
              </a:ext>
            </a:extLst>
          </p:cNvPr>
          <p:cNvSpPr/>
          <p:nvPr/>
        </p:nvSpPr>
        <p:spPr>
          <a:xfrm rot="10800000">
            <a:off x="0" y="530529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 name="Teardrop 1">
            <a:extLst>
              <a:ext uri="{FF2B5EF4-FFF2-40B4-BE49-F238E27FC236}">
                <a16:creationId xmlns:a16="http://schemas.microsoft.com/office/drawing/2014/main" id="{9A568C64-5AEC-4625-A3D3-94C51373F45A}"/>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 name="TextBox 3">
            <a:extLst>
              <a:ext uri="{FF2B5EF4-FFF2-40B4-BE49-F238E27FC236}">
                <a16:creationId xmlns:a16="http://schemas.microsoft.com/office/drawing/2014/main" id="{13EE63DA-9FA9-4E3A-BC20-A79B03AA4495}"/>
              </a:ext>
            </a:extLst>
          </p:cNvPr>
          <p:cNvSpPr txBox="1"/>
          <p:nvPr/>
        </p:nvSpPr>
        <p:spPr>
          <a:xfrm>
            <a:off x="6179326" y="1962852"/>
            <a:ext cx="5715000" cy="3108543"/>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accent4">
                    <a:lumMod val="50000"/>
                  </a:schemeClr>
                </a:solidFill>
                <a:effectLst/>
                <a:latin typeface="+mj-lt"/>
              </a:rPr>
              <a:t>Key Insight: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Performance has remained stagnant for five years, showing no clear improvement.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Resolution times are highly volatile, with significant fluctuations every quarter.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We are consistently unable to break below the ~4.50 day performance floor.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This long-term trend proves our current processes are not driving efficiency.</a:t>
            </a:r>
          </a:p>
        </p:txBody>
      </p:sp>
      <p:graphicFrame>
        <p:nvGraphicFramePr>
          <p:cNvPr id="6" name="Chart 5">
            <a:extLst>
              <a:ext uri="{FF2B5EF4-FFF2-40B4-BE49-F238E27FC236}">
                <a16:creationId xmlns:a16="http://schemas.microsoft.com/office/drawing/2014/main" id="{DE10FCC5-AC6F-4810-8825-F203E82B6E5E}"/>
              </a:ext>
            </a:extLst>
          </p:cNvPr>
          <p:cNvGraphicFramePr>
            <a:graphicFrameLocks/>
          </p:cNvGraphicFramePr>
          <p:nvPr>
            <p:extLst>
              <p:ext uri="{D42A27DB-BD31-4B8C-83A1-F6EECF244321}">
                <p14:modId xmlns:p14="http://schemas.microsoft.com/office/powerpoint/2010/main" val="609173614"/>
              </p:ext>
            </p:extLst>
          </p:nvPr>
        </p:nvGraphicFramePr>
        <p:xfrm>
          <a:off x="266808" y="1962772"/>
          <a:ext cx="5716800" cy="3416400"/>
        </p:xfrm>
        <a:graphic>
          <a:graphicData uri="http://schemas.openxmlformats.org/drawingml/2006/chart">
            <c:chart xmlns:c="http://schemas.openxmlformats.org/drawingml/2006/chart" xmlns:r="http://schemas.openxmlformats.org/officeDocument/2006/relationships" r:id="rId2"/>
          </a:graphicData>
        </a:graphic>
      </p:graphicFrame>
      <p:sp>
        <p:nvSpPr>
          <p:cNvPr id="7" name="object 2">
            <a:extLst>
              <a:ext uri="{FF2B5EF4-FFF2-40B4-BE49-F238E27FC236}">
                <a16:creationId xmlns:a16="http://schemas.microsoft.com/office/drawing/2014/main" id="{D49805DD-E31A-4AEE-B9EE-C48760E263C6}"/>
              </a:ext>
            </a:extLst>
          </p:cNvPr>
          <p:cNvSpPr txBox="1">
            <a:spLocks/>
          </p:cNvSpPr>
          <p:nvPr/>
        </p:nvSpPr>
        <p:spPr>
          <a:xfrm>
            <a:off x="-113292" y="236017"/>
            <a:ext cx="6477000" cy="505267"/>
          </a:xfrm>
          <a:prstGeom prst="rect">
            <a:avLst/>
          </a:prstGeom>
        </p:spPr>
        <p:txBody>
          <a:bodyPr vert="horz" wrap="square" lIns="0" tIns="12700" rIns="0" bIns="0" rtlCol="0">
            <a:spAutoFit/>
          </a:bodyPr>
          <a:lstStyle>
            <a:lvl1pPr>
              <a:defRPr>
                <a:latin typeface="+mj-lt"/>
                <a:ea typeface="+mj-ea"/>
                <a:cs typeface="+mj-cs"/>
              </a:defRPr>
            </a:lvl1pPr>
          </a:lstStyle>
          <a:p>
            <a:pPr marL="12700" algn="ctr">
              <a:spcBef>
                <a:spcPts val="100"/>
              </a:spcBef>
            </a:pPr>
            <a:r>
              <a:rPr lang="en-IN" sz="3200" b="1" dirty="0">
                <a:solidFill>
                  <a:schemeClr val="accent4">
                    <a:lumMod val="50000"/>
                  </a:schemeClr>
                </a:solidFill>
              </a:rPr>
              <a:t>Average Resolution Time(days) </a:t>
            </a:r>
          </a:p>
        </p:txBody>
      </p:sp>
      <p:sp>
        <p:nvSpPr>
          <p:cNvPr id="8" name="object 3">
            <a:extLst>
              <a:ext uri="{FF2B5EF4-FFF2-40B4-BE49-F238E27FC236}">
                <a16:creationId xmlns:a16="http://schemas.microsoft.com/office/drawing/2014/main" id="{DBE439FB-EAC9-4672-B05F-01562EDA9307}"/>
              </a:ext>
            </a:extLst>
          </p:cNvPr>
          <p:cNvSpPr/>
          <p:nvPr/>
        </p:nvSpPr>
        <p:spPr>
          <a:xfrm>
            <a:off x="464326" y="778642"/>
            <a:ext cx="5292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Tree>
    <p:extLst>
      <p:ext uri="{BB962C8B-B14F-4D97-AF65-F5344CB8AC3E}">
        <p14:creationId xmlns:p14="http://schemas.microsoft.com/office/powerpoint/2010/main" val="1732080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rdrop 1">
            <a:extLst>
              <a:ext uri="{FF2B5EF4-FFF2-40B4-BE49-F238E27FC236}">
                <a16:creationId xmlns:a16="http://schemas.microsoft.com/office/drawing/2014/main" id="{8EC0C6B8-A800-4259-B049-F5AD8FC799F5}"/>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 name="Teardrop 2">
            <a:extLst>
              <a:ext uri="{FF2B5EF4-FFF2-40B4-BE49-F238E27FC236}">
                <a16:creationId xmlns:a16="http://schemas.microsoft.com/office/drawing/2014/main" id="{433A591B-B8B4-435E-9847-BCA28624AF50}"/>
              </a:ext>
            </a:extLst>
          </p:cNvPr>
          <p:cNvSpPr/>
          <p:nvPr/>
        </p:nvSpPr>
        <p:spPr>
          <a:xfrm rot="10800000">
            <a:off x="0" y="530529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 name="object 2">
            <a:extLst>
              <a:ext uri="{FF2B5EF4-FFF2-40B4-BE49-F238E27FC236}">
                <a16:creationId xmlns:a16="http://schemas.microsoft.com/office/drawing/2014/main" id="{C8C7D51A-7AD0-4A81-8686-371ADACC528B}"/>
              </a:ext>
            </a:extLst>
          </p:cNvPr>
          <p:cNvSpPr txBox="1">
            <a:spLocks/>
          </p:cNvSpPr>
          <p:nvPr/>
        </p:nvSpPr>
        <p:spPr>
          <a:xfrm>
            <a:off x="-304800" y="258974"/>
            <a:ext cx="5889342" cy="505267"/>
          </a:xfrm>
          <a:prstGeom prst="rect">
            <a:avLst/>
          </a:prstGeom>
        </p:spPr>
        <p:txBody>
          <a:bodyPr vert="horz" wrap="square" lIns="0" tIns="12700" rIns="0" bIns="0" rtlCol="0">
            <a:spAutoFit/>
          </a:bodyPr>
          <a:lstStyle>
            <a:lvl1pPr>
              <a:defRPr>
                <a:latin typeface="+mj-lt"/>
                <a:ea typeface="+mj-ea"/>
                <a:cs typeface="+mj-cs"/>
              </a:defRPr>
            </a:lvl1pPr>
          </a:lstStyle>
          <a:p>
            <a:pPr marL="12700" algn="ctr">
              <a:spcBef>
                <a:spcPts val="100"/>
              </a:spcBef>
            </a:pPr>
            <a:r>
              <a:rPr lang="en-IN" sz="3200" b="1" dirty="0">
                <a:solidFill>
                  <a:schemeClr val="accent4">
                    <a:lumMod val="50000"/>
                  </a:schemeClr>
                </a:solidFill>
              </a:rPr>
              <a:t>Average Satisfaction Rate</a:t>
            </a:r>
          </a:p>
        </p:txBody>
      </p:sp>
      <p:sp>
        <p:nvSpPr>
          <p:cNvPr id="5" name="object 3">
            <a:extLst>
              <a:ext uri="{FF2B5EF4-FFF2-40B4-BE49-F238E27FC236}">
                <a16:creationId xmlns:a16="http://schemas.microsoft.com/office/drawing/2014/main" id="{E5B529D4-E6B2-4A4A-896E-FD4788849481}"/>
              </a:ext>
            </a:extLst>
          </p:cNvPr>
          <p:cNvSpPr/>
          <p:nvPr/>
        </p:nvSpPr>
        <p:spPr>
          <a:xfrm>
            <a:off x="464326" y="778642"/>
            <a:ext cx="5256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aphicFrame>
        <p:nvGraphicFramePr>
          <p:cNvPr id="6" name="Chart 5">
            <a:extLst>
              <a:ext uri="{FF2B5EF4-FFF2-40B4-BE49-F238E27FC236}">
                <a16:creationId xmlns:a16="http://schemas.microsoft.com/office/drawing/2014/main" id="{5AA5376A-6D25-44E9-8A21-F9936C29747B}"/>
              </a:ext>
            </a:extLst>
          </p:cNvPr>
          <p:cNvGraphicFramePr>
            <a:graphicFrameLocks/>
          </p:cNvGraphicFramePr>
          <p:nvPr>
            <p:extLst>
              <p:ext uri="{D42A27DB-BD31-4B8C-83A1-F6EECF244321}">
                <p14:modId xmlns:p14="http://schemas.microsoft.com/office/powerpoint/2010/main" val="594098793"/>
              </p:ext>
            </p:extLst>
          </p:nvPr>
        </p:nvGraphicFramePr>
        <p:xfrm>
          <a:off x="331694" y="2090800"/>
          <a:ext cx="5716800" cy="34164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EBBF1A4C-D779-4D0D-B1C0-5026420361D5}"/>
              </a:ext>
            </a:extLst>
          </p:cNvPr>
          <p:cNvSpPr txBox="1"/>
          <p:nvPr/>
        </p:nvSpPr>
        <p:spPr>
          <a:xfrm>
            <a:off x="6194142" y="2090800"/>
            <a:ext cx="5716800" cy="3108543"/>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r>
              <a:rPr lang="en-IN" b="1" dirty="0">
                <a:solidFill>
                  <a:schemeClr val="accent4">
                    <a:lumMod val="50000"/>
                  </a:schemeClr>
                </a:solidFill>
                <a:latin typeface="+mj-lt"/>
              </a:rPr>
              <a:t>Key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accent4">
                    <a:lumMod val="50000"/>
                  </a:schemeClr>
                </a:solidFill>
                <a:effectLst/>
                <a:latin typeface="+mj-lt"/>
              </a:rPr>
              <a:t>There is a clear, positive upward trend in customer satisfaction over the past five years.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accent4">
                  <a:lumMod val="50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accent4">
                    <a:lumMod val="50000"/>
                  </a:schemeClr>
                </a:solidFill>
                <a:effectLst/>
                <a:latin typeface="+mj-lt"/>
              </a:rPr>
              <a:t>Satisfaction scores reached an all-time high in 2020, peaking near the 4.20 mark.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accent4">
                  <a:lumMod val="50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accent4">
                    <a:lumMod val="50000"/>
                  </a:schemeClr>
                </a:solidFill>
                <a:effectLst/>
                <a:latin typeface="+mj-lt"/>
              </a:rPr>
              <a:t>A major growth period in 2016 successfully pushed our average score above the 4.0 milestone.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accent4">
                  <a:lumMod val="50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accent4">
                    <a:lumMod val="50000"/>
                  </a:schemeClr>
                </a:solidFill>
                <a:effectLst/>
                <a:latin typeface="+mj-lt"/>
              </a:rPr>
              <a:t>This sustained growth confirms our strategies are effectively improving customer satisfaction.</a:t>
            </a:r>
          </a:p>
        </p:txBody>
      </p:sp>
    </p:spTree>
    <p:extLst>
      <p:ext uri="{BB962C8B-B14F-4D97-AF65-F5344CB8AC3E}">
        <p14:creationId xmlns:p14="http://schemas.microsoft.com/office/powerpoint/2010/main" val="2316276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ardrop 4">
            <a:extLst>
              <a:ext uri="{FF2B5EF4-FFF2-40B4-BE49-F238E27FC236}">
                <a16:creationId xmlns:a16="http://schemas.microsoft.com/office/drawing/2014/main" id="{2D4A05D7-31E8-4DD8-9BAC-FB8237307D26}"/>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6" name="Teardrop 5">
            <a:extLst>
              <a:ext uri="{FF2B5EF4-FFF2-40B4-BE49-F238E27FC236}">
                <a16:creationId xmlns:a16="http://schemas.microsoft.com/office/drawing/2014/main" id="{3116ABE7-E1A5-476B-BD08-BFCC4E4AE513}"/>
              </a:ext>
            </a:extLst>
          </p:cNvPr>
          <p:cNvSpPr/>
          <p:nvPr/>
        </p:nvSpPr>
        <p:spPr>
          <a:xfrm rot="10800000">
            <a:off x="0" y="530529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 name="object 2">
            <a:extLst>
              <a:ext uri="{FF2B5EF4-FFF2-40B4-BE49-F238E27FC236}">
                <a16:creationId xmlns:a16="http://schemas.microsoft.com/office/drawing/2014/main" id="{BD6CF91C-3A85-42DB-A8DC-507D00CFBB77}"/>
              </a:ext>
            </a:extLst>
          </p:cNvPr>
          <p:cNvSpPr txBox="1">
            <a:spLocks noGrp="1"/>
          </p:cNvSpPr>
          <p:nvPr>
            <p:ph type="title"/>
          </p:nvPr>
        </p:nvSpPr>
        <p:spPr>
          <a:xfrm>
            <a:off x="152400" y="257569"/>
            <a:ext cx="8610600" cy="505267"/>
          </a:xfrm>
          <a:prstGeom prst="rect">
            <a:avLst/>
          </a:prstGeom>
        </p:spPr>
        <p:txBody>
          <a:bodyPr vert="horz" wrap="square" lIns="0" tIns="12700" rIns="0" bIns="0" rtlCol="0">
            <a:spAutoFit/>
          </a:bodyPr>
          <a:lstStyle/>
          <a:p>
            <a:pPr marL="12700" algn="ctr">
              <a:lnSpc>
                <a:spcPct val="100000"/>
              </a:lnSpc>
              <a:spcBef>
                <a:spcPts val="100"/>
              </a:spcBef>
            </a:pPr>
            <a:r>
              <a:rPr lang="en-US" sz="3200" dirty="0">
                <a:solidFill>
                  <a:schemeClr val="accent4">
                    <a:lumMod val="50000"/>
                  </a:schemeClr>
                </a:solidFill>
                <a:latin typeface="+mj-lt"/>
              </a:rPr>
              <a:t>Distribution Of Tickets Based On Resolution Time</a:t>
            </a:r>
          </a:p>
        </p:txBody>
      </p:sp>
      <p:sp>
        <p:nvSpPr>
          <p:cNvPr id="7" name="object 3">
            <a:extLst>
              <a:ext uri="{FF2B5EF4-FFF2-40B4-BE49-F238E27FC236}">
                <a16:creationId xmlns:a16="http://schemas.microsoft.com/office/drawing/2014/main" id="{696BEA51-6FA2-4043-B2C0-18DEC8BAA1AC}"/>
              </a:ext>
            </a:extLst>
          </p:cNvPr>
          <p:cNvSpPr/>
          <p:nvPr/>
        </p:nvSpPr>
        <p:spPr>
          <a:xfrm>
            <a:off x="304800" y="762836"/>
            <a:ext cx="8352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aphicFrame>
        <p:nvGraphicFramePr>
          <p:cNvPr id="8" name="Chart 7">
            <a:extLst>
              <a:ext uri="{FF2B5EF4-FFF2-40B4-BE49-F238E27FC236}">
                <a16:creationId xmlns:a16="http://schemas.microsoft.com/office/drawing/2014/main" id="{E4826221-7866-4014-8512-CEC79585EF5C}"/>
              </a:ext>
            </a:extLst>
          </p:cNvPr>
          <p:cNvGraphicFramePr>
            <a:graphicFrameLocks/>
          </p:cNvGraphicFramePr>
          <p:nvPr>
            <p:extLst>
              <p:ext uri="{D42A27DB-BD31-4B8C-83A1-F6EECF244321}">
                <p14:modId xmlns:p14="http://schemas.microsoft.com/office/powerpoint/2010/main" val="2895152655"/>
              </p:ext>
            </p:extLst>
          </p:nvPr>
        </p:nvGraphicFramePr>
        <p:xfrm>
          <a:off x="304800" y="1764943"/>
          <a:ext cx="5716800" cy="34164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85E1E34B-8BAF-495B-BE31-2100F163465D}"/>
              </a:ext>
            </a:extLst>
          </p:cNvPr>
          <p:cNvSpPr txBox="1"/>
          <p:nvPr/>
        </p:nvSpPr>
        <p:spPr>
          <a:xfrm>
            <a:off x="6172200" y="1764943"/>
            <a:ext cx="5716800" cy="2831544"/>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r>
              <a:rPr lang="en-IN" b="1" dirty="0">
                <a:latin typeface="+mj-lt"/>
              </a:rPr>
              <a:t>Key Insight: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Over half of all tickets (53%) are resolved in under 4 days.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The vast majority of our tickets (82%) are closed within the first 8 days.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Long-term tickets are rare outliers, with less than 1% taking over 16 days.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This distribution shows a highly efficient "quick to close" support model.</a:t>
            </a:r>
          </a:p>
        </p:txBody>
      </p:sp>
    </p:spTree>
    <p:extLst>
      <p:ext uri="{BB962C8B-B14F-4D97-AF65-F5344CB8AC3E}">
        <p14:creationId xmlns:p14="http://schemas.microsoft.com/office/powerpoint/2010/main" val="2106753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rdrop 1">
            <a:extLst>
              <a:ext uri="{FF2B5EF4-FFF2-40B4-BE49-F238E27FC236}">
                <a16:creationId xmlns:a16="http://schemas.microsoft.com/office/drawing/2014/main" id="{1E02DF9B-6F1A-4989-A0EB-4E43E36AEC35}"/>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 name="Teardrop 2">
            <a:extLst>
              <a:ext uri="{FF2B5EF4-FFF2-40B4-BE49-F238E27FC236}">
                <a16:creationId xmlns:a16="http://schemas.microsoft.com/office/drawing/2014/main" id="{948BF807-B3F3-48D7-8D38-6057CCEA6ED0}"/>
              </a:ext>
            </a:extLst>
          </p:cNvPr>
          <p:cNvSpPr/>
          <p:nvPr/>
        </p:nvSpPr>
        <p:spPr>
          <a:xfrm rot="10800000">
            <a:off x="0" y="530529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5" name="object 3">
            <a:extLst>
              <a:ext uri="{FF2B5EF4-FFF2-40B4-BE49-F238E27FC236}">
                <a16:creationId xmlns:a16="http://schemas.microsoft.com/office/drawing/2014/main" id="{1FCF5230-E288-422E-9D18-5F039AFCE8BF}"/>
              </a:ext>
            </a:extLst>
          </p:cNvPr>
          <p:cNvSpPr/>
          <p:nvPr/>
        </p:nvSpPr>
        <p:spPr>
          <a:xfrm>
            <a:off x="304800" y="765989"/>
            <a:ext cx="8532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aphicFrame>
        <p:nvGraphicFramePr>
          <p:cNvPr id="6" name="Chart 5">
            <a:extLst>
              <a:ext uri="{FF2B5EF4-FFF2-40B4-BE49-F238E27FC236}">
                <a16:creationId xmlns:a16="http://schemas.microsoft.com/office/drawing/2014/main" id="{FF01905F-FECD-4BF7-B9A3-EDC49A3F9013}"/>
              </a:ext>
            </a:extLst>
          </p:cNvPr>
          <p:cNvGraphicFramePr>
            <a:graphicFrameLocks/>
          </p:cNvGraphicFramePr>
          <p:nvPr>
            <p:extLst>
              <p:ext uri="{D42A27DB-BD31-4B8C-83A1-F6EECF244321}">
                <p14:modId xmlns:p14="http://schemas.microsoft.com/office/powerpoint/2010/main" val="1536981892"/>
              </p:ext>
            </p:extLst>
          </p:nvPr>
        </p:nvGraphicFramePr>
        <p:xfrm>
          <a:off x="304800" y="1908881"/>
          <a:ext cx="5716800" cy="34164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DE983690-780F-4640-B4F9-D27F8EB6B564}"/>
              </a:ext>
            </a:extLst>
          </p:cNvPr>
          <p:cNvSpPr txBox="1"/>
          <p:nvPr/>
        </p:nvSpPr>
        <p:spPr>
          <a:xfrm>
            <a:off x="6201709" y="1908881"/>
            <a:ext cx="5716800" cy="3108543"/>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r>
              <a:rPr lang="en-IN" b="1" dirty="0">
                <a:solidFill>
                  <a:schemeClr val="accent4">
                    <a:lumMod val="50000"/>
                  </a:schemeClr>
                </a:solidFill>
                <a:latin typeface="+mj-lt"/>
              </a:rPr>
              <a:t>Key Insight</a:t>
            </a:r>
            <a:r>
              <a:rPr lang="en-IN" dirty="0">
                <a:solidFill>
                  <a:schemeClr val="accent4">
                    <a:lumMod val="50000"/>
                  </a:schemeClr>
                </a:solidFill>
                <a:latin typeface="+mj-lt"/>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Over 52% of all tickets received the highest possible satisfaction score of 5.</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The vast majority of feedback is positive, with over 80% of tickets rated a 4 or 5.</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Customer sentiment is highly polarized, with very few neutral or mildly negative ratings.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Dissatisfied customers are 5 times more likely to rate a '1' than a '2', indicating strong opinions.</a:t>
            </a:r>
          </a:p>
        </p:txBody>
      </p:sp>
      <p:sp>
        <p:nvSpPr>
          <p:cNvPr id="9" name="object 2">
            <a:extLst>
              <a:ext uri="{FF2B5EF4-FFF2-40B4-BE49-F238E27FC236}">
                <a16:creationId xmlns:a16="http://schemas.microsoft.com/office/drawing/2014/main" id="{4FC904C8-CB6F-4194-B3DD-AFC938BFFBAC}"/>
              </a:ext>
            </a:extLst>
          </p:cNvPr>
          <p:cNvSpPr txBox="1">
            <a:spLocks/>
          </p:cNvSpPr>
          <p:nvPr/>
        </p:nvSpPr>
        <p:spPr>
          <a:xfrm>
            <a:off x="304800" y="248664"/>
            <a:ext cx="8534400" cy="505267"/>
          </a:xfrm>
          <a:prstGeom prst="rect">
            <a:avLst/>
          </a:prstGeom>
        </p:spPr>
        <p:txBody>
          <a:bodyPr vert="horz" wrap="square" lIns="0" tIns="12700" rIns="0" bIns="0" rtlCol="0">
            <a:spAutoFit/>
          </a:bodyPr>
          <a:lstStyle>
            <a:lvl1pPr>
              <a:defRPr>
                <a:latin typeface="+mj-lt"/>
                <a:ea typeface="+mj-ea"/>
                <a:cs typeface="+mj-cs"/>
              </a:defRPr>
            </a:lvl1pPr>
          </a:lstStyle>
          <a:p>
            <a:pPr marL="12700" algn="ctr">
              <a:spcBef>
                <a:spcPts val="100"/>
              </a:spcBef>
            </a:pPr>
            <a:r>
              <a:rPr lang="en-US" sz="3200" b="1" dirty="0">
                <a:solidFill>
                  <a:schemeClr val="accent4">
                    <a:lumMod val="50000"/>
                  </a:schemeClr>
                </a:solidFill>
              </a:rPr>
              <a:t>Distribution Of Tickets Based On Satisfaction Rate</a:t>
            </a:r>
          </a:p>
        </p:txBody>
      </p:sp>
    </p:spTree>
    <p:extLst>
      <p:ext uri="{BB962C8B-B14F-4D97-AF65-F5344CB8AC3E}">
        <p14:creationId xmlns:p14="http://schemas.microsoft.com/office/powerpoint/2010/main" val="11560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Teardrop 39">
            <a:extLst>
              <a:ext uri="{FF2B5EF4-FFF2-40B4-BE49-F238E27FC236}">
                <a16:creationId xmlns:a16="http://schemas.microsoft.com/office/drawing/2014/main" id="{E0C1CCAE-9E6B-4187-B0DE-AC860AB19BF4}"/>
              </a:ext>
            </a:extLst>
          </p:cNvPr>
          <p:cNvSpPr/>
          <p:nvPr/>
        </p:nvSpPr>
        <p:spPr>
          <a:xfrm rot="10800000">
            <a:off x="-25077" y="5310295"/>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1" name="Teardrop 40">
            <a:extLst>
              <a:ext uri="{FF2B5EF4-FFF2-40B4-BE49-F238E27FC236}">
                <a16:creationId xmlns:a16="http://schemas.microsoft.com/office/drawing/2014/main" id="{DC577599-3B1E-407B-9121-5951BD7BEC52}"/>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 name="object 2"/>
          <p:cNvSpPr txBox="1">
            <a:spLocks noGrp="1"/>
          </p:cNvSpPr>
          <p:nvPr>
            <p:ph type="title"/>
          </p:nvPr>
        </p:nvSpPr>
        <p:spPr>
          <a:xfrm>
            <a:off x="228600" y="162146"/>
            <a:ext cx="5836919" cy="505267"/>
          </a:xfrm>
          <a:prstGeom prst="rect">
            <a:avLst/>
          </a:prstGeom>
        </p:spPr>
        <p:txBody>
          <a:bodyPr vert="horz" wrap="square" lIns="0" tIns="12700" rIns="0" bIns="0" rtlCol="0">
            <a:spAutoFit/>
          </a:bodyPr>
          <a:lstStyle/>
          <a:p>
            <a:pPr marL="12700">
              <a:lnSpc>
                <a:spcPct val="100000"/>
              </a:lnSpc>
              <a:spcBef>
                <a:spcPts val="100"/>
              </a:spcBef>
            </a:pPr>
            <a:r>
              <a:rPr lang="en-IN" sz="3200" dirty="0">
                <a:solidFill>
                  <a:schemeClr val="accent4">
                    <a:lumMod val="50000"/>
                  </a:schemeClr>
                </a:solidFill>
                <a:latin typeface="+mj-lt"/>
              </a:rPr>
              <a:t>Age  Group Wise  Ticket  Volume</a:t>
            </a:r>
          </a:p>
        </p:txBody>
      </p:sp>
      <p:sp>
        <p:nvSpPr>
          <p:cNvPr id="21" name="object 3">
            <a:extLst>
              <a:ext uri="{FF2B5EF4-FFF2-40B4-BE49-F238E27FC236}">
                <a16:creationId xmlns:a16="http://schemas.microsoft.com/office/drawing/2014/main" id="{4D1D85A2-3DA0-4FB6-B080-810282A04B9B}"/>
              </a:ext>
            </a:extLst>
          </p:cNvPr>
          <p:cNvSpPr/>
          <p:nvPr/>
        </p:nvSpPr>
        <p:spPr>
          <a:xfrm>
            <a:off x="228600" y="685006"/>
            <a:ext cx="5508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aphicFrame>
        <p:nvGraphicFramePr>
          <p:cNvPr id="22" name="Chart 21">
            <a:extLst>
              <a:ext uri="{FF2B5EF4-FFF2-40B4-BE49-F238E27FC236}">
                <a16:creationId xmlns:a16="http://schemas.microsoft.com/office/drawing/2014/main" id="{38CFE0BB-ECA2-4A9F-9248-332454BE0B8C}"/>
              </a:ext>
            </a:extLst>
          </p:cNvPr>
          <p:cNvGraphicFramePr>
            <a:graphicFrameLocks/>
          </p:cNvGraphicFramePr>
          <p:nvPr>
            <p:extLst>
              <p:ext uri="{D42A27DB-BD31-4B8C-83A1-F6EECF244321}">
                <p14:modId xmlns:p14="http://schemas.microsoft.com/office/powerpoint/2010/main" val="3242414846"/>
              </p:ext>
            </p:extLst>
          </p:nvPr>
        </p:nvGraphicFramePr>
        <p:xfrm>
          <a:off x="121920" y="1062196"/>
          <a:ext cx="5943600" cy="5109211"/>
        </p:xfrm>
        <a:graphic>
          <a:graphicData uri="http://schemas.openxmlformats.org/drawingml/2006/chart">
            <c:chart xmlns:c="http://schemas.openxmlformats.org/drawingml/2006/chart" xmlns:r="http://schemas.openxmlformats.org/officeDocument/2006/relationships" r:id="rId2"/>
          </a:graphicData>
        </a:graphic>
      </p:graphicFrame>
      <p:sp>
        <p:nvSpPr>
          <p:cNvPr id="24" name="TextBox 23">
            <a:extLst>
              <a:ext uri="{FF2B5EF4-FFF2-40B4-BE49-F238E27FC236}">
                <a16:creationId xmlns:a16="http://schemas.microsoft.com/office/drawing/2014/main" id="{9236D4C1-1882-493F-8971-D2BCB3E9990D}"/>
              </a:ext>
            </a:extLst>
          </p:cNvPr>
          <p:cNvSpPr txBox="1"/>
          <p:nvPr/>
        </p:nvSpPr>
        <p:spPr>
          <a:xfrm>
            <a:off x="6126482" y="1831697"/>
            <a:ext cx="6019800" cy="3323987"/>
          </a:xfrm>
          <a:prstGeom prst="rect">
            <a:avLst/>
          </a:prstGeom>
          <a:solidFill>
            <a:schemeClr val="accent4">
              <a:lumMod val="20000"/>
              <a:lumOff val="80000"/>
            </a:schemeClr>
          </a:solidFill>
          <a:ln>
            <a:solidFill>
              <a:schemeClr val="accent4">
                <a:lumMod val="50000"/>
              </a:schemeClr>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4">
                    <a:lumMod val="50000"/>
                  </a:schemeClr>
                </a:solidFill>
                <a:effectLst/>
                <a:latin typeface="+mj-lt"/>
              </a:rPr>
              <a:t>Key Insight: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41–50 age group dominates with the highest ticket volume (16,322), showing heavy system reliance.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30–41 group also high (12,089), reflecting their balanced workload and key operational role.</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&lt;30 and 50+ groups handle fewer tickets, possibly due to limited experience (&lt;30) or reduced engagement (50+).</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Medium &amp; Unassigned priorities rise with age, suggesting potential gaps in categorization and prioritization in older groups.</a:t>
            </a:r>
          </a:p>
        </p:txBody>
      </p:sp>
      <p:cxnSp>
        <p:nvCxnSpPr>
          <p:cNvPr id="36" name="Connector: Elbow 35">
            <a:extLst>
              <a:ext uri="{FF2B5EF4-FFF2-40B4-BE49-F238E27FC236}">
                <a16:creationId xmlns:a16="http://schemas.microsoft.com/office/drawing/2014/main" id="{327F8C3C-EE8B-4DDF-8811-FA9559754627}"/>
              </a:ext>
            </a:extLst>
          </p:cNvPr>
          <p:cNvCxnSpPr>
            <a:cxnSpLocks/>
          </p:cNvCxnSpPr>
          <p:nvPr/>
        </p:nvCxnSpPr>
        <p:spPr>
          <a:xfrm flipV="1">
            <a:off x="6065519" y="5401905"/>
            <a:ext cx="1021081" cy="464701"/>
          </a:xfrm>
          <a:prstGeom prst="bentConnector3">
            <a:avLst>
              <a:gd name="adj1" fmla="val 100044"/>
            </a:avLst>
          </a:prstGeom>
          <a:ln>
            <a:tailEnd type="triangle"/>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eardrop 17">
            <a:extLst>
              <a:ext uri="{FF2B5EF4-FFF2-40B4-BE49-F238E27FC236}">
                <a16:creationId xmlns:a16="http://schemas.microsoft.com/office/drawing/2014/main" id="{1500BC20-8690-4B11-BFF4-316F7C70B4EC}"/>
              </a:ext>
            </a:extLst>
          </p:cNvPr>
          <p:cNvSpPr/>
          <p:nvPr/>
        </p:nvSpPr>
        <p:spPr>
          <a:xfrm rot="10800000">
            <a:off x="-25077" y="5310295"/>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19" name="Teardrop 18">
            <a:extLst>
              <a:ext uri="{FF2B5EF4-FFF2-40B4-BE49-F238E27FC236}">
                <a16:creationId xmlns:a16="http://schemas.microsoft.com/office/drawing/2014/main" id="{B78DE515-F3A4-46D8-A212-FBC4B99DAA49}"/>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 name="object 2"/>
          <p:cNvSpPr txBox="1">
            <a:spLocks noGrp="1"/>
          </p:cNvSpPr>
          <p:nvPr>
            <p:ph type="title"/>
          </p:nvPr>
        </p:nvSpPr>
        <p:spPr>
          <a:xfrm>
            <a:off x="304800" y="333611"/>
            <a:ext cx="8851901" cy="442428"/>
          </a:xfrm>
          <a:prstGeom prst="rect">
            <a:avLst/>
          </a:prstGeom>
        </p:spPr>
        <p:txBody>
          <a:bodyPr vert="horz" wrap="square" lIns="0" tIns="26034" rIns="0" bIns="0" rtlCol="0">
            <a:spAutoFit/>
          </a:bodyPr>
          <a:lstStyle/>
          <a:p>
            <a:pPr marL="12700" marR="5080">
              <a:lnSpc>
                <a:spcPts val="3229"/>
              </a:lnSpc>
              <a:spcBef>
                <a:spcPts val="204"/>
              </a:spcBef>
            </a:pPr>
            <a:r>
              <a:rPr lang="en-US" sz="3200" spc="415" dirty="0">
                <a:solidFill>
                  <a:schemeClr val="accent4">
                    <a:lumMod val="50000"/>
                  </a:schemeClr>
                </a:solidFill>
                <a:latin typeface="+mj-lt"/>
              </a:rPr>
              <a:t>Age Group Vs Average Satisfaction Rate</a:t>
            </a:r>
            <a:endParaRPr lang="en-US" sz="3200" spc="430" dirty="0">
              <a:solidFill>
                <a:schemeClr val="accent4">
                  <a:lumMod val="50000"/>
                </a:schemeClr>
              </a:solidFill>
              <a:latin typeface="+mj-lt"/>
            </a:endParaRPr>
          </a:p>
        </p:txBody>
      </p:sp>
      <p:graphicFrame>
        <p:nvGraphicFramePr>
          <p:cNvPr id="14" name="Chart 13">
            <a:extLst>
              <a:ext uri="{FF2B5EF4-FFF2-40B4-BE49-F238E27FC236}">
                <a16:creationId xmlns:a16="http://schemas.microsoft.com/office/drawing/2014/main" id="{2E60D4E7-CB1E-4811-81CE-931C131A14E7}"/>
              </a:ext>
            </a:extLst>
          </p:cNvPr>
          <p:cNvGraphicFramePr>
            <a:graphicFrameLocks/>
          </p:cNvGraphicFramePr>
          <p:nvPr>
            <p:extLst>
              <p:ext uri="{D42A27DB-BD31-4B8C-83A1-F6EECF244321}">
                <p14:modId xmlns:p14="http://schemas.microsoft.com/office/powerpoint/2010/main" val="128609637"/>
              </p:ext>
            </p:extLst>
          </p:nvPr>
        </p:nvGraphicFramePr>
        <p:xfrm>
          <a:off x="177478" y="1751806"/>
          <a:ext cx="5943600" cy="41910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0936EA6B-4A78-42F3-B7A2-44AD5577965B}"/>
              </a:ext>
            </a:extLst>
          </p:cNvPr>
          <p:cNvSpPr txBox="1"/>
          <p:nvPr/>
        </p:nvSpPr>
        <p:spPr>
          <a:xfrm>
            <a:off x="6375722" y="1751806"/>
            <a:ext cx="5638800" cy="3293209"/>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pPr algn="l" rtl="0" eaLnBrk="0" fontAlgn="base" hangingPunct="0">
              <a:spcBef>
                <a:spcPct val="0"/>
              </a:spcBef>
              <a:spcAft>
                <a:spcPct val="0"/>
              </a:spcAft>
            </a:pPr>
            <a:r>
              <a:rPr lang="en-IN" b="1" dirty="0">
                <a:solidFill>
                  <a:schemeClr val="accent4">
                    <a:lumMod val="50000"/>
                  </a:schemeClr>
                </a:solidFill>
                <a:latin typeface="+mj-lt"/>
              </a:rPr>
              <a:t>Key Insight: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The 50+ age group reports the highest satisfaction, with an average score of 4.40.</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Our biggest opportunity for improvement is with the 41-50 age group, which has the lowest satisfaction (3.99).</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Satisfaction follows a U-shaped curve, starting high for younger users, dipping in the middle ages, and peaking for the oldest group.</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There is a significant satisfaction gap; the 50+ group is over 10% more satisfied than the 41-50 age group.</a:t>
            </a:r>
          </a:p>
        </p:txBody>
      </p:sp>
      <p:sp>
        <p:nvSpPr>
          <p:cNvPr id="17" name="object 3">
            <a:extLst>
              <a:ext uri="{FF2B5EF4-FFF2-40B4-BE49-F238E27FC236}">
                <a16:creationId xmlns:a16="http://schemas.microsoft.com/office/drawing/2014/main" id="{7E77580D-F9CC-48D3-AFA6-7606B603D722}"/>
              </a:ext>
            </a:extLst>
          </p:cNvPr>
          <p:cNvSpPr/>
          <p:nvPr/>
        </p:nvSpPr>
        <p:spPr>
          <a:xfrm>
            <a:off x="304800" y="770530"/>
            <a:ext cx="8712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Teardrop 20">
            <a:extLst>
              <a:ext uri="{FF2B5EF4-FFF2-40B4-BE49-F238E27FC236}">
                <a16:creationId xmlns:a16="http://schemas.microsoft.com/office/drawing/2014/main" id="{03EC7F54-23BB-46A4-B89D-450A9F67610D}"/>
              </a:ext>
            </a:extLst>
          </p:cNvPr>
          <p:cNvSpPr/>
          <p:nvPr/>
        </p:nvSpPr>
        <p:spPr>
          <a:xfrm rot="10800000">
            <a:off x="-25077" y="5310295"/>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2" name="Teardrop 21">
            <a:extLst>
              <a:ext uri="{FF2B5EF4-FFF2-40B4-BE49-F238E27FC236}">
                <a16:creationId xmlns:a16="http://schemas.microsoft.com/office/drawing/2014/main" id="{F248F1C8-E94C-44CC-B717-12F883A8DFCC}"/>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 name="object 2"/>
          <p:cNvSpPr txBox="1">
            <a:spLocks noGrp="1"/>
          </p:cNvSpPr>
          <p:nvPr>
            <p:ph type="title"/>
          </p:nvPr>
        </p:nvSpPr>
        <p:spPr>
          <a:xfrm>
            <a:off x="381001" y="446035"/>
            <a:ext cx="6934200" cy="489621"/>
          </a:xfrm>
          <a:prstGeom prst="rect">
            <a:avLst/>
          </a:prstGeom>
        </p:spPr>
        <p:txBody>
          <a:bodyPr vert="horz" wrap="square" lIns="0" tIns="4445" rIns="0" bIns="0" rtlCol="0">
            <a:spAutoFit/>
          </a:bodyPr>
          <a:lstStyle/>
          <a:p>
            <a:pPr marL="12700" marR="5080">
              <a:lnSpc>
                <a:spcPct val="101899"/>
              </a:lnSpc>
              <a:spcBef>
                <a:spcPts val="35"/>
              </a:spcBef>
            </a:pPr>
            <a:r>
              <a:rPr lang="en-US" sz="3200" dirty="0">
                <a:solidFill>
                  <a:schemeClr val="accent4">
                    <a:lumMod val="50000"/>
                  </a:schemeClr>
                </a:solidFill>
                <a:latin typeface="+mj-lt"/>
              </a:rPr>
              <a:t>Agent With Highest </a:t>
            </a:r>
            <a:r>
              <a:rPr lang="en-US" sz="3200" dirty="0" err="1">
                <a:solidFill>
                  <a:schemeClr val="accent4">
                    <a:lumMod val="50000"/>
                  </a:schemeClr>
                </a:solidFill>
                <a:latin typeface="+mj-lt"/>
              </a:rPr>
              <a:t>Nummber</a:t>
            </a:r>
            <a:r>
              <a:rPr lang="en-US" sz="3200" dirty="0">
                <a:solidFill>
                  <a:schemeClr val="accent4">
                    <a:lumMod val="50000"/>
                  </a:schemeClr>
                </a:solidFill>
                <a:latin typeface="+mj-lt"/>
              </a:rPr>
              <a:t> Of Ticket</a:t>
            </a:r>
          </a:p>
        </p:txBody>
      </p:sp>
      <p:graphicFrame>
        <p:nvGraphicFramePr>
          <p:cNvPr id="17" name="Chart 16">
            <a:extLst>
              <a:ext uri="{FF2B5EF4-FFF2-40B4-BE49-F238E27FC236}">
                <a16:creationId xmlns:a16="http://schemas.microsoft.com/office/drawing/2014/main" id="{090B203A-E3F5-493A-A377-63C8FF0A9227}"/>
              </a:ext>
            </a:extLst>
          </p:cNvPr>
          <p:cNvGraphicFramePr>
            <a:graphicFrameLocks/>
          </p:cNvGraphicFramePr>
          <p:nvPr>
            <p:extLst>
              <p:ext uri="{D42A27DB-BD31-4B8C-83A1-F6EECF244321}">
                <p14:modId xmlns:p14="http://schemas.microsoft.com/office/powerpoint/2010/main" val="2205392430"/>
              </p:ext>
            </p:extLst>
          </p:nvPr>
        </p:nvGraphicFramePr>
        <p:xfrm>
          <a:off x="152400" y="2088089"/>
          <a:ext cx="6113925" cy="3693319"/>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0DA2FF5A-0C3F-4142-8E98-0922FD2AA0EF}"/>
              </a:ext>
            </a:extLst>
          </p:cNvPr>
          <p:cNvSpPr txBox="1"/>
          <p:nvPr/>
        </p:nvSpPr>
        <p:spPr>
          <a:xfrm>
            <a:off x="6482080" y="2088089"/>
            <a:ext cx="5562600" cy="3416320"/>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pPr algn="l" rtl="0" eaLnBrk="0" fontAlgn="base" hangingPunct="0">
              <a:spcBef>
                <a:spcPct val="0"/>
              </a:spcBef>
              <a:spcAft>
                <a:spcPct val="0"/>
              </a:spcAft>
            </a:pPr>
            <a:r>
              <a:rPr lang="en-IN" b="1" dirty="0">
                <a:solidFill>
                  <a:schemeClr val="accent4">
                    <a:lumMod val="50000"/>
                  </a:schemeClr>
                </a:solidFill>
                <a:latin typeface="+mj-lt"/>
              </a:rPr>
              <a:t>Key Insight:</a:t>
            </a:r>
            <a:endParaRPr kumimoji="0" lang="en-US" altLang="en-US" sz="18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accent4">
                    <a:lumMod val="50000"/>
                  </a:schemeClr>
                </a:solidFill>
                <a:effectLst/>
                <a:latin typeface="+mj-lt"/>
              </a:rPr>
              <a:t>Aurelio </a:t>
            </a:r>
            <a:r>
              <a:rPr kumimoji="0" lang="en-US" altLang="en-US" sz="1800" b="0" i="0" u="none" strike="noStrike" cap="none" normalizeH="0" baseline="0" dirty="0" err="1">
                <a:ln>
                  <a:noFill/>
                </a:ln>
                <a:solidFill>
                  <a:schemeClr val="accent4">
                    <a:lumMod val="50000"/>
                  </a:schemeClr>
                </a:solidFill>
                <a:effectLst/>
                <a:latin typeface="+mj-lt"/>
              </a:rPr>
              <a:t>Tanori</a:t>
            </a:r>
            <a:r>
              <a:rPr kumimoji="0" lang="en-US" altLang="en-US" sz="1800" b="0" i="0" u="none" strike="noStrike" cap="none" normalizeH="0" baseline="0" dirty="0">
                <a:ln>
                  <a:noFill/>
                </a:ln>
                <a:solidFill>
                  <a:schemeClr val="accent4">
                    <a:lumMod val="50000"/>
                  </a:schemeClr>
                </a:solidFill>
                <a:effectLst/>
                <a:latin typeface="+mj-lt"/>
              </a:rPr>
              <a:t> is the top-performing agent, having resolved the highest number of tickets (2,027).</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accent4">
                    <a:lumMod val="50000"/>
                  </a:schemeClr>
                </a:solidFill>
                <a:effectLst/>
                <a:latin typeface="+mj-lt"/>
              </a:rPr>
              <a:t>Performance at the top is extremely competitive, with only a 6-ticket difference among the top three agents.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accent4">
                    <a:lumMod val="50000"/>
                  </a:schemeClr>
                </a:solidFill>
                <a:effectLst/>
                <a:latin typeface="+mj-lt"/>
              </a:rPr>
              <a:t>Our elite agents are highly consistent, with less than a 2% performance variance across the top five.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accent4">
                    <a:lumMod val="50000"/>
                  </a:schemeClr>
                </a:solidFill>
                <a:effectLst/>
                <a:latin typeface="+mj-lt"/>
              </a:rPr>
              <a:t>This group of high-performers represents an ideal model for developing team-wide best practices.</a:t>
            </a:r>
          </a:p>
        </p:txBody>
      </p:sp>
      <p:sp>
        <p:nvSpPr>
          <p:cNvPr id="6" name="Arrow: Bent-Up 5">
            <a:extLst>
              <a:ext uri="{FF2B5EF4-FFF2-40B4-BE49-F238E27FC236}">
                <a16:creationId xmlns:a16="http://schemas.microsoft.com/office/drawing/2014/main" id="{15249BD6-3A1D-4A89-802A-A7F74C679232}"/>
              </a:ext>
            </a:extLst>
          </p:cNvPr>
          <p:cNvSpPr/>
          <p:nvPr/>
        </p:nvSpPr>
        <p:spPr>
          <a:xfrm>
            <a:off x="6400800" y="5789144"/>
            <a:ext cx="685800" cy="413768"/>
          </a:xfrm>
          <a:prstGeom prst="bentUpArrow">
            <a:avLst>
              <a:gd name="adj1" fmla="val 17173"/>
              <a:gd name="adj2" fmla="val 25000"/>
              <a:gd name="adj3" fmla="val 25000"/>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18" name="Arrow: Bent-Up 17">
            <a:extLst>
              <a:ext uri="{FF2B5EF4-FFF2-40B4-BE49-F238E27FC236}">
                <a16:creationId xmlns:a16="http://schemas.microsoft.com/office/drawing/2014/main" id="{AD208FB1-80F2-4077-91F3-9AF1F35D466D}"/>
              </a:ext>
            </a:extLst>
          </p:cNvPr>
          <p:cNvSpPr/>
          <p:nvPr/>
        </p:nvSpPr>
        <p:spPr>
          <a:xfrm flipH="1">
            <a:off x="5680800" y="5789726"/>
            <a:ext cx="720000" cy="413768"/>
          </a:xfrm>
          <a:prstGeom prst="bentUpArrow">
            <a:avLst>
              <a:gd name="adj1" fmla="val 17634"/>
              <a:gd name="adj2" fmla="val 9116"/>
              <a:gd name="adj3" fmla="val 22698"/>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0" name="object 3">
            <a:extLst>
              <a:ext uri="{FF2B5EF4-FFF2-40B4-BE49-F238E27FC236}">
                <a16:creationId xmlns:a16="http://schemas.microsoft.com/office/drawing/2014/main" id="{17730B4F-A1E5-463A-AC69-F684D78416F7}"/>
              </a:ext>
            </a:extLst>
          </p:cNvPr>
          <p:cNvSpPr/>
          <p:nvPr/>
        </p:nvSpPr>
        <p:spPr>
          <a:xfrm>
            <a:off x="381000" y="978542"/>
            <a:ext cx="6804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rdrop 1">
            <a:extLst>
              <a:ext uri="{FF2B5EF4-FFF2-40B4-BE49-F238E27FC236}">
                <a16:creationId xmlns:a16="http://schemas.microsoft.com/office/drawing/2014/main" id="{2AC715AC-41DF-42A4-9C83-6A6847198B9F}"/>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 name="Teardrop 2">
            <a:extLst>
              <a:ext uri="{FF2B5EF4-FFF2-40B4-BE49-F238E27FC236}">
                <a16:creationId xmlns:a16="http://schemas.microsoft.com/office/drawing/2014/main" id="{3194D9F4-2540-4D2C-9EF7-D15CAA82AEE3}"/>
              </a:ext>
            </a:extLst>
          </p:cNvPr>
          <p:cNvSpPr/>
          <p:nvPr/>
        </p:nvSpPr>
        <p:spPr>
          <a:xfrm rot="10800000">
            <a:off x="0" y="530529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 name="object 2">
            <a:extLst>
              <a:ext uri="{FF2B5EF4-FFF2-40B4-BE49-F238E27FC236}">
                <a16:creationId xmlns:a16="http://schemas.microsoft.com/office/drawing/2014/main" id="{9C08CBDA-CDBD-4BAF-96A6-5200232C226F}"/>
              </a:ext>
            </a:extLst>
          </p:cNvPr>
          <p:cNvSpPr txBox="1">
            <a:spLocks/>
          </p:cNvSpPr>
          <p:nvPr/>
        </p:nvSpPr>
        <p:spPr>
          <a:xfrm>
            <a:off x="228600" y="165582"/>
            <a:ext cx="5652000" cy="505267"/>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IN" sz="3200" b="1" dirty="0">
                <a:solidFill>
                  <a:schemeClr val="accent4">
                    <a:lumMod val="50000"/>
                  </a:schemeClr>
                </a:solidFill>
              </a:rPr>
              <a:t>Severity Vs Avg. Resolution Time</a:t>
            </a:r>
          </a:p>
        </p:txBody>
      </p:sp>
      <p:sp>
        <p:nvSpPr>
          <p:cNvPr id="5" name="object 3">
            <a:extLst>
              <a:ext uri="{FF2B5EF4-FFF2-40B4-BE49-F238E27FC236}">
                <a16:creationId xmlns:a16="http://schemas.microsoft.com/office/drawing/2014/main" id="{29ADE44E-888F-43B5-B07A-A369712A2CC5}"/>
              </a:ext>
            </a:extLst>
          </p:cNvPr>
          <p:cNvSpPr/>
          <p:nvPr/>
        </p:nvSpPr>
        <p:spPr>
          <a:xfrm>
            <a:off x="228600" y="685006"/>
            <a:ext cx="5652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aphicFrame>
        <p:nvGraphicFramePr>
          <p:cNvPr id="6" name="Chart 5">
            <a:extLst>
              <a:ext uri="{FF2B5EF4-FFF2-40B4-BE49-F238E27FC236}">
                <a16:creationId xmlns:a16="http://schemas.microsoft.com/office/drawing/2014/main" id="{DAB01636-9BCC-477D-8984-2BD451941516}"/>
              </a:ext>
            </a:extLst>
          </p:cNvPr>
          <p:cNvGraphicFramePr>
            <a:graphicFrameLocks/>
          </p:cNvGraphicFramePr>
          <p:nvPr>
            <p:extLst>
              <p:ext uri="{D42A27DB-BD31-4B8C-83A1-F6EECF244321}">
                <p14:modId xmlns:p14="http://schemas.microsoft.com/office/powerpoint/2010/main" val="2239394647"/>
              </p:ext>
            </p:extLst>
          </p:nvPr>
        </p:nvGraphicFramePr>
        <p:xfrm>
          <a:off x="264816" y="1388637"/>
          <a:ext cx="6654351" cy="443908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6C9E21AF-13FF-4399-B0BF-2A6385B2F621}"/>
              </a:ext>
            </a:extLst>
          </p:cNvPr>
          <p:cNvSpPr txBox="1"/>
          <p:nvPr/>
        </p:nvSpPr>
        <p:spPr>
          <a:xfrm>
            <a:off x="7016856" y="1388637"/>
            <a:ext cx="4910328" cy="3600986"/>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r>
              <a:rPr lang="en-IN" b="1" dirty="0">
                <a:latin typeface="+mj-lt"/>
              </a:rPr>
              <a:t>Key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j-lt"/>
              </a:rPr>
              <a:t>'Normal' severity tickets consistently have the longest resolution time, taking over 4.5 days every year.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j-lt"/>
              </a:rPr>
              <a:t>There's a clear process issue: 'Major' tickets take twice as long to resolve as 'Urgent' tickets.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j-lt"/>
              </a:rPr>
              <a:t>Our prioritization works for emergencies, as 'Urgent' tickets are consistently resolved the fastest (around 2 days).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j-lt"/>
              </a:rPr>
              <a:t>This performance pattern has not improved in five years, pointing to a systemic problem in managing non-urgent queues.</a:t>
            </a:r>
          </a:p>
        </p:txBody>
      </p:sp>
    </p:spTree>
    <p:extLst>
      <p:ext uri="{BB962C8B-B14F-4D97-AF65-F5344CB8AC3E}">
        <p14:creationId xmlns:p14="http://schemas.microsoft.com/office/powerpoint/2010/main" val="815326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rdrop 1">
            <a:extLst>
              <a:ext uri="{FF2B5EF4-FFF2-40B4-BE49-F238E27FC236}">
                <a16:creationId xmlns:a16="http://schemas.microsoft.com/office/drawing/2014/main" id="{AA0A89FC-0149-4D1F-BA7D-334CA3635EF4}"/>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 name="Teardrop 2">
            <a:extLst>
              <a:ext uri="{FF2B5EF4-FFF2-40B4-BE49-F238E27FC236}">
                <a16:creationId xmlns:a16="http://schemas.microsoft.com/office/drawing/2014/main" id="{281FC59F-A770-46F9-82BA-863BDCA68A06}"/>
              </a:ext>
            </a:extLst>
          </p:cNvPr>
          <p:cNvSpPr/>
          <p:nvPr/>
        </p:nvSpPr>
        <p:spPr>
          <a:xfrm rot="10800000">
            <a:off x="0" y="530529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 name="object 2">
            <a:extLst>
              <a:ext uri="{FF2B5EF4-FFF2-40B4-BE49-F238E27FC236}">
                <a16:creationId xmlns:a16="http://schemas.microsoft.com/office/drawing/2014/main" id="{1CDEC803-9FF0-44E6-9C00-1AA1CFBAA66C}"/>
              </a:ext>
            </a:extLst>
          </p:cNvPr>
          <p:cNvSpPr txBox="1">
            <a:spLocks/>
          </p:cNvSpPr>
          <p:nvPr/>
        </p:nvSpPr>
        <p:spPr>
          <a:xfrm>
            <a:off x="378342" y="232416"/>
            <a:ext cx="5410200" cy="505267"/>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IN" sz="3200" b="1" dirty="0">
                <a:solidFill>
                  <a:schemeClr val="accent4">
                    <a:lumMod val="50000"/>
                  </a:schemeClr>
                </a:solidFill>
              </a:rPr>
              <a:t>Severity Vs Ticket Volume</a:t>
            </a:r>
          </a:p>
        </p:txBody>
      </p:sp>
      <p:sp>
        <p:nvSpPr>
          <p:cNvPr id="5" name="object 3">
            <a:extLst>
              <a:ext uri="{FF2B5EF4-FFF2-40B4-BE49-F238E27FC236}">
                <a16:creationId xmlns:a16="http://schemas.microsoft.com/office/drawing/2014/main" id="{07FAA8AE-A24F-4587-9169-5A3FAE0E41E5}"/>
              </a:ext>
            </a:extLst>
          </p:cNvPr>
          <p:cNvSpPr/>
          <p:nvPr/>
        </p:nvSpPr>
        <p:spPr>
          <a:xfrm>
            <a:off x="378341" y="837406"/>
            <a:ext cx="4428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aphicFrame>
        <p:nvGraphicFramePr>
          <p:cNvPr id="6" name="Chart 5">
            <a:extLst>
              <a:ext uri="{FF2B5EF4-FFF2-40B4-BE49-F238E27FC236}">
                <a16:creationId xmlns:a16="http://schemas.microsoft.com/office/drawing/2014/main" id="{E4C15770-1FB8-4478-9624-14B1EC23DEDB}"/>
              </a:ext>
            </a:extLst>
          </p:cNvPr>
          <p:cNvGraphicFramePr>
            <a:graphicFrameLocks/>
          </p:cNvGraphicFramePr>
          <p:nvPr>
            <p:extLst>
              <p:ext uri="{D42A27DB-BD31-4B8C-83A1-F6EECF244321}">
                <p14:modId xmlns:p14="http://schemas.microsoft.com/office/powerpoint/2010/main" val="3191296422"/>
              </p:ext>
            </p:extLst>
          </p:nvPr>
        </p:nvGraphicFramePr>
        <p:xfrm>
          <a:off x="563813" y="1551057"/>
          <a:ext cx="5256000" cy="3783826"/>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C1510884-BE8F-45DB-B8EE-B4BE67B04427}"/>
              </a:ext>
            </a:extLst>
          </p:cNvPr>
          <p:cNvSpPr txBox="1"/>
          <p:nvPr/>
        </p:nvSpPr>
        <p:spPr>
          <a:xfrm>
            <a:off x="6061918" y="1551057"/>
            <a:ext cx="5562600" cy="3108543"/>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r>
              <a:rPr lang="en-IN" b="1" dirty="0">
                <a:latin typeface="+mj-lt"/>
              </a:rPr>
              <a:t>Key Insight: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The vast majority of our tickets (91%) are of 'Normal' severity.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High-priority issues ('Major' and 'Urgent') represent less than 7% of the total volume.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'Urgent' tickets are the least common type, making up only 1.4% of all tickets.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Our workload is primarily driven by routine, non-critical issues.</a:t>
            </a:r>
          </a:p>
        </p:txBody>
      </p:sp>
    </p:spTree>
    <p:extLst>
      <p:ext uri="{BB962C8B-B14F-4D97-AF65-F5344CB8AC3E}">
        <p14:creationId xmlns:p14="http://schemas.microsoft.com/office/powerpoint/2010/main" val="1847758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rdrop 1">
            <a:extLst>
              <a:ext uri="{FF2B5EF4-FFF2-40B4-BE49-F238E27FC236}">
                <a16:creationId xmlns:a16="http://schemas.microsoft.com/office/drawing/2014/main" id="{146856FE-AE1A-4909-87DA-165E1FE2225E}"/>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 name="Teardrop 2">
            <a:extLst>
              <a:ext uri="{FF2B5EF4-FFF2-40B4-BE49-F238E27FC236}">
                <a16:creationId xmlns:a16="http://schemas.microsoft.com/office/drawing/2014/main" id="{85336B3C-9FE4-42FE-A360-1FE0DCA48D71}"/>
              </a:ext>
            </a:extLst>
          </p:cNvPr>
          <p:cNvSpPr/>
          <p:nvPr/>
        </p:nvSpPr>
        <p:spPr>
          <a:xfrm rot="10800000">
            <a:off x="0" y="5305293"/>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 name="object 2">
            <a:extLst>
              <a:ext uri="{FF2B5EF4-FFF2-40B4-BE49-F238E27FC236}">
                <a16:creationId xmlns:a16="http://schemas.microsoft.com/office/drawing/2014/main" id="{E1FA1F3E-870C-43F7-B919-3B19030B7631}"/>
              </a:ext>
            </a:extLst>
          </p:cNvPr>
          <p:cNvSpPr txBox="1">
            <a:spLocks/>
          </p:cNvSpPr>
          <p:nvPr/>
        </p:nvSpPr>
        <p:spPr>
          <a:xfrm>
            <a:off x="248920" y="170681"/>
            <a:ext cx="6304280" cy="505267"/>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IN" sz="3200" b="1" dirty="0">
                <a:solidFill>
                  <a:schemeClr val="accent4">
                    <a:lumMod val="50000"/>
                  </a:schemeClr>
                </a:solidFill>
              </a:rPr>
              <a:t>Severity Wise Avg. Satisfaction Rate</a:t>
            </a:r>
          </a:p>
        </p:txBody>
      </p:sp>
      <p:sp>
        <p:nvSpPr>
          <p:cNvPr id="5" name="object 3">
            <a:extLst>
              <a:ext uri="{FF2B5EF4-FFF2-40B4-BE49-F238E27FC236}">
                <a16:creationId xmlns:a16="http://schemas.microsoft.com/office/drawing/2014/main" id="{60336935-3AD4-4ADC-956B-D0F3BB22CB63}"/>
              </a:ext>
            </a:extLst>
          </p:cNvPr>
          <p:cNvSpPr/>
          <p:nvPr/>
        </p:nvSpPr>
        <p:spPr>
          <a:xfrm>
            <a:off x="228600" y="685006"/>
            <a:ext cx="6192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aphicFrame>
        <p:nvGraphicFramePr>
          <p:cNvPr id="7" name="Chart 6">
            <a:extLst>
              <a:ext uri="{FF2B5EF4-FFF2-40B4-BE49-F238E27FC236}">
                <a16:creationId xmlns:a16="http://schemas.microsoft.com/office/drawing/2014/main" id="{D2EB24ED-B071-408B-A85D-7A4F8FA1656D}"/>
              </a:ext>
            </a:extLst>
          </p:cNvPr>
          <p:cNvGraphicFramePr>
            <a:graphicFrameLocks/>
          </p:cNvGraphicFramePr>
          <p:nvPr>
            <p:extLst>
              <p:ext uri="{D42A27DB-BD31-4B8C-83A1-F6EECF244321}">
                <p14:modId xmlns:p14="http://schemas.microsoft.com/office/powerpoint/2010/main" val="614056725"/>
              </p:ext>
            </p:extLst>
          </p:nvPr>
        </p:nvGraphicFramePr>
        <p:xfrm>
          <a:off x="228600" y="1720006"/>
          <a:ext cx="5716800" cy="34164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2DCC6F3C-8A96-49EE-8C2A-52D3747200AC}"/>
              </a:ext>
            </a:extLst>
          </p:cNvPr>
          <p:cNvSpPr txBox="1"/>
          <p:nvPr/>
        </p:nvSpPr>
        <p:spPr>
          <a:xfrm>
            <a:off x="6096000" y="1720006"/>
            <a:ext cx="5716800" cy="3108543"/>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r>
              <a:rPr lang="en-IN" b="1" dirty="0">
                <a:solidFill>
                  <a:schemeClr val="accent4">
                    <a:lumMod val="50000"/>
                  </a:schemeClr>
                </a:solidFill>
                <a:latin typeface="+mj-lt"/>
              </a:rPr>
              <a:t>Key Insight: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There is a clear inverse correlation: as ticket severity increases, customer satisfaction plummets.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Routine 'Normal' tickets receive excellent satisfaction scores (4.66 out of 5).</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'Urgent' issues receive the lowest score (2.00), showing a critical failure in our high-stakes support.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accent4">
                  <a:lumMod val="50000"/>
                </a:schemeClr>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4">
                    <a:lumMod val="50000"/>
                  </a:schemeClr>
                </a:solidFill>
                <a:effectLst/>
                <a:latin typeface="+mj-lt"/>
              </a:rPr>
              <a:t>Customers are over twice as satisfied with how we handle 'Normal' issues compared to 'Urgent' ones.</a:t>
            </a:r>
          </a:p>
        </p:txBody>
      </p:sp>
    </p:spTree>
    <p:extLst>
      <p:ext uri="{BB962C8B-B14F-4D97-AF65-F5344CB8AC3E}">
        <p14:creationId xmlns:p14="http://schemas.microsoft.com/office/powerpoint/2010/main" val="3493941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3" name="object 73"/>
          <p:cNvSpPr txBox="1"/>
          <p:nvPr/>
        </p:nvSpPr>
        <p:spPr>
          <a:xfrm>
            <a:off x="13182600" y="3580606"/>
            <a:ext cx="202565" cy="197490"/>
          </a:xfrm>
          <a:prstGeom prst="rect">
            <a:avLst/>
          </a:prstGeom>
        </p:spPr>
        <p:txBody>
          <a:bodyPr vert="horz" wrap="square" lIns="0" tIns="12700" rIns="0" bIns="0" rtlCol="0">
            <a:spAutoFit/>
          </a:bodyPr>
          <a:lstStyle/>
          <a:p>
            <a:pPr marL="12700">
              <a:lnSpc>
                <a:spcPct val="100000"/>
              </a:lnSpc>
              <a:spcBef>
                <a:spcPts val="100"/>
              </a:spcBef>
            </a:pPr>
            <a:r>
              <a:rPr sz="1200" spc="-25" dirty="0">
                <a:solidFill>
                  <a:schemeClr val="bg1"/>
                </a:solidFill>
                <a:latin typeface="Lato"/>
                <a:cs typeface="Lato"/>
              </a:rPr>
              <a:t>14</a:t>
            </a:r>
            <a:endParaRPr sz="1200" dirty="0">
              <a:solidFill>
                <a:schemeClr val="bg1"/>
              </a:solidFill>
              <a:latin typeface="Lato"/>
              <a:cs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959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4682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87364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2" name="object 22"/>
          <p:cNvGrpSpPr/>
          <p:nvPr/>
        </p:nvGrpSpPr>
        <p:grpSpPr>
          <a:xfrm>
            <a:off x="6532689" y="5164673"/>
            <a:ext cx="4225573" cy="1604557"/>
            <a:chOff x="380999" y="5438774"/>
            <a:chExt cx="5410200" cy="1447800"/>
          </a:xfrm>
        </p:grpSpPr>
        <p:sp>
          <p:nvSpPr>
            <p:cNvPr id="24" name="object 24"/>
            <p:cNvSpPr/>
            <p:nvPr/>
          </p:nvSpPr>
          <p:spPr>
            <a:xfrm>
              <a:off x="380999" y="5438774"/>
              <a:ext cx="5410200" cy="647700"/>
            </a:xfrm>
            <a:custGeom>
              <a:avLst/>
              <a:gdLst/>
              <a:ahLst/>
              <a:cxnLst/>
              <a:rect l="l" t="t" r="r" b="b"/>
              <a:pathLst>
                <a:path w="5410200" h="647700">
                  <a:moveTo>
                    <a:pt x="5410199" y="647699"/>
                  </a:moveTo>
                  <a:lnTo>
                    <a:pt x="0" y="647699"/>
                  </a:lnTo>
                  <a:lnTo>
                    <a:pt x="0" y="0"/>
                  </a:lnTo>
                  <a:lnTo>
                    <a:pt x="5410199" y="0"/>
                  </a:lnTo>
                  <a:lnTo>
                    <a:pt x="5410199" y="647699"/>
                  </a:lnTo>
                  <a:close/>
                </a:path>
              </a:pathLst>
            </a:custGeom>
            <a:solidFill>
              <a:schemeClr val="accent4">
                <a:lumMod val="20000"/>
                <a:lumOff val="80000"/>
              </a:schemeClr>
            </a:solidFill>
          </p:spPr>
          <p:txBody>
            <a:bodyPr wrap="square" lIns="0" tIns="0" rIns="0" bIns="0" rtlCol="0"/>
            <a:lstStyle/>
            <a:p>
              <a:endParaRPr sz="1600" dirty="0">
                <a:solidFill>
                  <a:schemeClr val="accent4">
                    <a:lumMod val="50000"/>
                  </a:schemeClr>
                </a:solidFill>
                <a:latin typeface="+mj-lt"/>
              </a:endParaRPr>
            </a:p>
          </p:txBody>
        </p:sp>
        <p:sp>
          <p:nvSpPr>
            <p:cNvPr id="25" name="object 25"/>
            <p:cNvSpPr/>
            <p:nvPr/>
          </p:nvSpPr>
          <p:spPr>
            <a:xfrm>
              <a:off x="380999" y="5438774"/>
              <a:ext cx="28575" cy="647700"/>
            </a:xfrm>
            <a:custGeom>
              <a:avLst/>
              <a:gdLst/>
              <a:ahLst/>
              <a:cxnLst/>
              <a:rect l="l" t="t" r="r" b="b"/>
              <a:pathLst>
                <a:path w="28575" h="647700">
                  <a:moveTo>
                    <a:pt x="28574" y="647699"/>
                  </a:moveTo>
                  <a:lnTo>
                    <a:pt x="0" y="647699"/>
                  </a:lnTo>
                  <a:lnTo>
                    <a:pt x="0" y="0"/>
                  </a:lnTo>
                  <a:lnTo>
                    <a:pt x="28574" y="0"/>
                  </a:lnTo>
                  <a:lnTo>
                    <a:pt x="28574" y="6476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ndParaRPr>
            </a:p>
          </p:txBody>
        </p:sp>
        <p:sp>
          <p:nvSpPr>
            <p:cNvPr id="26" name="object 26"/>
            <p:cNvSpPr/>
            <p:nvPr/>
          </p:nvSpPr>
          <p:spPr>
            <a:xfrm>
              <a:off x="380999" y="6238874"/>
              <a:ext cx="5410200" cy="647700"/>
            </a:xfrm>
            <a:custGeom>
              <a:avLst/>
              <a:gdLst/>
              <a:ahLst/>
              <a:cxnLst/>
              <a:rect l="l" t="t" r="r" b="b"/>
              <a:pathLst>
                <a:path w="5410200" h="647700">
                  <a:moveTo>
                    <a:pt x="5410199" y="647699"/>
                  </a:moveTo>
                  <a:lnTo>
                    <a:pt x="0" y="647699"/>
                  </a:lnTo>
                  <a:lnTo>
                    <a:pt x="0" y="0"/>
                  </a:lnTo>
                  <a:lnTo>
                    <a:pt x="5410199" y="0"/>
                  </a:lnTo>
                  <a:lnTo>
                    <a:pt x="5410199" y="647699"/>
                  </a:lnTo>
                  <a:close/>
                </a:path>
              </a:pathLst>
            </a:custGeom>
            <a:solidFill>
              <a:schemeClr val="accent4">
                <a:lumMod val="20000"/>
                <a:lumOff val="80000"/>
                <a:alpha val="96000"/>
              </a:schemeClr>
            </a:solidFill>
          </p:spPr>
          <p:txBody>
            <a:bodyPr wrap="square" lIns="0" tIns="0" rIns="0" bIns="0" rtlCol="0"/>
            <a:lstStyle/>
            <a:p>
              <a:endParaRPr sz="1600" dirty="0">
                <a:solidFill>
                  <a:schemeClr val="accent4">
                    <a:lumMod val="50000"/>
                  </a:schemeClr>
                </a:solidFill>
                <a:latin typeface="+mj-lt"/>
              </a:endParaRPr>
            </a:p>
          </p:txBody>
        </p:sp>
        <p:sp>
          <p:nvSpPr>
            <p:cNvPr id="27" name="object 27"/>
            <p:cNvSpPr/>
            <p:nvPr/>
          </p:nvSpPr>
          <p:spPr>
            <a:xfrm>
              <a:off x="380999" y="6238874"/>
              <a:ext cx="28575" cy="647700"/>
            </a:xfrm>
            <a:custGeom>
              <a:avLst/>
              <a:gdLst/>
              <a:ahLst/>
              <a:cxnLst/>
              <a:rect l="l" t="t" r="r" b="b"/>
              <a:pathLst>
                <a:path w="28575" h="647700">
                  <a:moveTo>
                    <a:pt x="28574" y="647699"/>
                  </a:moveTo>
                  <a:lnTo>
                    <a:pt x="0" y="647699"/>
                  </a:lnTo>
                  <a:lnTo>
                    <a:pt x="0" y="0"/>
                  </a:lnTo>
                  <a:lnTo>
                    <a:pt x="28574" y="0"/>
                  </a:lnTo>
                  <a:lnTo>
                    <a:pt x="28574" y="6476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ndParaRPr>
            </a:p>
          </p:txBody>
        </p:sp>
      </p:grpSp>
      <p:grpSp>
        <p:nvGrpSpPr>
          <p:cNvPr id="28" name="object 28"/>
          <p:cNvGrpSpPr/>
          <p:nvPr/>
        </p:nvGrpSpPr>
        <p:grpSpPr>
          <a:xfrm>
            <a:off x="6545763" y="4356146"/>
            <a:ext cx="4212500" cy="647700"/>
            <a:chOff x="380999" y="4638674"/>
            <a:chExt cx="5410200" cy="647700"/>
          </a:xfrm>
        </p:grpSpPr>
        <p:sp>
          <p:nvSpPr>
            <p:cNvPr id="29" name="object 29"/>
            <p:cNvSpPr/>
            <p:nvPr/>
          </p:nvSpPr>
          <p:spPr>
            <a:xfrm>
              <a:off x="380999" y="4638674"/>
              <a:ext cx="5410200" cy="647700"/>
            </a:xfrm>
            <a:custGeom>
              <a:avLst/>
              <a:gdLst/>
              <a:ahLst/>
              <a:cxnLst/>
              <a:rect l="l" t="t" r="r" b="b"/>
              <a:pathLst>
                <a:path w="5410200" h="647700">
                  <a:moveTo>
                    <a:pt x="5410199" y="647699"/>
                  </a:moveTo>
                  <a:lnTo>
                    <a:pt x="0" y="647699"/>
                  </a:lnTo>
                  <a:lnTo>
                    <a:pt x="0" y="0"/>
                  </a:lnTo>
                  <a:lnTo>
                    <a:pt x="5410199" y="0"/>
                  </a:lnTo>
                  <a:lnTo>
                    <a:pt x="5410199" y="647699"/>
                  </a:lnTo>
                  <a:close/>
                </a:path>
              </a:pathLst>
            </a:custGeom>
            <a:solidFill>
              <a:schemeClr val="accent4">
                <a:lumMod val="20000"/>
                <a:lumOff val="80000"/>
              </a:schemeClr>
            </a:solidFill>
          </p:spPr>
          <p:txBody>
            <a:bodyPr wrap="square" lIns="0" tIns="0" rIns="0" bIns="0" rtlCol="0"/>
            <a:lstStyle/>
            <a:p>
              <a:endParaRPr sz="1600">
                <a:solidFill>
                  <a:schemeClr val="accent4">
                    <a:lumMod val="50000"/>
                  </a:schemeClr>
                </a:solidFill>
                <a:latin typeface="+mj-lt"/>
              </a:endParaRPr>
            </a:p>
          </p:txBody>
        </p:sp>
        <p:sp>
          <p:nvSpPr>
            <p:cNvPr id="30" name="object 30"/>
            <p:cNvSpPr/>
            <p:nvPr/>
          </p:nvSpPr>
          <p:spPr>
            <a:xfrm>
              <a:off x="380999" y="4638674"/>
              <a:ext cx="28575" cy="647700"/>
            </a:xfrm>
            <a:custGeom>
              <a:avLst/>
              <a:gdLst/>
              <a:ahLst/>
              <a:cxnLst/>
              <a:rect l="l" t="t" r="r" b="b"/>
              <a:pathLst>
                <a:path w="28575" h="647700">
                  <a:moveTo>
                    <a:pt x="28574" y="647699"/>
                  </a:moveTo>
                  <a:lnTo>
                    <a:pt x="0" y="647699"/>
                  </a:lnTo>
                  <a:lnTo>
                    <a:pt x="0" y="0"/>
                  </a:lnTo>
                  <a:lnTo>
                    <a:pt x="28574" y="0"/>
                  </a:lnTo>
                  <a:lnTo>
                    <a:pt x="28574" y="6476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ndParaRPr>
            </a:p>
          </p:txBody>
        </p:sp>
      </p:grpSp>
      <p:sp>
        <p:nvSpPr>
          <p:cNvPr id="3" name="TextBox 2">
            <a:extLst>
              <a:ext uri="{FF2B5EF4-FFF2-40B4-BE49-F238E27FC236}">
                <a16:creationId xmlns:a16="http://schemas.microsoft.com/office/drawing/2014/main" id="{A6C689FE-7303-472B-B97A-B279E21C4C16}"/>
              </a:ext>
            </a:extLst>
          </p:cNvPr>
          <p:cNvSpPr txBox="1"/>
          <p:nvPr/>
        </p:nvSpPr>
        <p:spPr>
          <a:xfrm>
            <a:off x="6474996" y="4356146"/>
            <a:ext cx="4283267" cy="2603277"/>
          </a:xfrm>
          <a:prstGeom prst="rect">
            <a:avLst/>
          </a:prstGeom>
          <a:noFill/>
        </p:spPr>
        <p:txBody>
          <a:bodyPr wrap="square" rtlCol="0">
            <a:spAutoFit/>
          </a:bodyPr>
          <a:lstStyle/>
          <a:p>
            <a:pPr marL="154940">
              <a:lnSpc>
                <a:spcPct val="100000"/>
              </a:lnSpc>
            </a:pPr>
            <a:r>
              <a:rPr lang="en-US" sz="1600" spc="-55" dirty="0">
                <a:solidFill>
                  <a:schemeClr val="accent4">
                    <a:lumMod val="50000"/>
                  </a:schemeClr>
                </a:solidFill>
                <a:latin typeface="+mj-lt"/>
                <a:cs typeface="Arial"/>
              </a:rPr>
              <a:t>Agent</a:t>
            </a:r>
            <a:r>
              <a:rPr lang="en-US" sz="1600" spc="-85" dirty="0">
                <a:solidFill>
                  <a:schemeClr val="accent4">
                    <a:lumMod val="50000"/>
                  </a:schemeClr>
                </a:solidFill>
                <a:latin typeface="+mj-lt"/>
                <a:cs typeface="Arial"/>
              </a:rPr>
              <a:t> </a:t>
            </a:r>
            <a:r>
              <a:rPr lang="en-US" sz="1600" spc="-65" dirty="0">
                <a:solidFill>
                  <a:schemeClr val="accent4">
                    <a:lumMod val="50000"/>
                  </a:schemeClr>
                </a:solidFill>
                <a:latin typeface="+mj-lt"/>
                <a:cs typeface="Arial"/>
              </a:rPr>
              <a:t>Training</a:t>
            </a:r>
            <a:r>
              <a:rPr lang="en-US" sz="1600" spc="-85" dirty="0">
                <a:solidFill>
                  <a:schemeClr val="accent4">
                    <a:lumMod val="50000"/>
                  </a:schemeClr>
                </a:solidFill>
                <a:latin typeface="+mj-lt"/>
                <a:cs typeface="Arial"/>
              </a:rPr>
              <a:t> </a:t>
            </a:r>
            <a:r>
              <a:rPr lang="en-US" sz="1600" spc="-10" dirty="0">
                <a:solidFill>
                  <a:schemeClr val="accent4">
                    <a:lumMod val="50000"/>
                  </a:schemeClr>
                </a:solidFill>
                <a:latin typeface="+mj-lt"/>
                <a:cs typeface="Arial"/>
              </a:rPr>
              <a:t>Program</a:t>
            </a:r>
            <a:endParaRPr lang="en-US" sz="1600" dirty="0">
              <a:solidFill>
                <a:schemeClr val="accent4">
                  <a:lumMod val="50000"/>
                </a:schemeClr>
              </a:solidFill>
              <a:latin typeface="+mj-lt"/>
              <a:cs typeface="Arial"/>
            </a:endParaRPr>
          </a:p>
          <a:p>
            <a:pPr marL="155575">
              <a:lnSpc>
                <a:spcPct val="100000"/>
              </a:lnSpc>
              <a:spcBef>
                <a:spcPts val="265"/>
              </a:spcBef>
            </a:pPr>
            <a:r>
              <a:rPr lang="en-US" sz="1600" i="1" dirty="0">
                <a:solidFill>
                  <a:schemeClr val="accent4">
                    <a:lumMod val="50000"/>
                  </a:schemeClr>
                </a:solidFill>
                <a:latin typeface="+mj-lt"/>
                <a:cs typeface="Lato"/>
              </a:rPr>
              <a:t>Focus:</a:t>
            </a:r>
            <a:r>
              <a:rPr lang="en-US" sz="1600" i="1" spc="85" dirty="0">
                <a:solidFill>
                  <a:schemeClr val="accent4">
                    <a:lumMod val="50000"/>
                  </a:schemeClr>
                </a:solidFill>
                <a:latin typeface="+mj-lt"/>
                <a:cs typeface="Lato"/>
              </a:rPr>
              <a:t> </a:t>
            </a:r>
            <a:r>
              <a:rPr lang="en-US" sz="1600" i="1" dirty="0">
                <a:solidFill>
                  <a:schemeClr val="accent4">
                    <a:lumMod val="50000"/>
                  </a:schemeClr>
                </a:solidFill>
                <a:latin typeface="+mj-lt"/>
                <a:cs typeface="Lato"/>
              </a:rPr>
              <a:t>Bottom</a:t>
            </a:r>
            <a:r>
              <a:rPr lang="en-US" sz="1600" i="1" spc="85" dirty="0">
                <a:solidFill>
                  <a:schemeClr val="accent4">
                    <a:lumMod val="50000"/>
                  </a:schemeClr>
                </a:solidFill>
                <a:latin typeface="+mj-lt"/>
                <a:cs typeface="Lato"/>
              </a:rPr>
              <a:t> </a:t>
            </a:r>
            <a:r>
              <a:rPr lang="en-US" sz="1600" i="1" dirty="0">
                <a:solidFill>
                  <a:schemeClr val="accent4">
                    <a:lumMod val="50000"/>
                  </a:schemeClr>
                </a:solidFill>
                <a:latin typeface="+mj-lt"/>
                <a:cs typeface="Lato"/>
              </a:rPr>
              <a:t>performers</a:t>
            </a:r>
            <a:r>
              <a:rPr lang="en-US" sz="1600" i="1" spc="85" dirty="0">
                <a:solidFill>
                  <a:schemeClr val="accent4">
                    <a:lumMod val="50000"/>
                  </a:schemeClr>
                </a:solidFill>
                <a:latin typeface="+mj-lt"/>
                <a:cs typeface="Lato"/>
              </a:rPr>
              <a:t> </a:t>
            </a:r>
            <a:r>
              <a:rPr lang="en-US" sz="1600" i="1" dirty="0">
                <a:solidFill>
                  <a:schemeClr val="accent4">
                    <a:lumMod val="50000"/>
                  </a:schemeClr>
                </a:solidFill>
                <a:latin typeface="+mj-lt"/>
                <a:cs typeface="Lato"/>
              </a:rPr>
              <a:t>(Agents</a:t>
            </a:r>
            <a:r>
              <a:rPr lang="en-US" sz="1600" i="1" spc="90" dirty="0">
                <a:solidFill>
                  <a:schemeClr val="accent4">
                    <a:lumMod val="50000"/>
                  </a:schemeClr>
                </a:solidFill>
                <a:latin typeface="+mj-lt"/>
                <a:cs typeface="Lato"/>
              </a:rPr>
              <a:t> </a:t>
            </a:r>
            <a:r>
              <a:rPr lang="en-US" sz="1600" i="1" spc="-10" dirty="0">
                <a:solidFill>
                  <a:schemeClr val="accent4">
                    <a:lumMod val="50000"/>
                  </a:schemeClr>
                </a:solidFill>
                <a:latin typeface="+mj-lt"/>
                <a:cs typeface="Lato"/>
              </a:rPr>
              <a:t>3,</a:t>
            </a:r>
            <a:r>
              <a:rPr lang="en-US" sz="1600" i="1" spc="85" dirty="0">
                <a:solidFill>
                  <a:schemeClr val="accent4">
                    <a:lumMod val="50000"/>
                  </a:schemeClr>
                </a:solidFill>
                <a:latin typeface="+mj-lt"/>
                <a:cs typeface="Lato"/>
              </a:rPr>
              <a:t> </a:t>
            </a:r>
            <a:r>
              <a:rPr lang="en-US" sz="1600" i="1" dirty="0">
                <a:solidFill>
                  <a:schemeClr val="accent4">
                    <a:lumMod val="50000"/>
                  </a:schemeClr>
                </a:solidFill>
                <a:latin typeface="+mj-lt"/>
                <a:cs typeface="Lato"/>
              </a:rPr>
              <a:t>6,</a:t>
            </a:r>
            <a:r>
              <a:rPr lang="en-US" sz="1600" i="1" spc="85" dirty="0">
                <a:solidFill>
                  <a:schemeClr val="accent4">
                    <a:lumMod val="50000"/>
                  </a:schemeClr>
                </a:solidFill>
                <a:latin typeface="+mj-lt"/>
                <a:cs typeface="Lato"/>
              </a:rPr>
              <a:t> </a:t>
            </a:r>
            <a:r>
              <a:rPr lang="en-US" sz="1600" i="1" spc="-10" dirty="0">
                <a:solidFill>
                  <a:schemeClr val="accent4">
                    <a:lumMod val="50000"/>
                  </a:schemeClr>
                </a:solidFill>
                <a:latin typeface="+mj-lt"/>
                <a:cs typeface="Lato"/>
              </a:rPr>
              <a:t>22,</a:t>
            </a:r>
            <a:r>
              <a:rPr lang="en-US" sz="1600" i="1" spc="85" dirty="0">
                <a:solidFill>
                  <a:schemeClr val="accent4">
                    <a:lumMod val="50000"/>
                  </a:schemeClr>
                </a:solidFill>
                <a:latin typeface="+mj-lt"/>
                <a:cs typeface="Lato"/>
              </a:rPr>
              <a:t> </a:t>
            </a:r>
            <a:r>
              <a:rPr lang="en-US" sz="1600" i="1" spc="-25" dirty="0">
                <a:solidFill>
                  <a:schemeClr val="accent4">
                    <a:lumMod val="50000"/>
                  </a:schemeClr>
                </a:solidFill>
                <a:latin typeface="+mj-lt"/>
                <a:cs typeface="Lato"/>
              </a:rPr>
              <a:t>28)</a:t>
            </a:r>
            <a:endParaRPr lang="en-US" sz="1600" dirty="0">
              <a:solidFill>
                <a:schemeClr val="accent4">
                  <a:lumMod val="50000"/>
                </a:schemeClr>
              </a:solidFill>
              <a:latin typeface="+mj-lt"/>
              <a:cs typeface="Lato"/>
            </a:endParaRPr>
          </a:p>
          <a:p>
            <a:pPr>
              <a:lnSpc>
                <a:spcPct val="100000"/>
              </a:lnSpc>
              <a:spcBef>
                <a:spcPts val="695"/>
              </a:spcBef>
            </a:pPr>
            <a:endParaRPr lang="en-US" sz="1600" dirty="0">
              <a:solidFill>
                <a:schemeClr val="accent4">
                  <a:lumMod val="50000"/>
                </a:schemeClr>
              </a:solidFill>
              <a:latin typeface="+mj-lt"/>
              <a:cs typeface="Lato"/>
            </a:endParaRPr>
          </a:p>
          <a:p>
            <a:pPr marL="154940">
              <a:lnSpc>
                <a:spcPct val="100000"/>
              </a:lnSpc>
            </a:pPr>
            <a:r>
              <a:rPr lang="en-US" sz="1600" spc="-55" dirty="0">
                <a:solidFill>
                  <a:schemeClr val="accent4">
                    <a:lumMod val="50000"/>
                  </a:schemeClr>
                </a:solidFill>
                <a:latin typeface="+mj-lt"/>
                <a:cs typeface="Arial"/>
              </a:rPr>
              <a:t>Implement </a:t>
            </a:r>
            <a:r>
              <a:rPr lang="en-US" sz="1600" spc="-10" dirty="0">
                <a:solidFill>
                  <a:schemeClr val="accent4">
                    <a:lumMod val="50000"/>
                  </a:schemeClr>
                </a:solidFill>
                <a:latin typeface="+mj-lt"/>
                <a:cs typeface="Arial"/>
              </a:rPr>
              <a:t>Automation</a:t>
            </a:r>
            <a:endParaRPr lang="en-US" sz="1600" dirty="0">
              <a:solidFill>
                <a:schemeClr val="accent4">
                  <a:lumMod val="50000"/>
                </a:schemeClr>
              </a:solidFill>
              <a:latin typeface="+mj-lt"/>
              <a:cs typeface="Arial"/>
            </a:endParaRPr>
          </a:p>
          <a:p>
            <a:pPr marL="155575">
              <a:lnSpc>
                <a:spcPct val="100000"/>
              </a:lnSpc>
              <a:spcBef>
                <a:spcPts val="265"/>
              </a:spcBef>
            </a:pPr>
            <a:r>
              <a:rPr lang="en-US" sz="1600" i="1" spc="20" dirty="0">
                <a:solidFill>
                  <a:schemeClr val="accent4">
                    <a:lumMod val="50000"/>
                  </a:schemeClr>
                </a:solidFill>
                <a:latin typeface="+mj-lt"/>
                <a:cs typeface="Lato"/>
              </a:rPr>
              <a:t>Priority:</a:t>
            </a:r>
            <a:r>
              <a:rPr lang="en-US" sz="1600" i="1" spc="15" dirty="0">
                <a:solidFill>
                  <a:schemeClr val="accent4">
                    <a:lumMod val="50000"/>
                  </a:schemeClr>
                </a:solidFill>
                <a:latin typeface="+mj-lt"/>
                <a:cs typeface="Lato"/>
              </a:rPr>
              <a:t> </a:t>
            </a:r>
            <a:r>
              <a:rPr lang="en-US" sz="1600" i="1" spc="20" dirty="0">
                <a:solidFill>
                  <a:schemeClr val="accent4">
                    <a:lumMod val="50000"/>
                  </a:schemeClr>
                </a:solidFill>
                <a:latin typeface="+mj-lt"/>
                <a:cs typeface="Lato"/>
              </a:rPr>
              <a:t>Login</a:t>
            </a:r>
            <a:r>
              <a:rPr lang="en-US" sz="1600" i="1" spc="15" dirty="0">
                <a:solidFill>
                  <a:schemeClr val="accent4">
                    <a:lumMod val="50000"/>
                  </a:schemeClr>
                </a:solidFill>
                <a:latin typeface="+mj-lt"/>
                <a:cs typeface="Lato"/>
              </a:rPr>
              <a:t> </a:t>
            </a:r>
            <a:r>
              <a:rPr lang="en-US" sz="1600" i="1" spc="20" dirty="0">
                <a:solidFill>
                  <a:schemeClr val="accent4">
                    <a:lumMod val="50000"/>
                  </a:schemeClr>
                </a:solidFill>
                <a:latin typeface="+mj-lt"/>
                <a:cs typeface="Lato"/>
              </a:rPr>
              <a:t>Access</a:t>
            </a:r>
            <a:r>
              <a:rPr lang="en-US" sz="1600" i="1" spc="15" dirty="0">
                <a:solidFill>
                  <a:schemeClr val="accent4">
                    <a:lumMod val="50000"/>
                  </a:schemeClr>
                </a:solidFill>
                <a:latin typeface="+mj-lt"/>
                <a:cs typeface="Lato"/>
              </a:rPr>
              <a:t> </a:t>
            </a:r>
            <a:r>
              <a:rPr lang="en-US" sz="1600" i="1" spc="20" dirty="0">
                <a:solidFill>
                  <a:schemeClr val="accent4">
                    <a:lumMod val="50000"/>
                  </a:schemeClr>
                </a:solidFill>
                <a:latin typeface="+mj-lt"/>
                <a:cs typeface="Lato"/>
              </a:rPr>
              <a:t>&amp;</a:t>
            </a:r>
            <a:r>
              <a:rPr lang="en-US" sz="1600" i="1" spc="15" dirty="0">
                <a:solidFill>
                  <a:schemeClr val="accent4">
                    <a:lumMod val="50000"/>
                  </a:schemeClr>
                </a:solidFill>
                <a:latin typeface="+mj-lt"/>
                <a:cs typeface="Lato"/>
              </a:rPr>
              <a:t> </a:t>
            </a:r>
            <a:r>
              <a:rPr lang="en-US" sz="1600" i="1" spc="20" dirty="0">
                <a:solidFill>
                  <a:schemeClr val="accent4">
                    <a:lumMod val="50000"/>
                  </a:schemeClr>
                </a:solidFill>
                <a:latin typeface="+mj-lt"/>
                <a:cs typeface="Lato"/>
              </a:rPr>
              <a:t>System</a:t>
            </a:r>
            <a:r>
              <a:rPr lang="en-US" sz="1600" i="1" spc="15" dirty="0">
                <a:solidFill>
                  <a:schemeClr val="accent4">
                    <a:lumMod val="50000"/>
                  </a:schemeClr>
                </a:solidFill>
                <a:latin typeface="+mj-lt"/>
                <a:cs typeface="Lato"/>
              </a:rPr>
              <a:t> </a:t>
            </a:r>
            <a:r>
              <a:rPr lang="en-US" sz="1600" i="1" spc="-10" dirty="0">
                <a:solidFill>
                  <a:schemeClr val="accent4">
                    <a:lumMod val="50000"/>
                  </a:schemeClr>
                </a:solidFill>
                <a:latin typeface="+mj-lt"/>
                <a:cs typeface="Lato"/>
              </a:rPr>
              <a:t>tickets</a:t>
            </a:r>
            <a:endParaRPr lang="en-US" sz="1600" dirty="0">
              <a:solidFill>
                <a:schemeClr val="accent4">
                  <a:lumMod val="50000"/>
                </a:schemeClr>
              </a:solidFill>
              <a:latin typeface="+mj-lt"/>
              <a:cs typeface="Lato"/>
            </a:endParaRPr>
          </a:p>
          <a:p>
            <a:pPr>
              <a:lnSpc>
                <a:spcPct val="100000"/>
              </a:lnSpc>
              <a:spcBef>
                <a:spcPts val="695"/>
              </a:spcBef>
            </a:pPr>
            <a:endParaRPr lang="en-US" sz="1600" dirty="0">
              <a:solidFill>
                <a:schemeClr val="accent4">
                  <a:lumMod val="50000"/>
                </a:schemeClr>
              </a:solidFill>
              <a:latin typeface="+mj-lt"/>
              <a:cs typeface="Lato"/>
            </a:endParaRPr>
          </a:p>
          <a:p>
            <a:pPr marL="154940">
              <a:lnSpc>
                <a:spcPct val="100000"/>
              </a:lnSpc>
            </a:pPr>
            <a:r>
              <a:rPr lang="en-US" sz="1600" spc="-35" dirty="0">
                <a:solidFill>
                  <a:schemeClr val="accent4">
                    <a:lumMod val="50000"/>
                  </a:schemeClr>
                </a:solidFill>
                <a:latin typeface="+mj-lt"/>
                <a:cs typeface="Arial"/>
              </a:rPr>
              <a:t>Mentorship</a:t>
            </a:r>
            <a:r>
              <a:rPr lang="en-US" sz="1600" spc="-75" dirty="0">
                <a:solidFill>
                  <a:schemeClr val="accent4">
                    <a:lumMod val="50000"/>
                  </a:schemeClr>
                </a:solidFill>
                <a:latin typeface="+mj-lt"/>
                <a:cs typeface="Arial"/>
              </a:rPr>
              <a:t> </a:t>
            </a:r>
            <a:r>
              <a:rPr lang="en-US" sz="1600" spc="-10" dirty="0">
                <a:solidFill>
                  <a:schemeClr val="accent4">
                    <a:lumMod val="50000"/>
                  </a:schemeClr>
                </a:solidFill>
                <a:latin typeface="+mj-lt"/>
                <a:cs typeface="Arial"/>
              </a:rPr>
              <a:t>Structure</a:t>
            </a:r>
            <a:endParaRPr lang="en-US" sz="1600" dirty="0">
              <a:solidFill>
                <a:schemeClr val="accent4">
                  <a:lumMod val="50000"/>
                </a:schemeClr>
              </a:solidFill>
              <a:latin typeface="+mj-lt"/>
              <a:cs typeface="Arial"/>
            </a:endParaRPr>
          </a:p>
          <a:p>
            <a:pPr marL="155575">
              <a:lnSpc>
                <a:spcPct val="100000"/>
              </a:lnSpc>
              <a:spcBef>
                <a:spcPts val="265"/>
              </a:spcBef>
            </a:pPr>
            <a:r>
              <a:rPr lang="en-US" sz="1600" i="1" dirty="0">
                <a:solidFill>
                  <a:schemeClr val="accent4">
                    <a:lumMod val="50000"/>
                  </a:schemeClr>
                </a:solidFill>
                <a:latin typeface="+mj-lt"/>
                <a:cs typeface="Lato"/>
              </a:rPr>
              <a:t>Using</a:t>
            </a:r>
            <a:r>
              <a:rPr lang="en-US" sz="1600" i="1" spc="45" dirty="0">
                <a:solidFill>
                  <a:schemeClr val="accent4">
                    <a:lumMod val="50000"/>
                  </a:schemeClr>
                </a:solidFill>
                <a:latin typeface="+mj-lt"/>
                <a:cs typeface="Lato"/>
              </a:rPr>
              <a:t> </a:t>
            </a:r>
            <a:r>
              <a:rPr lang="en-US" sz="1600" i="1" spc="-10" dirty="0">
                <a:solidFill>
                  <a:schemeClr val="accent4">
                    <a:lumMod val="50000"/>
                  </a:schemeClr>
                </a:solidFill>
                <a:latin typeface="+mj-lt"/>
                <a:cs typeface="Lato"/>
              </a:rPr>
              <a:t>41-50+</a:t>
            </a:r>
            <a:r>
              <a:rPr lang="en-US" sz="1600" i="1" spc="45" dirty="0">
                <a:solidFill>
                  <a:schemeClr val="accent4">
                    <a:lumMod val="50000"/>
                  </a:schemeClr>
                </a:solidFill>
                <a:latin typeface="+mj-lt"/>
                <a:cs typeface="Lato"/>
              </a:rPr>
              <a:t> </a:t>
            </a:r>
            <a:r>
              <a:rPr lang="en-US" sz="1600" i="1" dirty="0">
                <a:solidFill>
                  <a:schemeClr val="accent4">
                    <a:lumMod val="50000"/>
                  </a:schemeClr>
                </a:solidFill>
                <a:latin typeface="+mj-lt"/>
                <a:cs typeface="Lato"/>
              </a:rPr>
              <a:t>age</a:t>
            </a:r>
            <a:r>
              <a:rPr lang="en-US" sz="1600" i="1" spc="50" dirty="0">
                <a:solidFill>
                  <a:schemeClr val="accent4">
                    <a:lumMod val="50000"/>
                  </a:schemeClr>
                </a:solidFill>
                <a:latin typeface="+mj-lt"/>
                <a:cs typeface="Lato"/>
              </a:rPr>
              <a:t> </a:t>
            </a:r>
            <a:r>
              <a:rPr lang="en-US" sz="1600" i="1" dirty="0">
                <a:solidFill>
                  <a:schemeClr val="accent4">
                    <a:lumMod val="50000"/>
                  </a:schemeClr>
                </a:solidFill>
                <a:latin typeface="+mj-lt"/>
                <a:cs typeface="Lato"/>
              </a:rPr>
              <a:t>group</a:t>
            </a:r>
            <a:r>
              <a:rPr lang="en-US" sz="1600" i="1" spc="45" dirty="0">
                <a:solidFill>
                  <a:schemeClr val="accent4">
                    <a:lumMod val="50000"/>
                  </a:schemeClr>
                </a:solidFill>
                <a:latin typeface="+mj-lt"/>
                <a:cs typeface="Lato"/>
              </a:rPr>
              <a:t> </a:t>
            </a:r>
            <a:r>
              <a:rPr lang="en-US" sz="1600" i="1" dirty="0">
                <a:solidFill>
                  <a:schemeClr val="accent4">
                    <a:lumMod val="50000"/>
                  </a:schemeClr>
                </a:solidFill>
                <a:latin typeface="+mj-lt"/>
                <a:cs typeface="Lato"/>
              </a:rPr>
              <a:t>agents</a:t>
            </a:r>
            <a:r>
              <a:rPr lang="en-US" sz="1600" i="1" spc="45" dirty="0">
                <a:solidFill>
                  <a:schemeClr val="accent4">
                    <a:lumMod val="50000"/>
                  </a:schemeClr>
                </a:solidFill>
                <a:latin typeface="+mj-lt"/>
                <a:cs typeface="Lato"/>
              </a:rPr>
              <a:t> </a:t>
            </a:r>
            <a:r>
              <a:rPr lang="en-US" sz="1600" i="1" dirty="0">
                <a:solidFill>
                  <a:schemeClr val="accent4">
                    <a:lumMod val="50000"/>
                  </a:schemeClr>
                </a:solidFill>
                <a:latin typeface="+mj-lt"/>
                <a:cs typeface="Lato"/>
              </a:rPr>
              <a:t>as</a:t>
            </a:r>
            <a:r>
              <a:rPr lang="en-US" sz="1600" i="1" spc="50" dirty="0">
                <a:solidFill>
                  <a:schemeClr val="accent4">
                    <a:lumMod val="50000"/>
                  </a:schemeClr>
                </a:solidFill>
                <a:latin typeface="+mj-lt"/>
                <a:cs typeface="Lato"/>
              </a:rPr>
              <a:t> </a:t>
            </a:r>
            <a:r>
              <a:rPr lang="en-US" sz="1600" i="1" spc="-10" dirty="0">
                <a:solidFill>
                  <a:schemeClr val="accent4">
                    <a:lumMod val="50000"/>
                  </a:schemeClr>
                </a:solidFill>
                <a:latin typeface="+mj-lt"/>
                <a:cs typeface="Lato"/>
              </a:rPr>
              <a:t>guides</a:t>
            </a:r>
            <a:endParaRPr lang="en-US" sz="1600" dirty="0">
              <a:solidFill>
                <a:schemeClr val="accent4">
                  <a:lumMod val="50000"/>
                </a:schemeClr>
              </a:solidFill>
              <a:latin typeface="+mj-lt"/>
              <a:cs typeface="Lato"/>
            </a:endParaRPr>
          </a:p>
          <a:p>
            <a:endParaRPr lang="en-IN" sz="1600" dirty="0">
              <a:solidFill>
                <a:schemeClr val="accent4">
                  <a:lumMod val="50000"/>
                </a:schemeClr>
              </a:solidFill>
              <a:latin typeface="+mj-lt"/>
            </a:endParaRPr>
          </a:p>
        </p:txBody>
      </p:sp>
      <p:sp>
        <p:nvSpPr>
          <p:cNvPr id="43" name="Teardrop 42">
            <a:extLst>
              <a:ext uri="{FF2B5EF4-FFF2-40B4-BE49-F238E27FC236}">
                <a16:creationId xmlns:a16="http://schemas.microsoft.com/office/drawing/2014/main" id="{83066C48-0BF2-4F32-A7B6-DB6B618CB1E1}"/>
              </a:ext>
            </a:extLst>
          </p:cNvPr>
          <p:cNvSpPr/>
          <p:nvPr/>
        </p:nvSpPr>
        <p:spPr>
          <a:xfrm rot="10800000">
            <a:off x="-25077" y="5310295"/>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4" name="Teardrop 43">
            <a:extLst>
              <a:ext uri="{FF2B5EF4-FFF2-40B4-BE49-F238E27FC236}">
                <a16:creationId xmlns:a16="http://schemas.microsoft.com/office/drawing/2014/main" id="{01B24D24-F7F6-40FC-9531-6224C735441F}"/>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accent4">
                  <a:lumMod val="50000"/>
                </a:schemeClr>
              </a:solidFill>
              <a:latin typeface="+mj-lt"/>
            </a:endParaRPr>
          </a:p>
        </p:txBody>
      </p:sp>
      <p:grpSp>
        <p:nvGrpSpPr>
          <p:cNvPr id="34" name="object 28">
            <a:extLst>
              <a:ext uri="{FF2B5EF4-FFF2-40B4-BE49-F238E27FC236}">
                <a16:creationId xmlns:a16="http://schemas.microsoft.com/office/drawing/2014/main" id="{F65D8DC6-19D9-437F-A849-BE202BEB7A70}"/>
              </a:ext>
            </a:extLst>
          </p:cNvPr>
          <p:cNvGrpSpPr/>
          <p:nvPr/>
        </p:nvGrpSpPr>
        <p:grpSpPr>
          <a:xfrm>
            <a:off x="203954" y="4969299"/>
            <a:ext cx="5793191" cy="647700"/>
            <a:chOff x="380999" y="4638674"/>
            <a:chExt cx="5410200" cy="647700"/>
          </a:xfrm>
        </p:grpSpPr>
        <p:sp>
          <p:nvSpPr>
            <p:cNvPr id="35" name="object 29">
              <a:extLst>
                <a:ext uri="{FF2B5EF4-FFF2-40B4-BE49-F238E27FC236}">
                  <a16:creationId xmlns:a16="http://schemas.microsoft.com/office/drawing/2014/main" id="{954EC85C-CE8B-4BE1-8C09-A24762B208DD}"/>
                </a:ext>
              </a:extLst>
            </p:cNvPr>
            <p:cNvSpPr/>
            <p:nvPr/>
          </p:nvSpPr>
          <p:spPr>
            <a:xfrm>
              <a:off x="380999" y="4638674"/>
              <a:ext cx="5410200" cy="647700"/>
            </a:xfrm>
            <a:custGeom>
              <a:avLst/>
              <a:gdLst/>
              <a:ahLst/>
              <a:cxnLst/>
              <a:rect l="l" t="t" r="r" b="b"/>
              <a:pathLst>
                <a:path w="5410200" h="647700">
                  <a:moveTo>
                    <a:pt x="5410199" y="647699"/>
                  </a:moveTo>
                  <a:lnTo>
                    <a:pt x="0" y="647699"/>
                  </a:lnTo>
                  <a:lnTo>
                    <a:pt x="0" y="0"/>
                  </a:lnTo>
                  <a:lnTo>
                    <a:pt x="5410199" y="0"/>
                  </a:lnTo>
                  <a:lnTo>
                    <a:pt x="5410199" y="647699"/>
                  </a:lnTo>
                  <a:close/>
                </a:path>
              </a:pathLst>
            </a:custGeom>
            <a:solidFill>
              <a:schemeClr val="accent4">
                <a:lumMod val="20000"/>
                <a:lumOff val="80000"/>
              </a:schemeClr>
            </a:solidFill>
          </p:spPr>
          <p:txBody>
            <a:bodyPr wrap="square" lIns="0" tIns="0" rIns="0" bIns="0" rtlCol="0"/>
            <a:lstStyle/>
            <a:p>
              <a:endParaRPr dirty="0">
                <a:solidFill>
                  <a:schemeClr val="accent4">
                    <a:lumMod val="50000"/>
                  </a:schemeClr>
                </a:solidFill>
                <a:latin typeface="+mj-lt"/>
              </a:endParaRPr>
            </a:p>
          </p:txBody>
        </p:sp>
        <p:sp>
          <p:nvSpPr>
            <p:cNvPr id="36" name="object 30">
              <a:extLst>
                <a:ext uri="{FF2B5EF4-FFF2-40B4-BE49-F238E27FC236}">
                  <a16:creationId xmlns:a16="http://schemas.microsoft.com/office/drawing/2014/main" id="{5D947208-9C30-45A5-90D5-3EFFBB152CB8}"/>
                </a:ext>
              </a:extLst>
            </p:cNvPr>
            <p:cNvSpPr/>
            <p:nvPr/>
          </p:nvSpPr>
          <p:spPr>
            <a:xfrm>
              <a:off x="380999" y="4638674"/>
              <a:ext cx="28575" cy="647700"/>
            </a:xfrm>
            <a:custGeom>
              <a:avLst/>
              <a:gdLst/>
              <a:ahLst/>
              <a:cxnLst/>
              <a:rect l="l" t="t" r="r" b="b"/>
              <a:pathLst>
                <a:path w="28575" h="647700">
                  <a:moveTo>
                    <a:pt x="28574" y="647699"/>
                  </a:moveTo>
                  <a:lnTo>
                    <a:pt x="0" y="647699"/>
                  </a:lnTo>
                  <a:lnTo>
                    <a:pt x="0" y="0"/>
                  </a:lnTo>
                  <a:lnTo>
                    <a:pt x="28574" y="0"/>
                  </a:lnTo>
                  <a:lnTo>
                    <a:pt x="28574" y="647699"/>
                  </a:lnTo>
                  <a:close/>
                </a:path>
              </a:pathLst>
            </a:custGeom>
            <a:solidFill>
              <a:schemeClr val="accent4">
                <a:lumMod val="50000"/>
              </a:schemeClr>
            </a:solidFill>
          </p:spPr>
          <p:txBody>
            <a:bodyPr wrap="square" lIns="0" tIns="0" rIns="0" bIns="0" rtlCol="0"/>
            <a:lstStyle/>
            <a:p>
              <a:endParaRPr dirty="0">
                <a:solidFill>
                  <a:schemeClr val="accent4">
                    <a:lumMod val="50000"/>
                  </a:schemeClr>
                </a:solidFill>
                <a:latin typeface="+mj-lt"/>
              </a:endParaRPr>
            </a:p>
          </p:txBody>
        </p:sp>
      </p:grpSp>
      <p:grpSp>
        <p:nvGrpSpPr>
          <p:cNvPr id="37" name="object 28">
            <a:extLst>
              <a:ext uri="{FF2B5EF4-FFF2-40B4-BE49-F238E27FC236}">
                <a16:creationId xmlns:a16="http://schemas.microsoft.com/office/drawing/2014/main" id="{AD487580-AD7A-4553-9138-FE7461AB6202}"/>
              </a:ext>
            </a:extLst>
          </p:cNvPr>
          <p:cNvGrpSpPr/>
          <p:nvPr/>
        </p:nvGrpSpPr>
        <p:grpSpPr>
          <a:xfrm>
            <a:off x="191947" y="5766128"/>
            <a:ext cx="5823604" cy="647700"/>
            <a:chOff x="380999" y="4638674"/>
            <a:chExt cx="5410200" cy="647700"/>
          </a:xfrm>
        </p:grpSpPr>
        <p:sp>
          <p:nvSpPr>
            <p:cNvPr id="38" name="object 29">
              <a:extLst>
                <a:ext uri="{FF2B5EF4-FFF2-40B4-BE49-F238E27FC236}">
                  <a16:creationId xmlns:a16="http://schemas.microsoft.com/office/drawing/2014/main" id="{9CB4A7A1-8E3A-4C1D-8610-A17688C86EC7}"/>
                </a:ext>
              </a:extLst>
            </p:cNvPr>
            <p:cNvSpPr/>
            <p:nvPr/>
          </p:nvSpPr>
          <p:spPr>
            <a:xfrm>
              <a:off x="380999" y="4638674"/>
              <a:ext cx="5410200" cy="647700"/>
            </a:xfrm>
            <a:custGeom>
              <a:avLst/>
              <a:gdLst/>
              <a:ahLst/>
              <a:cxnLst/>
              <a:rect l="l" t="t" r="r" b="b"/>
              <a:pathLst>
                <a:path w="5410200" h="647700">
                  <a:moveTo>
                    <a:pt x="5410199" y="647699"/>
                  </a:moveTo>
                  <a:lnTo>
                    <a:pt x="0" y="647699"/>
                  </a:lnTo>
                  <a:lnTo>
                    <a:pt x="0" y="0"/>
                  </a:lnTo>
                  <a:lnTo>
                    <a:pt x="5410199" y="0"/>
                  </a:lnTo>
                  <a:lnTo>
                    <a:pt x="5410199" y="647699"/>
                  </a:lnTo>
                  <a:close/>
                </a:path>
              </a:pathLst>
            </a:custGeom>
            <a:solidFill>
              <a:schemeClr val="accent4">
                <a:lumMod val="20000"/>
                <a:lumOff val="80000"/>
              </a:schemeClr>
            </a:solidFill>
          </p:spPr>
          <p:txBody>
            <a:bodyPr wrap="square" lIns="0" tIns="0" rIns="0" bIns="0" rtlCol="0"/>
            <a:lstStyle/>
            <a:p>
              <a:endParaRPr>
                <a:solidFill>
                  <a:schemeClr val="accent4">
                    <a:lumMod val="50000"/>
                  </a:schemeClr>
                </a:solidFill>
                <a:latin typeface="+mj-lt"/>
              </a:endParaRPr>
            </a:p>
          </p:txBody>
        </p:sp>
        <p:sp>
          <p:nvSpPr>
            <p:cNvPr id="39" name="object 30">
              <a:extLst>
                <a:ext uri="{FF2B5EF4-FFF2-40B4-BE49-F238E27FC236}">
                  <a16:creationId xmlns:a16="http://schemas.microsoft.com/office/drawing/2014/main" id="{63FF68A6-DBC9-4B46-B4CC-3EACB1814365}"/>
                </a:ext>
              </a:extLst>
            </p:cNvPr>
            <p:cNvSpPr/>
            <p:nvPr/>
          </p:nvSpPr>
          <p:spPr>
            <a:xfrm>
              <a:off x="380999" y="4638674"/>
              <a:ext cx="28575" cy="647700"/>
            </a:xfrm>
            <a:custGeom>
              <a:avLst/>
              <a:gdLst/>
              <a:ahLst/>
              <a:cxnLst/>
              <a:rect l="l" t="t" r="r" b="b"/>
              <a:pathLst>
                <a:path w="28575" h="647700">
                  <a:moveTo>
                    <a:pt x="28574" y="647699"/>
                  </a:moveTo>
                  <a:lnTo>
                    <a:pt x="0" y="647699"/>
                  </a:lnTo>
                  <a:lnTo>
                    <a:pt x="0" y="0"/>
                  </a:lnTo>
                  <a:lnTo>
                    <a:pt x="28574" y="0"/>
                  </a:lnTo>
                  <a:lnTo>
                    <a:pt x="28574" y="647699"/>
                  </a:lnTo>
                  <a:close/>
                </a:path>
              </a:pathLst>
            </a:custGeom>
            <a:solidFill>
              <a:schemeClr val="accent4">
                <a:lumMod val="50000"/>
              </a:schemeClr>
            </a:solidFill>
          </p:spPr>
          <p:txBody>
            <a:bodyPr wrap="square" lIns="0" tIns="0" rIns="0" bIns="0" rtlCol="0"/>
            <a:lstStyle/>
            <a:p>
              <a:endParaRPr dirty="0">
                <a:solidFill>
                  <a:schemeClr val="accent4">
                    <a:lumMod val="50000"/>
                  </a:schemeClr>
                </a:solidFill>
                <a:latin typeface="+mj-lt"/>
              </a:endParaRPr>
            </a:p>
          </p:txBody>
        </p:sp>
      </p:grpSp>
      <p:sp>
        <p:nvSpPr>
          <p:cNvPr id="2" name="object 2"/>
          <p:cNvSpPr txBox="1"/>
          <p:nvPr/>
        </p:nvSpPr>
        <p:spPr>
          <a:xfrm>
            <a:off x="267127" y="237069"/>
            <a:ext cx="2755901" cy="505267"/>
          </a:xfrm>
          <a:prstGeom prst="rect">
            <a:avLst/>
          </a:prstGeom>
        </p:spPr>
        <p:txBody>
          <a:bodyPr vert="horz" wrap="square" lIns="0" tIns="12700" rIns="0" bIns="0" rtlCol="0">
            <a:spAutoFit/>
          </a:bodyPr>
          <a:lstStyle/>
          <a:p>
            <a:pPr marL="12700">
              <a:lnSpc>
                <a:spcPct val="100000"/>
              </a:lnSpc>
              <a:spcBef>
                <a:spcPts val="100"/>
              </a:spcBef>
            </a:pPr>
            <a:r>
              <a:rPr lang="en-IN" sz="3200" b="1" spc="390" dirty="0">
                <a:solidFill>
                  <a:schemeClr val="accent4">
                    <a:lumMod val="50000"/>
                  </a:schemeClr>
                </a:solidFill>
                <a:latin typeface="+mj-lt"/>
                <a:cs typeface="Calibri"/>
              </a:rPr>
              <a:t>Conclusion</a:t>
            </a:r>
            <a:endParaRPr lang="en-IN" sz="3200" dirty="0">
              <a:solidFill>
                <a:schemeClr val="accent4">
                  <a:lumMod val="50000"/>
                </a:schemeClr>
              </a:solidFill>
              <a:latin typeface="+mj-lt"/>
              <a:cs typeface="Calibri"/>
            </a:endParaRPr>
          </a:p>
        </p:txBody>
      </p:sp>
      <p:grpSp>
        <p:nvGrpSpPr>
          <p:cNvPr id="8" name="object 8"/>
          <p:cNvGrpSpPr/>
          <p:nvPr/>
        </p:nvGrpSpPr>
        <p:grpSpPr>
          <a:xfrm>
            <a:off x="191947" y="1248247"/>
            <a:ext cx="11744377" cy="2742553"/>
            <a:chOff x="66621" y="882997"/>
            <a:chExt cx="11744377" cy="2512836"/>
          </a:xfrm>
          <a:solidFill>
            <a:schemeClr val="accent4">
              <a:lumMod val="20000"/>
              <a:lumOff val="80000"/>
            </a:schemeClr>
          </a:solidFill>
        </p:grpSpPr>
        <p:sp>
          <p:nvSpPr>
            <p:cNvPr id="9" name="object 9"/>
            <p:cNvSpPr/>
            <p:nvPr/>
          </p:nvSpPr>
          <p:spPr>
            <a:xfrm>
              <a:off x="6349670" y="887454"/>
              <a:ext cx="5461328" cy="2508379"/>
            </a:xfrm>
            <a:custGeom>
              <a:avLst/>
              <a:gdLst/>
              <a:ahLst/>
              <a:cxnLst/>
              <a:rect l="l" t="t" r="r" b="b"/>
              <a:pathLst>
                <a:path w="5715000" h="2343150">
                  <a:moveTo>
                    <a:pt x="5676899" y="2343149"/>
                  </a:moveTo>
                  <a:lnTo>
                    <a:pt x="38099" y="2343149"/>
                  </a:lnTo>
                  <a:lnTo>
                    <a:pt x="30497" y="2342452"/>
                  </a:lnTo>
                  <a:lnTo>
                    <a:pt x="697" y="2312651"/>
                  </a:lnTo>
                  <a:lnTo>
                    <a:pt x="0" y="2305049"/>
                  </a:lnTo>
                  <a:lnTo>
                    <a:pt x="0" y="38099"/>
                  </a:lnTo>
                  <a:lnTo>
                    <a:pt x="23473" y="2789"/>
                  </a:lnTo>
                  <a:lnTo>
                    <a:pt x="38099" y="0"/>
                  </a:lnTo>
                  <a:lnTo>
                    <a:pt x="5676899" y="0"/>
                  </a:lnTo>
                  <a:lnTo>
                    <a:pt x="5712209" y="23474"/>
                  </a:lnTo>
                  <a:lnTo>
                    <a:pt x="5714999" y="38099"/>
                  </a:lnTo>
                  <a:lnTo>
                    <a:pt x="5714999" y="2305049"/>
                  </a:lnTo>
                  <a:lnTo>
                    <a:pt x="5691525" y="2340359"/>
                  </a:lnTo>
                  <a:lnTo>
                    <a:pt x="5676899" y="2343149"/>
                  </a:lnTo>
                  <a:close/>
                </a:path>
              </a:pathLst>
            </a:custGeom>
            <a:grpFill/>
            <a:ln>
              <a:solidFill>
                <a:schemeClr val="accent4">
                  <a:lumMod val="50000"/>
                </a:schemeClr>
              </a:solidFill>
            </a:ln>
          </p:spPr>
          <p:txBody>
            <a:bodyPr wrap="square" lIns="0" tIns="0" rIns="0" bIns="0" rtlCol="0"/>
            <a:lstStyle/>
            <a:p>
              <a:endParaRPr dirty="0">
                <a:solidFill>
                  <a:schemeClr val="accent4">
                    <a:lumMod val="50000"/>
                  </a:schemeClr>
                </a:solidFill>
                <a:latin typeface="+mj-lt"/>
              </a:endParaRPr>
            </a:p>
          </p:txBody>
        </p:sp>
        <p:sp>
          <p:nvSpPr>
            <p:cNvPr id="33" name="object 9">
              <a:extLst>
                <a:ext uri="{FF2B5EF4-FFF2-40B4-BE49-F238E27FC236}">
                  <a16:creationId xmlns:a16="http://schemas.microsoft.com/office/drawing/2014/main" id="{FB81CA5E-2184-485A-A946-AD5C2C2AC625}"/>
                </a:ext>
              </a:extLst>
            </p:cNvPr>
            <p:cNvSpPr/>
            <p:nvPr/>
          </p:nvSpPr>
          <p:spPr>
            <a:xfrm>
              <a:off x="66621" y="882997"/>
              <a:ext cx="6041575" cy="2501680"/>
            </a:xfrm>
            <a:custGeom>
              <a:avLst/>
              <a:gdLst/>
              <a:ahLst/>
              <a:cxnLst/>
              <a:rect l="l" t="t" r="r" b="b"/>
              <a:pathLst>
                <a:path w="5715000" h="2343150">
                  <a:moveTo>
                    <a:pt x="5676899" y="2343149"/>
                  </a:moveTo>
                  <a:lnTo>
                    <a:pt x="38099" y="2343149"/>
                  </a:lnTo>
                  <a:lnTo>
                    <a:pt x="30497" y="2342452"/>
                  </a:lnTo>
                  <a:lnTo>
                    <a:pt x="697" y="2312651"/>
                  </a:lnTo>
                  <a:lnTo>
                    <a:pt x="0" y="2305049"/>
                  </a:lnTo>
                  <a:lnTo>
                    <a:pt x="0" y="38099"/>
                  </a:lnTo>
                  <a:lnTo>
                    <a:pt x="23473" y="2789"/>
                  </a:lnTo>
                  <a:lnTo>
                    <a:pt x="38099" y="0"/>
                  </a:lnTo>
                  <a:lnTo>
                    <a:pt x="5676899" y="0"/>
                  </a:lnTo>
                  <a:lnTo>
                    <a:pt x="5712209" y="23474"/>
                  </a:lnTo>
                  <a:lnTo>
                    <a:pt x="5714999" y="38099"/>
                  </a:lnTo>
                  <a:lnTo>
                    <a:pt x="5714999" y="2305049"/>
                  </a:lnTo>
                  <a:lnTo>
                    <a:pt x="5691525" y="2340359"/>
                  </a:lnTo>
                  <a:lnTo>
                    <a:pt x="5676899" y="234314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grpSp>
      <p:sp>
        <p:nvSpPr>
          <p:cNvPr id="11" name="object 11"/>
          <p:cNvSpPr txBox="1">
            <a:spLocks noGrp="1"/>
          </p:cNvSpPr>
          <p:nvPr>
            <p:ph type="title"/>
          </p:nvPr>
        </p:nvSpPr>
        <p:spPr>
          <a:xfrm>
            <a:off x="7751958" y="807547"/>
            <a:ext cx="2955290" cy="289823"/>
          </a:xfrm>
          <a:prstGeom prst="rect">
            <a:avLst/>
          </a:prstGeom>
        </p:spPr>
        <p:txBody>
          <a:bodyPr vert="horz" wrap="square" lIns="0" tIns="12700" rIns="0" bIns="0" rtlCol="0">
            <a:spAutoFit/>
          </a:bodyPr>
          <a:lstStyle/>
          <a:p>
            <a:pPr marL="12700">
              <a:lnSpc>
                <a:spcPct val="100000"/>
              </a:lnSpc>
              <a:spcBef>
                <a:spcPts val="100"/>
              </a:spcBef>
            </a:pPr>
            <a:r>
              <a:rPr lang="en-IN" sz="1800" spc="305" dirty="0">
                <a:solidFill>
                  <a:schemeClr val="accent4">
                    <a:lumMod val="50000"/>
                  </a:schemeClr>
                </a:solidFill>
                <a:latin typeface="+mj-lt"/>
              </a:rPr>
              <a:t>Key</a:t>
            </a:r>
            <a:r>
              <a:rPr lang="en-IN" sz="1800" spc="105" dirty="0">
                <a:solidFill>
                  <a:schemeClr val="accent4">
                    <a:lumMod val="50000"/>
                  </a:schemeClr>
                </a:solidFill>
                <a:latin typeface="+mj-lt"/>
              </a:rPr>
              <a:t> </a:t>
            </a:r>
            <a:r>
              <a:rPr lang="en-IN" sz="1800" spc="250" dirty="0">
                <a:solidFill>
                  <a:schemeClr val="accent4">
                    <a:lumMod val="50000"/>
                  </a:schemeClr>
                </a:solidFill>
                <a:latin typeface="+mj-lt"/>
              </a:rPr>
              <a:t>Metrics</a:t>
            </a:r>
            <a:r>
              <a:rPr lang="en-IN" sz="1800" spc="105" dirty="0">
                <a:solidFill>
                  <a:schemeClr val="accent4">
                    <a:lumMod val="50000"/>
                  </a:schemeClr>
                </a:solidFill>
                <a:latin typeface="+mj-lt"/>
              </a:rPr>
              <a:t> </a:t>
            </a:r>
            <a:r>
              <a:rPr lang="en-IN" sz="1800" spc="225" dirty="0">
                <a:solidFill>
                  <a:schemeClr val="accent4">
                    <a:lumMod val="50000"/>
                  </a:schemeClr>
                </a:solidFill>
                <a:latin typeface="+mj-lt"/>
              </a:rPr>
              <a:t>Summary</a:t>
            </a:r>
            <a:endParaRPr lang="en-IN" sz="1800" dirty="0">
              <a:solidFill>
                <a:schemeClr val="accent4">
                  <a:lumMod val="50000"/>
                </a:schemeClr>
              </a:solidFill>
              <a:latin typeface="+mj-lt"/>
            </a:endParaRPr>
          </a:p>
        </p:txBody>
      </p:sp>
      <p:sp>
        <p:nvSpPr>
          <p:cNvPr id="12" name="object 12"/>
          <p:cNvSpPr/>
          <p:nvPr/>
        </p:nvSpPr>
        <p:spPr>
          <a:xfrm>
            <a:off x="6577832" y="1603706"/>
            <a:ext cx="357505" cy="2120858"/>
          </a:xfrm>
          <a:custGeom>
            <a:avLst/>
            <a:gdLst/>
            <a:ahLst/>
            <a:cxnLst/>
            <a:rect l="l" t="t" r="r" b="b"/>
            <a:pathLst>
              <a:path w="357504" h="1850389">
                <a:moveTo>
                  <a:pt x="125018" y="1603209"/>
                </a:moveTo>
                <a:lnTo>
                  <a:pt x="102933" y="1570151"/>
                </a:lnTo>
                <a:lnTo>
                  <a:pt x="86296" y="1564487"/>
                </a:lnTo>
                <a:lnTo>
                  <a:pt x="74447" y="1564487"/>
                </a:lnTo>
                <a:lnTo>
                  <a:pt x="41389" y="1586572"/>
                </a:lnTo>
                <a:lnTo>
                  <a:pt x="35725" y="1603209"/>
                </a:lnTo>
                <a:lnTo>
                  <a:pt x="35725" y="1615046"/>
                </a:lnTo>
                <a:lnTo>
                  <a:pt x="57823" y="1648117"/>
                </a:lnTo>
                <a:lnTo>
                  <a:pt x="74447" y="1653781"/>
                </a:lnTo>
                <a:lnTo>
                  <a:pt x="86296" y="1653781"/>
                </a:lnTo>
                <a:lnTo>
                  <a:pt x="119354" y="1631683"/>
                </a:lnTo>
                <a:lnTo>
                  <a:pt x="125018" y="1615046"/>
                </a:lnTo>
                <a:lnTo>
                  <a:pt x="125018" y="1603209"/>
                </a:lnTo>
                <a:close/>
              </a:path>
              <a:path w="357504" h="1850389">
                <a:moveTo>
                  <a:pt x="131381" y="1743075"/>
                </a:moveTo>
                <a:lnTo>
                  <a:pt x="121323" y="1732089"/>
                </a:lnTo>
                <a:lnTo>
                  <a:pt x="113753" y="1719364"/>
                </a:lnTo>
                <a:lnTo>
                  <a:pt x="108915" y="1705013"/>
                </a:lnTo>
                <a:lnTo>
                  <a:pt x="107213" y="1689493"/>
                </a:lnTo>
                <a:lnTo>
                  <a:pt x="107213" y="1685251"/>
                </a:lnTo>
                <a:lnTo>
                  <a:pt x="107556" y="1681073"/>
                </a:lnTo>
                <a:lnTo>
                  <a:pt x="108280" y="1677047"/>
                </a:lnTo>
                <a:lnTo>
                  <a:pt x="102349" y="1674723"/>
                </a:lnTo>
                <a:lnTo>
                  <a:pt x="96189" y="1673021"/>
                </a:lnTo>
                <a:lnTo>
                  <a:pt x="89814" y="1671993"/>
                </a:lnTo>
                <a:lnTo>
                  <a:pt x="83388" y="1671637"/>
                </a:lnTo>
                <a:lnTo>
                  <a:pt x="59550" y="1671637"/>
                </a:lnTo>
                <a:lnTo>
                  <a:pt x="36385" y="1676323"/>
                </a:lnTo>
                <a:lnTo>
                  <a:pt x="17449" y="1689087"/>
                </a:lnTo>
                <a:lnTo>
                  <a:pt x="4686" y="1708010"/>
                </a:lnTo>
                <a:lnTo>
                  <a:pt x="0" y="1731187"/>
                </a:lnTo>
                <a:lnTo>
                  <a:pt x="0" y="1737652"/>
                </a:lnTo>
                <a:lnTo>
                  <a:pt x="2628" y="1740344"/>
                </a:lnTo>
                <a:lnTo>
                  <a:pt x="5359" y="1743075"/>
                </a:lnTo>
                <a:lnTo>
                  <a:pt x="131381" y="1743075"/>
                </a:lnTo>
                <a:close/>
              </a:path>
              <a:path w="357504" h="1850389">
                <a:moveTo>
                  <a:pt x="232181" y="1693011"/>
                </a:moveTo>
                <a:lnTo>
                  <a:pt x="229336" y="1671993"/>
                </a:lnTo>
                <a:lnTo>
                  <a:pt x="226758" y="1665744"/>
                </a:lnTo>
                <a:lnTo>
                  <a:pt x="195859" y="1638655"/>
                </a:lnTo>
                <a:lnTo>
                  <a:pt x="182118" y="1635925"/>
                </a:lnTo>
                <a:lnTo>
                  <a:pt x="175082" y="1635925"/>
                </a:lnTo>
                <a:lnTo>
                  <a:pt x="138226" y="1654098"/>
                </a:lnTo>
                <a:lnTo>
                  <a:pt x="125018" y="1693011"/>
                </a:lnTo>
                <a:lnTo>
                  <a:pt x="125361" y="1696504"/>
                </a:lnTo>
                <a:lnTo>
                  <a:pt x="145910" y="1732089"/>
                </a:lnTo>
                <a:lnTo>
                  <a:pt x="175082" y="1743075"/>
                </a:lnTo>
                <a:lnTo>
                  <a:pt x="182118" y="1743075"/>
                </a:lnTo>
                <a:lnTo>
                  <a:pt x="218973" y="1724901"/>
                </a:lnTo>
                <a:lnTo>
                  <a:pt x="231838" y="1696504"/>
                </a:lnTo>
                <a:lnTo>
                  <a:pt x="232181" y="1693011"/>
                </a:lnTo>
                <a:close/>
              </a:path>
              <a:path w="357504" h="1850389">
                <a:moveTo>
                  <a:pt x="233959" y="749503"/>
                </a:moveTo>
                <a:lnTo>
                  <a:pt x="142875" y="658418"/>
                </a:lnTo>
                <a:lnTo>
                  <a:pt x="142875" y="520230"/>
                </a:lnTo>
                <a:lnTo>
                  <a:pt x="138531" y="516102"/>
                </a:lnTo>
                <a:lnTo>
                  <a:pt x="87820" y="531799"/>
                </a:lnTo>
                <a:lnTo>
                  <a:pt x="51168" y="561111"/>
                </a:lnTo>
                <a:lnTo>
                  <a:pt x="26746" y="601459"/>
                </a:lnTo>
                <a:lnTo>
                  <a:pt x="17868" y="649490"/>
                </a:lnTo>
                <a:lnTo>
                  <a:pt x="24701" y="691832"/>
                </a:lnTo>
                <a:lnTo>
                  <a:pt x="43713" y="728599"/>
                </a:lnTo>
                <a:lnTo>
                  <a:pt x="72720" y="757593"/>
                </a:lnTo>
                <a:lnTo>
                  <a:pt x="109486" y="776605"/>
                </a:lnTo>
                <a:lnTo>
                  <a:pt x="151815" y="783437"/>
                </a:lnTo>
                <a:lnTo>
                  <a:pt x="173050" y="781761"/>
                </a:lnTo>
                <a:lnTo>
                  <a:pt x="193230" y="776897"/>
                </a:lnTo>
                <a:lnTo>
                  <a:pt x="212102" y="769112"/>
                </a:lnTo>
                <a:lnTo>
                  <a:pt x="229387" y="758647"/>
                </a:lnTo>
                <a:lnTo>
                  <a:pt x="233680" y="755637"/>
                </a:lnTo>
                <a:lnTo>
                  <a:pt x="233959" y="749503"/>
                </a:lnTo>
                <a:close/>
              </a:path>
              <a:path w="357504" h="1850389">
                <a:moveTo>
                  <a:pt x="285572" y="1166812"/>
                </a:moveTo>
                <a:lnTo>
                  <a:pt x="277406" y="1125829"/>
                </a:lnTo>
                <a:lnTo>
                  <a:pt x="257632" y="1088834"/>
                </a:lnTo>
                <a:lnTo>
                  <a:pt x="254368" y="1084656"/>
                </a:lnTo>
                <a:lnTo>
                  <a:pt x="253326" y="1083322"/>
                </a:lnTo>
                <a:lnTo>
                  <a:pt x="222262" y="1055154"/>
                </a:lnTo>
                <a:lnTo>
                  <a:pt x="211747" y="1048816"/>
                </a:lnTo>
                <a:lnTo>
                  <a:pt x="211747" y="1210906"/>
                </a:lnTo>
                <a:lnTo>
                  <a:pt x="203492" y="1223289"/>
                </a:lnTo>
                <a:lnTo>
                  <a:pt x="195173" y="1224965"/>
                </a:lnTo>
                <a:lnTo>
                  <a:pt x="131724" y="1182611"/>
                </a:lnTo>
                <a:lnTo>
                  <a:pt x="129489" y="1178420"/>
                </a:lnTo>
                <a:lnTo>
                  <a:pt x="129489" y="1090625"/>
                </a:lnTo>
                <a:lnTo>
                  <a:pt x="135458" y="1084656"/>
                </a:lnTo>
                <a:lnTo>
                  <a:pt x="150304" y="1084656"/>
                </a:lnTo>
                <a:lnTo>
                  <a:pt x="156273" y="1090625"/>
                </a:lnTo>
                <a:lnTo>
                  <a:pt x="156273" y="1166812"/>
                </a:lnTo>
                <a:lnTo>
                  <a:pt x="210070" y="1202639"/>
                </a:lnTo>
                <a:lnTo>
                  <a:pt x="211747" y="1210906"/>
                </a:lnTo>
                <a:lnTo>
                  <a:pt x="211747" y="1048816"/>
                </a:lnTo>
                <a:lnTo>
                  <a:pt x="170751" y="1033830"/>
                </a:lnTo>
                <a:lnTo>
                  <a:pt x="142875" y="1031087"/>
                </a:lnTo>
                <a:lnTo>
                  <a:pt x="135864" y="1031252"/>
                </a:lnTo>
                <a:lnTo>
                  <a:pt x="94754" y="1039431"/>
                </a:lnTo>
                <a:lnTo>
                  <a:pt x="57759" y="1059205"/>
                </a:lnTo>
                <a:lnTo>
                  <a:pt x="28130" y="1088834"/>
                </a:lnTo>
                <a:lnTo>
                  <a:pt x="8356" y="1125829"/>
                </a:lnTo>
                <a:lnTo>
                  <a:pt x="190" y="1166812"/>
                </a:lnTo>
                <a:lnTo>
                  <a:pt x="0" y="1173962"/>
                </a:lnTo>
                <a:lnTo>
                  <a:pt x="114" y="1178420"/>
                </a:lnTo>
                <a:lnTo>
                  <a:pt x="177" y="1180973"/>
                </a:lnTo>
                <a:lnTo>
                  <a:pt x="8356" y="1222082"/>
                </a:lnTo>
                <a:lnTo>
                  <a:pt x="28130" y="1259078"/>
                </a:lnTo>
                <a:lnTo>
                  <a:pt x="57759" y="1288707"/>
                </a:lnTo>
                <a:lnTo>
                  <a:pt x="94754" y="1308481"/>
                </a:lnTo>
                <a:lnTo>
                  <a:pt x="135864" y="1316659"/>
                </a:lnTo>
                <a:lnTo>
                  <a:pt x="142875" y="1316837"/>
                </a:lnTo>
                <a:lnTo>
                  <a:pt x="149898" y="1316659"/>
                </a:lnTo>
                <a:lnTo>
                  <a:pt x="191008" y="1308481"/>
                </a:lnTo>
                <a:lnTo>
                  <a:pt x="228003" y="1288707"/>
                </a:lnTo>
                <a:lnTo>
                  <a:pt x="257632" y="1259078"/>
                </a:lnTo>
                <a:lnTo>
                  <a:pt x="276288" y="1224965"/>
                </a:lnTo>
                <a:lnTo>
                  <a:pt x="277406" y="1222082"/>
                </a:lnTo>
                <a:lnTo>
                  <a:pt x="285470" y="1182611"/>
                </a:lnTo>
                <a:lnTo>
                  <a:pt x="285572" y="1166812"/>
                </a:lnTo>
                <a:close/>
              </a:path>
              <a:path w="357504" h="1850389">
                <a:moveTo>
                  <a:pt x="285750" y="1835327"/>
                </a:moveTo>
                <a:lnTo>
                  <a:pt x="279908" y="1806371"/>
                </a:lnTo>
                <a:lnTo>
                  <a:pt x="263956" y="1782724"/>
                </a:lnTo>
                <a:lnTo>
                  <a:pt x="240309" y="1766785"/>
                </a:lnTo>
                <a:lnTo>
                  <a:pt x="211366" y="1760931"/>
                </a:lnTo>
                <a:lnTo>
                  <a:pt x="145834" y="1760931"/>
                </a:lnTo>
                <a:lnTo>
                  <a:pt x="116890" y="1766785"/>
                </a:lnTo>
                <a:lnTo>
                  <a:pt x="93243" y="1782724"/>
                </a:lnTo>
                <a:lnTo>
                  <a:pt x="77292" y="1806371"/>
                </a:lnTo>
                <a:lnTo>
                  <a:pt x="71437" y="1835327"/>
                </a:lnTo>
                <a:lnTo>
                  <a:pt x="71437" y="1843532"/>
                </a:lnTo>
                <a:lnTo>
                  <a:pt x="78143" y="1850237"/>
                </a:lnTo>
                <a:lnTo>
                  <a:pt x="279120" y="1850237"/>
                </a:lnTo>
                <a:lnTo>
                  <a:pt x="285750" y="1843532"/>
                </a:lnTo>
                <a:lnTo>
                  <a:pt x="285750" y="1835327"/>
                </a:lnTo>
                <a:close/>
              </a:path>
              <a:path w="357504" h="1850389">
                <a:moveTo>
                  <a:pt x="303618" y="622693"/>
                </a:moveTo>
                <a:lnTo>
                  <a:pt x="293789" y="574040"/>
                </a:lnTo>
                <a:lnTo>
                  <a:pt x="266992" y="534301"/>
                </a:lnTo>
                <a:lnTo>
                  <a:pt x="227253" y="507504"/>
                </a:lnTo>
                <a:lnTo>
                  <a:pt x="178600" y="497687"/>
                </a:lnTo>
                <a:lnTo>
                  <a:pt x="173570" y="497687"/>
                </a:lnTo>
                <a:lnTo>
                  <a:pt x="169672" y="501929"/>
                </a:lnTo>
                <a:lnTo>
                  <a:pt x="169672" y="631621"/>
                </a:lnTo>
                <a:lnTo>
                  <a:pt x="299377" y="631621"/>
                </a:lnTo>
                <a:lnTo>
                  <a:pt x="303618" y="627722"/>
                </a:lnTo>
                <a:lnTo>
                  <a:pt x="303618" y="622693"/>
                </a:lnTo>
                <a:close/>
              </a:path>
              <a:path w="357504" h="1850389">
                <a:moveTo>
                  <a:pt x="320916" y="662774"/>
                </a:moveTo>
                <a:lnTo>
                  <a:pt x="316839" y="658418"/>
                </a:lnTo>
                <a:lnTo>
                  <a:pt x="178600" y="658418"/>
                </a:lnTo>
                <a:lnTo>
                  <a:pt x="267169" y="746937"/>
                </a:lnTo>
                <a:lnTo>
                  <a:pt x="270408" y="750227"/>
                </a:lnTo>
                <a:lnTo>
                  <a:pt x="306235" y="711631"/>
                </a:lnTo>
                <a:lnTo>
                  <a:pt x="320243" y="667905"/>
                </a:lnTo>
                <a:lnTo>
                  <a:pt x="320916" y="662774"/>
                </a:lnTo>
                <a:close/>
              </a:path>
              <a:path w="357504" h="1850389">
                <a:moveTo>
                  <a:pt x="321475" y="35725"/>
                </a:moveTo>
                <a:lnTo>
                  <a:pt x="318668" y="21831"/>
                </a:lnTo>
                <a:lnTo>
                  <a:pt x="310997" y="10477"/>
                </a:lnTo>
                <a:lnTo>
                  <a:pt x="299643" y="2806"/>
                </a:lnTo>
                <a:lnTo>
                  <a:pt x="285750" y="0"/>
                </a:lnTo>
                <a:lnTo>
                  <a:pt x="35725" y="0"/>
                </a:lnTo>
                <a:lnTo>
                  <a:pt x="21831" y="2806"/>
                </a:lnTo>
                <a:lnTo>
                  <a:pt x="10477" y="10477"/>
                </a:lnTo>
                <a:lnTo>
                  <a:pt x="2819" y="21831"/>
                </a:lnTo>
                <a:lnTo>
                  <a:pt x="0" y="35725"/>
                </a:lnTo>
                <a:lnTo>
                  <a:pt x="0" y="76352"/>
                </a:lnTo>
                <a:lnTo>
                  <a:pt x="4140" y="80200"/>
                </a:lnTo>
                <a:lnTo>
                  <a:pt x="8763" y="81813"/>
                </a:lnTo>
                <a:lnTo>
                  <a:pt x="16014" y="85661"/>
                </a:lnTo>
                <a:lnTo>
                  <a:pt x="21717" y="91452"/>
                </a:lnTo>
                <a:lnTo>
                  <a:pt x="25450" y="98767"/>
                </a:lnTo>
                <a:lnTo>
                  <a:pt x="26797" y="107162"/>
                </a:lnTo>
                <a:lnTo>
                  <a:pt x="25450" y="115544"/>
                </a:lnTo>
                <a:lnTo>
                  <a:pt x="21717" y="122859"/>
                </a:lnTo>
                <a:lnTo>
                  <a:pt x="16014" y="128651"/>
                </a:lnTo>
                <a:lnTo>
                  <a:pt x="8763" y="132499"/>
                </a:lnTo>
                <a:lnTo>
                  <a:pt x="4140" y="134112"/>
                </a:lnTo>
                <a:lnTo>
                  <a:pt x="0" y="137960"/>
                </a:lnTo>
                <a:lnTo>
                  <a:pt x="0" y="178600"/>
                </a:lnTo>
                <a:lnTo>
                  <a:pt x="2819" y="192481"/>
                </a:lnTo>
                <a:lnTo>
                  <a:pt x="10477" y="203847"/>
                </a:lnTo>
                <a:lnTo>
                  <a:pt x="21831" y="211505"/>
                </a:lnTo>
                <a:lnTo>
                  <a:pt x="35725" y="214312"/>
                </a:lnTo>
                <a:lnTo>
                  <a:pt x="285750" y="214312"/>
                </a:lnTo>
                <a:lnTo>
                  <a:pt x="299643" y="211505"/>
                </a:lnTo>
                <a:lnTo>
                  <a:pt x="310997" y="203847"/>
                </a:lnTo>
                <a:lnTo>
                  <a:pt x="318668" y="192481"/>
                </a:lnTo>
                <a:lnTo>
                  <a:pt x="321475" y="178600"/>
                </a:lnTo>
                <a:lnTo>
                  <a:pt x="321475" y="137960"/>
                </a:lnTo>
                <a:lnTo>
                  <a:pt x="317347" y="134112"/>
                </a:lnTo>
                <a:lnTo>
                  <a:pt x="312712" y="132499"/>
                </a:lnTo>
                <a:lnTo>
                  <a:pt x="305473" y="128651"/>
                </a:lnTo>
                <a:lnTo>
                  <a:pt x="299770" y="122859"/>
                </a:lnTo>
                <a:lnTo>
                  <a:pt x="296024" y="115544"/>
                </a:lnTo>
                <a:lnTo>
                  <a:pt x="294690" y="107162"/>
                </a:lnTo>
                <a:lnTo>
                  <a:pt x="296024" y="98767"/>
                </a:lnTo>
                <a:lnTo>
                  <a:pt x="299770" y="91452"/>
                </a:lnTo>
                <a:lnTo>
                  <a:pt x="305473" y="85661"/>
                </a:lnTo>
                <a:lnTo>
                  <a:pt x="312712" y="81813"/>
                </a:lnTo>
                <a:lnTo>
                  <a:pt x="317347" y="80200"/>
                </a:lnTo>
                <a:lnTo>
                  <a:pt x="321475" y="76352"/>
                </a:lnTo>
                <a:lnTo>
                  <a:pt x="321475" y="35725"/>
                </a:lnTo>
                <a:close/>
              </a:path>
              <a:path w="357504" h="1850389">
                <a:moveTo>
                  <a:pt x="330403" y="1603209"/>
                </a:moveTo>
                <a:lnTo>
                  <a:pt x="308317" y="1570151"/>
                </a:lnTo>
                <a:lnTo>
                  <a:pt x="291680" y="1564487"/>
                </a:lnTo>
                <a:lnTo>
                  <a:pt x="279831" y="1564487"/>
                </a:lnTo>
                <a:lnTo>
                  <a:pt x="246773" y="1586572"/>
                </a:lnTo>
                <a:lnTo>
                  <a:pt x="241109" y="1603209"/>
                </a:lnTo>
                <a:lnTo>
                  <a:pt x="241109" y="1615046"/>
                </a:lnTo>
                <a:lnTo>
                  <a:pt x="263194" y="1648117"/>
                </a:lnTo>
                <a:lnTo>
                  <a:pt x="279831" y="1653781"/>
                </a:lnTo>
                <a:lnTo>
                  <a:pt x="291680" y="1653781"/>
                </a:lnTo>
                <a:lnTo>
                  <a:pt x="324739" y="1631683"/>
                </a:lnTo>
                <a:lnTo>
                  <a:pt x="330403" y="1615046"/>
                </a:lnTo>
                <a:lnTo>
                  <a:pt x="330403" y="1603209"/>
                </a:lnTo>
                <a:close/>
              </a:path>
              <a:path w="357504" h="1850389">
                <a:moveTo>
                  <a:pt x="357187" y="1731187"/>
                </a:moveTo>
                <a:lnTo>
                  <a:pt x="352513" y="1708010"/>
                </a:lnTo>
                <a:lnTo>
                  <a:pt x="339750" y="1689087"/>
                </a:lnTo>
                <a:lnTo>
                  <a:pt x="320814" y="1676323"/>
                </a:lnTo>
                <a:lnTo>
                  <a:pt x="297649" y="1671637"/>
                </a:lnTo>
                <a:lnTo>
                  <a:pt x="273812" y="1671637"/>
                </a:lnTo>
                <a:lnTo>
                  <a:pt x="267246" y="1671993"/>
                </a:lnTo>
                <a:lnTo>
                  <a:pt x="260883" y="1673021"/>
                </a:lnTo>
                <a:lnTo>
                  <a:pt x="254762" y="1674723"/>
                </a:lnTo>
                <a:lnTo>
                  <a:pt x="248920" y="1677047"/>
                </a:lnTo>
                <a:lnTo>
                  <a:pt x="249580" y="1681073"/>
                </a:lnTo>
                <a:lnTo>
                  <a:pt x="249986" y="1685251"/>
                </a:lnTo>
                <a:lnTo>
                  <a:pt x="249986" y="1689493"/>
                </a:lnTo>
                <a:lnTo>
                  <a:pt x="248297" y="1705013"/>
                </a:lnTo>
                <a:lnTo>
                  <a:pt x="243471" y="1719364"/>
                </a:lnTo>
                <a:lnTo>
                  <a:pt x="235902" y="1732089"/>
                </a:lnTo>
                <a:lnTo>
                  <a:pt x="225818" y="1743075"/>
                </a:lnTo>
                <a:lnTo>
                  <a:pt x="351840" y="1743075"/>
                </a:lnTo>
                <a:lnTo>
                  <a:pt x="354596" y="1740344"/>
                </a:lnTo>
                <a:lnTo>
                  <a:pt x="357187" y="1737652"/>
                </a:lnTo>
                <a:lnTo>
                  <a:pt x="357187" y="1731187"/>
                </a:lnTo>
                <a:close/>
              </a:path>
            </a:pathLst>
          </a:custGeom>
          <a:solidFill>
            <a:schemeClr val="accent4">
              <a:lumMod val="50000"/>
            </a:schemeClr>
          </a:solidFill>
        </p:spPr>
        <p:txBody>
          <a:bodyPr wrap="square" lIns="0" tIns="0" rIns="0" bIns="0" rtlCol="0"/>
          <a:lstStyle/>
          <a:p>
            <a:endParaRPr sz="1600">
              <a:solidFill>
                <a:schemeClr val="accent4">
                  <a:lumMod val="50000"/>
                </a:schemeClr>
              </a:solidFill>
              <a:latin typeface="+mj-lt"/>
            </a:endParaRPr>
          </a:p>
        </p:txBody>
      </p:sp>
      <p:sp>
        <p:nvSpPr>
          <p:cNvPr id="13" name="object 13"/>
          <p:cNvSpPr txBox="1"/>
          <p:nvPr/>
        </p:nvSpPr>
        <p:spPr>
          <a:xfrm>
            <a:off x="7073725" y="1488151"/>
            <a:ext cx="4642483" cy="536044"/>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Ticket Growth: 123% increase (2016–2020) → peaked at 29,088 tickets in 2020</a:t>
            </a:r>
          </a:p>
        </p:txBody>
      </p:sp>
      <p:sp>
        <p:nvSpPr>
          <p:cNvPr id="23" name="TextBox 22">
            <a:extLst>
              <a:ext uri="{FF2B5EF4-FFF2-40B4-BE49-F238E27FC236}">
                <a16:creationId xmlns:a16="http://schemas.microsoft.com/office/drawing/2014/main" id="{374293D5-5F1F-400B-8830-63119E11531C}"/>
              </a:ext>
            </a:extLst>
          </p:cNvPr>
          <p:cNvSpPr txBox="1"/>
          <p:nvPr/>
        </p:nvSpPr>
        <p:spPr>
          <a:xfrm>
            <a:off x="6429743" y="4044471"/>
            <a:ext cx="3215208" cy="369332"/>
          </a:xfrm>
          <a:prstGeom prst="rect">
            <a:avLst/>
          </a:prstGeom>
          <a:noFill/>
        </p:spPr>
        <p:txBody>
          <a:bodyPr wrap="square" rtlCol="0">
            <a:spAutoFit/>
          </a:bodyPr>
          <a:lstStyle/>
          <a:p>
            <a:pPr marL="12700">
              <a:lnSpc>
                <a:spcPct val="100000"/>
              </a:lnSpc>
              <a:spcBef>
                <a:spcPts val="1220"/>
              </a:spcBef>
            </a:pPr>
            <a:r>
              <a:rPr lang="en-IN" b="1" spc="-95" dirty="0">
                <a:solidFill>
                  <a:schemeClr val="accent4">
                    <a:lumMod val="50000"/>
                  </a:schemeClr>
                </a:solidFill>
                <a:latin typeface="+mj-lt"/>
                <a:cs typeface="Arial"/>
              </a:rPr>
              <a:t>Recommended</a:t>
            </a:r>
            <a:r>
              <a:rPr lang="en-IN" b="1" spc="-65" dirty="0">
                <a:solidFill>
                  <a:schemeClr val="accent4">
                    <a:lumMod val="50000"/>
                  </a:schemeClr>
                </a:solidFill>
                <a:latin typeface="+mj-lt"/>
                <a:cs typeface="Arial"/>
              </a:rPr>
              <a:t> </a:t>
            </a:r>
            <a:r>
              <a:rPr lang="en-IN" b="1" spc="-10" dirty="0">
                <a:solidFill>
                  <a:schemeClr val="accent4">
                    <a:lumMod val="50000"/>
                  </a:schemeClr>
                </a:solidFill>
                <a:latin typeface="+mj-lt"/>
                <a:cs typeface="Arial"/>
              </a:rPr>
              <a:t>Actions:</a:t>
            </a:r>
            <a:endParaRPr lang="en-IN" b="1" dirty="0">
              <a:solidFill>
                <a:schemeClr val="accent4">
                  <a:lumMod val="50000"/>
                </a:schemeClr>
              </a:solidFill>
              <a:latin typeface="+mj-lt"/>
              <a:cs typeface="Arial"/>
            </a:endParaRPr>
          </a:p>
        </p:txBody>
      </p:sp>
      <p:sp>
        <p:nvSpPr>
          <p:cNvPr id="4" name="TextBox 3">
            <a:extLst>
              <a:ext uri="{FF2B5EF4-FFF2-40B4-BE49-F238E27FC236}">
                <a16:creationId xmlns:a16="http://schemas.microsoft.com/office/drawing/2014/main" id="{4547D7BD-9B75-47CC-BEFA-D2742BE81E44}"/>
              </a:ext>
            </a:extLst>
          </p:cNvPr>
          <p:cNvSpPr txBox="1"/>
          <p:nvPr/>
        </p:nvSpPr>
        <p:spPr>
          <a:xfrm>
            <a:off x="295035" y="1239414"/>
            <a:ext cx="6041575" cy="2739211"/>
          </a:xfrm>
          <a:prstGeom prst="rect">
            <a:avLst/>
          </a:prstGeom>
          <a:noFill/>
        </p:spPr>
        <p:txBody>
          <a:bodyPr wrap="square" rtlCol="0">
            <a:spAutoFit/>
          </a:bodyPr>
          <a:lstStyle/>
          <a:p>
            <a:pPr marL="12700">
              <a:lnSpc>
                <a:spcPct val="100000"/>
              </a:lnSpc>
            </a:pPr>
            <a:r>
              <a:rPr lang="en-US" b="1" spc="-85" dirty="0">
                <a:solidFill>
                  <a:schemeClr val="accent4">
                    <a:lumMod val="50000"/>
                  </a:schemeClr>
                </a:solidFill>
                <a:latin typeface="+mj-lt"/>
                <a:cs typeface="Arial"/>
              </a:rPr>
              <a:t>Key</a:t>
            </a:r>
            <a:r>
              <a:rPr lang="en-US" b="1" spc="-105" dirty="0">
                <a:solidFill>
                  <a:schemeClr val="accent4">
                    <a:lumMod val="50000"/>
                  </a:schemeClr>
                </a:solidFill>
                <a:latin typeface="+mj-lt"/>
                <a:cs typeface="Arial"/>
              </a:rPr>
              <a:t> </a:t>
            </a:r>
            <a:r>
              <a:rPr lang="en-US" b="1" spc="-10" dirty="0">
                <a:solidFill>
                  <a:schemeClr val="accent4">
                    <a:lumMod val="50000"/>
                  </a:schemeClr>
                </a:solidFill>
                <a:latin typeface="+mj-lt"/>
                <a:cs typeface="Arial"/>
              </a:rPr>
              <a:t>Takeaways:</a:t>
            </a:r>
          </a:p>
          <a:p>
            <a:pPr marL="12700">
              <a:lnSpc>
                <a:spcPct val="100000"/>
              </a:lnSpc>
            </a:pPr>
            <a:endParaRPr lang="en-US" sz="1400" spc="-10" dirty="0">
              <a:solidFill>
                <a:schemeClr val="accent4">
                  <a:lumMod val="50000"/>
                </a:schemeClr>
              </a:solidFill>
              <a:latin typeface="+mj-lt"/>
              <a:cs typeface="Arial"/>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Ticket Growth: Volume surged 123% (2016–2020) → calls for proactive capacity planning.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Agent Performance: Uneven results; training existing staff &gt; hiring new agents.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Tech Impact: Post-2018 upgrades reduced resolution times noticeably.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Automation Scope: 70% of tickets (System &amp; Login) → prime candidates for automation.</a:t>
            </a:r>
          </a:p>
        </p:txBody>
      </p:sp>
      <p:sp>
        <p:nvSpPr>
          <p:cNvPr id="40" name="object 13">
            <a:extLst>
              <a:ext uri="{FF2B5EF4-FFF2-40B4-BE49-F238E27FC236}">
                <a16:creationId xmlns:a16="http://schemas.microsoft.com/office/drawing/2014/main" id="{F8E91AFC-2F65-4561-921A-1F196ADBD67B}"/>
              </a:ext>
            </a:extLst>
          </p:cNvPr>
          <p:cNvSpPr txBox="1"/>
          <p:nvPr/>
        </p:nvSpPr>
        <p:spPr>
          <a:xfrm>
            <a:off x="7073724" y="2074211"/>
            <a:ext cx="4898160" cy="536044"/>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Category Mix: System (40%), Login (30%), Software (20%), Hardware (10%)</a:t>
            </a:r>
          </a:p>
        </p:txBody>
      </p:sp>
      <p:sp>
        <p:nvSpPr>
          <p:cNvPr id="41" name="object 13">
            <a:extLst>
              <a:ext uri="{FF2B5EF4-FFF2-40B4-BE49-F238E27FC236}">
                <a16:creationId xmlns:a16="http://schemas.microsoft.com/office/drawing/2014/main" id="{E3610D1D-DD30-4E67-A85A-1EA80F5106C9}"/>
              </a:ext>
            </a:extLst>
          </p:cNvPr>
          <p:cNvSpPr txBox="1"/>
          <p:nvPr/>
        </p:nvSpPr>
        <p:spPr>
          <a:xfrm>
            <a:off x="7046529" y="2617594"/>
            <a:ext cx="4468155" cy="536044"/>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Performance Metrics: Avg Resolution = 4.6 days, Avg Satisfaction = 4.1/5</a:t>
            </a:r>
          </a:p>
        </p:txBody>
      </p:sp>
      <p:sp>
        <p:nvSpPr>
          <p:cNvPr id="42" name="object 13">
            <a:extLst>
              <a:ext uri="{FF2B5EF4-FFF2-40B4-BE49-F238E27FC236}">
                <a16:creationId xmlns:a16="http://schemas.microsoft.com/office/drawing/2014/main" id="{6FAC021F-2036-4E03-BFFF-080C49108F77}"/>
              </a:ext>
            </a:extLst>
          </p:cNvPr>
          <p:cNvSpPr txBox="1"/>
          <p:nvPr/>
        </p:nvSpPr>
        <p:spPr>
          <a:xfrm>
            <a:off x="7043244" y="3210580"/>
            <a:ext cx="4764551" cy="536044"/>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Agent Effectiveness: 41–50 age group = most efficient (Res. Time 3.99 days)</a:t>
            </a:r>
          </a:p>
        </p:txBody>
      </p:sp>
      <p:sp>
        <p:nvSpPr>
          <p:cNvPr id="32" name="object 3">
            <a:extLst>
              <a:ext uri="{FF2B5EF4-FFF2-40B4-BE49-F238E27FC236}">
                <a16:creationId xmlns:a16="http://schemas.microsoft.com/office/drawing/2014/main" id="{1CC4811E-38DF-4849-85A3-FF7D09AFC78D}"/>
              </a:ext>
            </a:extLst>
          </p:cNvPr>
          <p:cNvSpPr/>
          <p:nvPr/>
        </p:nvSpPr>
        <p:spPr>
          <a:xfrm>
            <a:off x="272207" y="775163"/>
            <a:ext cx="2304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
        <p:nvSpPr>
          <p:cNvPr id="31" name="object 31"/>
          <p:cNvSpPr txBox="1"/>
          <p:nvPr/>
        </p:nvSpPr>
        <p:spPr>
          <a:xfrm>
            <a:off x="381563" y="4508925"/>
            <a:ext cx="5691682" cy="1867627"/>
          </a:xfrm>
          <a:prstGeom prst="rect">
            <a:avLst/>
          </a:prstGeom>
        </p:spPr>
        <p:txBody>
          <a:bodyPr vert="horz" wrap="square" lIns="0" tIns="17780" rIns="0" bIns="0" rtlCol="0">
            <a:spAutoFit/>
          </a:bodyPr>
          <a:lstStyle/>
          <a:p>
            <a:pPr marL="12700" marR="424180">
              <a:lnSpc>
                <a:spcPct val="123400"/>
              </a:lnSpc>
              <a:spcBef>
                <a:spcPts val="140"/>
              </a:spcBef>
            </a:pPr>
            <a:r>
              <a:rPr b="1" spc="-40" dirty="0">
                <a:solidFill>
                  <a:schemeClr val="accent4">
                    <a:lumMod val="50000"/>
                  </a:schemeClr>
                </a:solidFill>
                <a:latin typeface="+mj-lt"/>
                <a:cs typeface="Arial"/>
              </a:rPr>
              <a:t>Project</a:t>
            </a:r>
            <a:r>
              <a:rPr b="1" spc="-90" dirty="0">
                <a:solidFill>
                  <a:schemeClr val="accent4">
                    <a:lumMod val="50000"/>
                  </a:schemeClr>
                </a:solidFill>
                <a:latin typeface="+mj-lt"/>
                <a:cs typeface="Arial"/>
              </a:rPr>
              <a:t> </a:t>
            </a:r>
            <a:r>
              <a:rPr b="1" spc="-95" dirty="0">
                <a:solidFill>
                  <a:schemeClr val="accent4">
                    <a:lumMod val="50000"/>
                  </a:schemeClr>
                </a:solidFill>
                <a:latin typeface="+mj-lt"/>
                <a:cs typeface="Arial"/>
              </a:rPr>
              <a:t>Summary:</a:t>
            </a:r>
            <a:endParaRPr lang="en-IN" b="1" spc="-95" dirty="0">
              <a:solidFill>
                <a:schemeClr val="accent4">
                  <a:lumMod val="50000"/>
                </a:schemeClr>
              </a:solidFill>
              <a:latin typeface="+mj-lt"/>
              <a:cs typeface="Arial"/>
            </a:endParaRPr>
          </a:p>
          <a:p>
            <a:pPr marL="12700" marR="424180">
              <a:lnSpc>
                <a:spcPct val="123400"/>
              </a:lnSpc>
              <a:spcBef>
                <a:spcPts val="140"/>
              </a:spcBef>
            </a:pPr>
            <a:endParaRPr lang="en-IN" sz="1400" b="1" spc="-95" dirty="0">
              <a:solidFill>
                <a:schemeClr val="accent4">
                  <a:lumMod val="50000"/>
                </a:schemeClr>
              </a:solidFill>
              <a:latin typeface="+mj-lt"/>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j-lt"/>
              </a:rPr>
              <a:t> Analyzed 97,000+ IT tickets over 5 years using Excel-based dashboard.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mj-lt"/>
              </a:rPr>
              <a:t> Identified key insights on support performance, agent efficiency, and process optimization.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 name="Teardrop 42">
            <a:extLst>
              <a:ext uri="{FF2B5EF4-FFF2-40B4-BE49-F238E27FC236}">
                <a16:creationId xmlns:a16="http://schemas.microsoft.com/office/drawing/2014/main" id="{104D5AF5-871D-472A-93ED-4D035431F911}"/>
              </a:ext>
            </a:extLst>
          </p:cNvPr>
          <p:cNvSpPr/>
          <p:nvPr/>
        </p:nvSpPr>
        <p:spPr>
          <a:xfrm rot="10800000">
            <a:off x="-25077" y="5310295"/>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44" name="Teardrop 43">
            <a:extLst>
              <a:ext uri="{FF2B5EF4-FFF2-40B4-BE49-F238E27FC236}">
                <a16:creationId xmlns:a16="http://schemas.microsoft.com/office/drawing/2014/main" id="{E6D5E6E7-C48B-4F57-9243-7F3F32848BE0}"/>
              </a:ext>
            </a:extLst>
          </p:cNvPr>
          <p:cNvSpPr/>
          <p:nvPr/>
        </p:nvSpPr>
        <p:spPr>
          <a:xfrm>
            <a:off x="10616965" y="0"/>
            <a:ext cx="1584000" cy="1548000"/>
          </a:xfrm>
          <a:prstGeom prst="teardrop">
            <a:avLst/>
          </a:prstGeom>
          <a:gradFill flip="none" rotWithShape="1">
            <a:gsLst>
              <a:gs pos="0">
                <a:schemeClr val="accent4">
                  <a:lumMod val="25000"/>
                  <a:lumOff val="7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
            <a:solidFill>
              <a:schemeClr val="accent4">
                <a:lumMod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4">
                  <a:lumMod val="50000"/>
                </a:schemeClr>
              </a:solidFill>
              <a:latin typeface="+mj-lt"/>
            </a:endParaRPr>
          </a:p>
        </p:txBody>
      </p:sp>
      <p:sp>
        <p:nvSpPr>
          <p:cNvPr id="40" name="object 29">
            <a:extLst>
              <a:ext uri="{FF2B5EF4-FFF2-40B4-BE49-F238E27FC236}">
                <a16:creationId xmlns:a16="http://schemas.microsoft.com/office/drawing/2014/main" id="{9DAEFA76-960A-4665-AD98-C41919721F36}"/>
              </a:ext>
            </a:extLst>
          </p:cNvPr>
          <p:cNvSpPr/>
          <p:nvPr/>
        </p:nvSpPr>
        <p:spPr>
          <a:xfrm>
            <a:off x="6221573" y="5506916"/>
            <a:ext cx="2790344" cy="814219"/>
          </a:xfrm>
          <a:custGeom>
            <a:avLst/>
            <a:gdLst/>
            <a:ahLst/>
            <a:cxnLst/>
            <a:rect l="l" t="t" r="r" b="b"/>
            <a:pathLst>
              <a:path w="5410200" h="647700">
                <a:moveTo>
                  <a:pt x="5410199" y="647699"/>
                </a:moveTo>
                <a:lnTo>
                  <a:pt x="0" y="647699"/>
                </a:lnTo>
                <a:lnTo>
                  <a:pt x="0" y="0"/>
                </a:lnTo>
                <a:lnTo>
                  <a:pt x="5410199" y="0"/>
                </a:lnTo>
                <a:lnTo>
                  <a:pt x="5410199" y="647699"/>
                </a:lnTo>
                <a:close/>
              </a:path>
            </a:pathLst>
          </a:custGeom>
          <a:solidFill>
            <a:schemeClr val="accent4">
              <a:lumMod val="20000"/>
              <a:lumOff val="80000"/>
            </a:schemeClr>
          </a:solidFill>
          <a:ln>
            <a:solidFill>
              <a:schemeClr val="accent4"/>
            </a:solidFill>
          </a:ln>
        </p:spPr>
        <p:txBody>
          <a:bodyPr wrap="square" lIns="0" tIns="0" rIns="0" bIns="0" rtlCol="0"/>
          <a:lstStyle/>
          <a:p>
            <a:endParaRPr dirty="0">
              <a:solidFill>
                <a:schemeClr val="accent4">
                  <a:lumMod val="50000"/>
                </a:schemeClr>
              </a:solidFill>
              <a:latin typeface="+mj-lt"/>
            </a:endParaRPr>
          </a:p>
        </p:txBody>
      </p:sp>
      <p:sp>
        <p:nvSpPr>
          <p:cNvPr id="31" name="object 31"/>
          <p:cNvSpPr txBox="1">
            <a:spLocks noGrp="1"/>
          </p:cNvSpPr>
          <p:nvPr>
            <p:ph sz="half" idx="2"/>
          </p:nvPr>
        </p:nvSpPr>
        <p:spPr>
          <a:xfrm>
            <a:off x="7394004" y="5639209"/>
            <a:ext cx="1735068" cy="449296"/>
          </a:xfrm>
          <a:prstGeom prst="rect">
            <a:avLst/>
          </a:prstGeom>
        </p:spPr>
        <p:txBody>
          <a:bodyPr vert="horz" wrap="square" lIns="0" tIns="201111" rIns="0" bIns="0" rtlCol="0">
            <a:spAutoFit/>
          </a:bodyPr>
          <a:lstStyle/>
          <a:p>
            <a:pPr marL="12700">
              <a:lnSpc>
                <a:spcPct val="100000"/>
              </a:lnSpc>
            </a:pPr>
            <a:r>
              <a:rPr lang="en-IN" sz="1600" spc="-140" dirty="0">
                <a:solidFill>
                  <a:schemeClr val="accent4">
                    <a:lumMod val="50000"/>
                  </a:schemeClr>
                </a:solidFill>
                <a:latin typeface="+mj-lt"/>
                <a:cs typeface="Arial"/>
              </a:rPr>
              <a:t>Vaishnavi  Pandey</a:t>
            </a:r>
            <a:endParaRPr sz="1600" dirty="0">
              <a:solidFill>
                <a:schemeClr val="accent4">
                  <a:lumMod val="50000"/>
                </a:schemeClr>
              </a:solidFill>
              <a:latin typeface="+mj-lt"/>
              <a:cs typeface="Tahoma"/>
            </a:endParaRPr>
          </a:p>
        </p:txBody>
      </p:sp>
      <p:sp>
        <p:nvSpPr>
          <p:cNvPr id="17" name="object 17"/>
          <p:cNvSpPr/>
          <p:nvPr/>
        </p:nvSpPr>
        <p:spPr>
          <a:xfrm>
            <a:off x="1266732" y="2187362"/>
            <a:ext cx="4117623" cy="2680813"/>
          </a:xfrm>
          <a:prstGeom prst="roundRect">
            <a:avLst>
              <a:gd name="adj" fmla="val 1434"/>
            </a:avLst>
          </a:prstGeom>
          <a:solidFill>
            <a:schemeClr val="accent4">
              <a:lumMod val="20000"/>
              <a:lumOff val="80000"/>
            </a:schemeClr>
          </a:solidFill>
          <a:ln w="19050">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25" name="object 20">
            <a:extLst>
              <a:ext uri="{FF2B5EF4-FFF2-40B4-BE49-F238E27FC236}">
                <a16:creationId xmlns:a16="http://schemas.microsoft.com/office/drawing/2014/main" id="{67049E67-EA49-4E42-B104-092B55832A66}"/>
              </a:ext>
            </a:extLst>
          </p:cNvPr>
          <p:cNvSpPr txBox="1"/>
          <p:nvPr/>
        </p:nvSpPr>
        <p:spPr>
          <a:xfrm>
            <a:off x="1583563" y="3861774"/>
            <a:ext cx="5715000" cy="821635"/>
          </a:xfrm>
          <a:prstGeom prst="rect">
            <a:avLst/>
          </a:prstGeom>
        </p:spPr>
        <p:txBody>
          <a:bodyPr vert="horz" wrap="square" lIns="0" tIns="59690" rIns="0" bIns="0" rtlCol="0">
            <a:spAutoFit/>
          </a:bodyPr>
          <a:lstStyle/>
          <a:p>
            <a:pPr marR="3775075" algn="r">
              <a:lnSpc>
                <a:spcPct val="100000"/>
              </a:lnSpc>
              <a:spcBef>
                <a:spcPts val="1310"/>
              </a:spcBef>
            </a:pPr>
            <a:r>
              <a:rPr sz="1600" b="1" spc="-55" dirty="0">
                <a:solidFill>
                  <a:schemeClr val="accent4">
                    <a:lumMod val="50000"/>
                  </a:schemeClr>
                </a:solidFill>
                <a:latin typeface="+mj-lt"/>
                <a:cs typeface="Arial"/>
              </a:rPr>
              <a:t>IT</a:t>
            </a:r>
            <a:r>
              <a:rPr sz="1600" b="1" spc="-95" dirty="0">
                <a:solidFill>
                  <a:schemeClr val="accent4">
                    <a:lumMod val="50000"/>
                  </a:schemeClr>
                </a:solidFill>
                <a:latin typeface="+mj-lt"/>
                <a:cs typeface="Arial"/>
              </a:rPr>
              <a:t> </a:t>
            </a:r>
            <a:r>
              <a:rPr sz="1600" b="1" spc="-70" dirty="0">
                <a:solidFill>
                  <a:schemeClr val="accent4">
                    <a:lumMod val="50000"/>
                  </a:schemeClr>
                </a:solidFill>
                <a:latin typeface="+mj-lt"/>
                <a:cs typeface="Arial"/>
              </a:rPr>
              <a:t>Agents</a:t>
            </a:r>
            <a:r>
              <a:rPr sz="1600" b="1" spc="-95" dirty="0">
                <a:solidFill>
                  <a:schemeClr val="accent4">
                    <a:lumMod val="50000"/>
                  </a:schemeClr>
                </a:solidFill>
                <a:latin typeface="+mj-lt"/>
                <a:cs typeface="Arial"/>
              </a:rPr>
              <a:t> </a:t>
            </a:r>
            <a:r>
              <a:rPr sz="1600" b="1" spc="-10" dirty="0">
                <a:solidFill>
                  <a:schemeClr val="accent4">
                    <a:lumMod val="50000"/>
                  </a:schemeClr>
                </a:solidFill>
                <a:latin typeface="+mj-lt"/>
                <a:cs typeface="Arial"/>
              </a:rPr>
              <a:t>Dataset</a:t>
            </a:r>
            <a:r>
              <a:rPr lang="en-IN" sz="1600" b="1" spc="-10" dirty="0">
                <a:solidFill>
                  <a:schemeClr val="accent4">
                    <a:lumMod val="50000"/>
                  </a:schemeClr>
                </a:solidFill>
                <a:latin typeface="+mj-lt"/>
                <a:cs typeface="Arial"/>
              </a:rPr>
              <a:t>:-</a:t>
            </a:r>
            <a:endParaRPr lang="en-US" sz="1600" b="1" dirty="0">
              <a:solidFill>
                <a:schemeClr val="accent4">
                  <a:lumMod val="50000"/>
                </a:schemeClr>
              </a:solidFill>
              <a:latin typeface="+mj-lt"/>
              <a:cs typeface="Arial"/>
            </a:endParaRPr>
          </a:p>
          <a:p>
            <a:pPr marL="1023620" marR="1743075" indent="-285750">
              <a:lnSpc>
                <a:spcPct val="104200"/>
              </a:lnSpc>
              <a:spcBef>
                <a:spcPts val="130"/>
              </a:spcBef>
              <a:buFont typeface="Arial" panose="020B0604020202020204" pitchFamily="34" charset="0"/>
              <a:buChar char="•"/>
            </a:pPr>
            <a:r>
              <a:rPr lang="en-US" sz="1600" spc="-10" dirty="0">
                <a:solidFill>
                  <a:schemeClr val="accent4">
                    <a:lumMod val="50000"/>
                  </a:schemeClr>
                </a:solidFill>
                <a:latin typeface="+mj-lt"/>
                <a:cs typeface="Lato"/>
              </a:rPr>
              <a:t>50</a:t>
            </a:r>
            <a:r>
              <a:rPr lang="en-US" sz="1600" spc="-50" dirty="0">
                <a:solidFill>
                  <a:schemeClr val="accent4">
                    <a:lumMod val="50000"/>
                  </a:schemeClr>
                </a:solidFill>
                <a:latin typeface="+mj-lt"/>
                <a:cs typeface="Lato"/>
              </a:rPr>
              <a:t> </a:t>
            </a:r>
            <a:r>
              <a:rPr lang="en-US" sz="1600" spc="-10" dirty="0">
                <a:solidFill>
                  <a:schemeClr val="accent4">
                    <a:lumMod val="50000"/>
                  </a:schemeClr>
                </a:solidFill>
                <a:latin typeface="+mj-lt"/>
                <a:cs typeface="Lato"/>
              </a:rPr>
              <a:t>agents</a:t>
            </a:r>
            <a:r>
              <a:rPr lang="en-US" sz="1600" spc="-45" dirty="0">
                <a:solidFill>
                  <a:schemeClr val="accent4">
                    <a:lumMod val="50000"/>
                  </a:schemeClr>
                </a:solidFill>
                <a:latin typeface="+mj-lt"/>
                <a:cs typeface="Lato"/>
              </a:rPr>
              <a:t> </a:t>
            </a:r>
            <a:r>
              <a:rPr lang="en-US" sz="1600" dirty="0">
                <a:solidFill>
                  <a:schemeClr val="accent4">
                    <a:lumMod val="50000"/>
                  </a:schemeClr>
                </a:solidFill>
                <a:latin typeface="+mj-lt"/>
                <a:cs typeface="Lato"/>
              </a:rPr>
              <a:t>with</a:t>
            </a:r>
            <a:r>
              <a:rPr lang="en-US" sz="1600" spc="-50" dirty="0">
                <a:solidFill>
                  <a:schemeClr val="accent4">
                    <a:lumMod val="50000"/>
                  </a:schemeClr>
                </a:solidFill>
                <a:latin typeface="+mj-lt"/>
                <a:cs typeface="Lato"/>
              </a:rPr>
              <a:t> </a:t>
            </a:r>
            <a:r>
              <a:rPr lang="en-US" sz="1600" spc="-10" dirty="0">
                <a:solidFill>
                  <a:schemeClr val="accent4">
                    <a:lumMod val="50000"/>
                  </a:schemeClr>
                </a:solidFill>
                <a:latin typeface="+mj-lt"/>
                <a:cs typeface="Lato"/>
              </a:rPr>
              <a:t>demographic</a:t>
            </a:r>
            <a:r>
              <a:rPr lang="en-US" sz="1600" spc="-45" dirty="0">
                <a:solidFill>
                  <a:schemeClr val="accent4">
                    <a:lumMod val="50000"/>
                  </a:schemeClr>
                </a:solidFill>
                <a:latin typeface="+mj-lt"/>
                <a:cs typeface="Lato"/>
              </a:rPr>
              <a:t> </a:t>
            </a:r>
            <a:r>
              <a:rPr lang="en-US" sz="1600" spc="-10" dirty="0">
                <a:solidFill>
                  <a:schemeClr val="accent4">
                    <a:lumMod val="50000"/>
                  </a:schemeClr>
                </a:solidFill>
                <a:latin typeface="+mj-lt"/>
                <a:cs typeface="Lato"/>
              </a:rPr>
              <a:t>&amp;</a:t>
            </a:r>
            <a:r>
              <a:rPr lang="en-US" sz="1600" spc="-45" dirty="0">
                <a:solidFill>
                  <a:schemeClr val="accent4">
                    <a:lumMod val="50000"/>
                  </a:schemeClr>
                </a:solidFill>
                <a:latin typeface="+mj-lt"/>
                <a:cs typeface="Lato"/>
              </a:rPr>
              <a:t> </a:t>
            </a:r>
            <a:r>
              <a:rPr lang="en-US" sz="1600" spc="-10" dirty="0">
                <a:solidFill>
                  <a:schemeClr val="accent4">
                    <a:lumMod val="50000"/>
                  </a:schemeClr>
                </a:solidFill>
                <a:latin typeface="+mj-lt"/>
                <a:cs typeface="Lato"/>
              </a:rPr>
              <a:t>performance</a:t>
            </a:r>
            <a:r>
              <a:rPr lang="en-US" sz="1600" spc="-50" dirty="0">
                <a:solidFill>
                  <a:schemeClr val="accent4">
                    <a:lumMod val="50000"/>
                  </a:schemeClr>
                </a:solidFill>
                <a:latin typeface="+mj-lt"/>
                <a:cs typeface="Lato"/>
              </a:rPr>
              <a:t>  </a:t>
            </a:r>
            <a:r>
              <a:rPr lang="en-US" sz="1600" spc="-20" dirty="0">
                <a:solidFill>
                  <a:schemeClr val="accent4">
                    <a:lumMod val="50000"/>
                  </a:schemeClr>
                </a:solidFill>
                <a:latin typeface="+mj-lt"/>
                <a:cs typeface="Lato"/>
              </a:rPr>
              <a:t>data</a:t>
            </a:r>
          </a:p>
        </p:txBody>
      </p:sp>
      <p:sp>
        <p:nvSpPr>
          <p:cNvPr id="20" name="object 20"/>
          <p:cNvSpPr txBox="1"/>
          <p:nvPr/>
        </p:nvSpPr>
        <p:spPr>
          <a:xfrm>
            <a:off x="1393031" y="2222119"/>
            <a:ext cx="5951746" cy="1346651"/>
          </a:xfrm>
          <a:prstGeom prst="rect">
            <a:avLst/>
          </a:prstGeom>
        </p:spPr>
        <p:txBody>
          <a:bodyPr vert="horz" wrap="square" lIns="0" tIns="59690" rIns="0" bIns="0" rtlCol="0">
            <a:spAutoFit/>
          </a:bodyPr>
          <a:lstStyle/>
          <a:p>
            <a:pPr marL="630555" algn="l">
              <a:lnSpc>
                <a:spcPct val="100000"/>
              </a:lnSpc>
            </a:pPr>
            <a:r>
              <a:rPr sz="1600" b="1" spc="-60" dirty="0">
                <a:solidFill>
                  <a:schemeClr val="accent4">
                    <a:lumMod val="50000"/>
                  </a:schemeClr>
                </a:solidFill>
                <a:latin typeface="+mj-lt"/>
                <a:cs typeface="Arial"/>
              </a:rPr>
              <a:t>Tickets</a:t>
            </a:r>
            <a:r>
              <a:rPr sz="1600" b="1" spc="-85" dirty="0">
                <a:solidFill>
                  <a:schemeClr val="accent4">
                    <a:lumMod val="50000"/>
                  </a:schemeClr>
                </a:solidFill>
                <a:latin typeface="+mj-lt"/>
                <a:cs typeface="Arial"/>
              </a:rPr>
              <a:t> </a:t>
            </a:r>
            <a:r>
              <a:rPr sz="1600" b="1" spc="-10" dirty="0">
                <a:solidFill>
                  <a:schemeClr val="accent4">
                    <a:lumMod val="50000"/>
                  </a:schemeClr>
                </a:solidFill>
                <a:latin typeface="+mj-lt"/>
                <a:cs typeface="Arial"/>
              </a:rPr>
              <a:t>Dataset</a:t>
            </a:r>
            <a:r>
              <a:rPr lang="en-IN" sz="1600" b="1" spc="-10" dirty="0">
                <a:solidFill>
                  <a:schemeClr val="accent4">
                    <a:lumMod val="50000"/>
                  </a:schemeClr>
                </a:solidFill>
                <a:latin typeface="+mj-lt"/>
                <a:cs typeface="Arial"/>
              </a:rPr>
              <a:t>:-</a:t>
            </a:r>
            <a:endParaRPr sz="1600" b="1" dirty="0">
              <a:solidFill>
                <a:schemeClr val="accent4">
                  <a:lumMod val="50000"/>
                </a:schemeClr>
              </a:solidFill>
              <a:latin typeface="+mj-lt"/>
              <a:cs typeface="Arial"/>
            </a:endParaRPr>
          </a:p>
          <a:p>
            <a:pPr marL="916305" marR="2012314" indent="-285750">
              <a:lnSpc>
                <a:spcPct val="104200"/>
              </a:lnSpc>
              <a:spcBef>
                <a:spcPts val="130"/>
              </a:spcBef>
              <a:buFont typeface="Arial" panose="020B0604020202020204" pitchFamily="34" charset="0"/>
              <a:buChar char="•"/>
            </a:pPr>
            <a:r>
              <a:rPr sz="1600" spc="-10" dirty="0">
                <a:solidFill>
                  <a:schemeClr val="accent4">
                    <a:lumMod val="50000"/>
                  </a:schemeClr>
                </a:solidFill>
                <a:latin typeface="+mj-lt"/>
                <a:cs typeface="Lato"/>
              </a:rPr>
              <a:t>97,498</a:t>
            </a:r>
            <a:r>
              <a:rPr sz="1600" spc="-65" dirty="0">
                <a:solidFill>
                  <a:schemeClr val="accent4">
                    <a:lumMod val="50000"/>
                  </a:schemeClr>
                </a:solidFill>
                <a:latin typeface="+mj-lt"/>
                <a:cs typeface="Lato"/>
              </a:rPr>
              <a:t> </a:t>
            </a:r>
            <a:r>
              <a:rPr sz="1600" dirty="0">
                <a:solidFill>
                  <a:schemeClr val="accent4">
                    <a:lumMod val="50000"/>
                  </a:schemeClr>
                </a:solidFill>
                <a:latin typeface="+mj-lt"/>
                <a:cs typeface="Lato"/>
              </a:rPr>
              <a:t>records</a:t>
            </a:r>
            <a:r>
              <a:rPr sz="1600" spc="-65" dirty="0">
                <a:solidFill>
                  <a:schemeClr val="accent4">
                    <a:lumMod val="50000"/>
                  </a:schemeClr>
                </a:solidFill>
                <a:latin typeface="+mj-lt"/>
                <a:cs typeface="Lato"/>
              </a:rPr>
              <a:t> </a:t>
            </a:r>
            <a:r>
              <a:rPr sz="1600" dirty="0">
                <a:solidFill>
                  <a:schemeClr val="accent4">
                    <a:lumMod val="50000"/>
                  </a:schemeClr>
                </a:solidFill>
                <a:latin typeface="+mj-lt"/>
                <a:cs typeface="Lato"/>
              </a:rPr>
              <a:t>with</a:t>
            </a:r>
            <a:r>
              <a:rPr sz="1600" spc="-65" dirty="0">
                <a:solidFill>
                  <a:schemeClr val="accent4">
                    <a:lumMod val="50000"/>
                  </a:schemeClr>
                </a:solidFill>
                <a:latin typeface="+mj-lt"/>
                <a:cs typeface="Lato"/>
              </a:rPr>
              <a:t> </a:t>
            </a:r>
            <a:r>
              <a:rPr sz="1600" spc="-10" dirty="0">
                <a:solidFill>
                  <a:schemeClr val="accent4">
                    <a:lumMod val="50000"/>
                  </a:schemeClr>
                </a:solidFill>
                <a:latin typeface="+mj-lt"/>
                <a:cs typeface="Lato"/>
              </a:rPr>
              <a:t>complete</a:t>
            </a:r>
            <a:r>
              <a:rPr sz="1600" spc="-60" dirty="0">
                <a:solidFill>
                  <a:schemeClr val="accent4">
                    <a:lumMod val="50000"/>
                  </a:schemeClr>
                </a:solidFill>
                <a:latin typeface="+mj-lt"/>
                <a:cs typeface="Lato"/>
              </a:rPr>
              <a:t> </a:t>
            </a:r>
            <a:r>
              <a:rPr sz="1600" dirty="0">
                <a:solidFill>
                  <a:schemeClr val="accent4">
                    <a:lumMod val="50000"/>
                  </a:schemeClr>
                </a:solidFill>
                <a:latin typeface="+mj-lt"/>
                <a:cs typeface="Lato"/>
              </a:rPr>
              <a:t>ticket</a:t>
            </a:r>
            <a:r>
              <a:rPr sz="1600" spc="-65" dirty="0">
                <a:solidFill>
                  <a:schemeClr val="accent4">
                    <a:lumMod val="50000"/>
                  </a:schemeClr>
                </a:solidFill>
                <a:latin typeface="+mj-lt"/>
                <a:cs typeface="Lato"/>
              </a:rPr>
              <a:t> </a:t>
            </a:r>
            <a:r>
              <a:rPr sz="1600" spc="-10" dirty="0">
                <a:solidFill>
                  <a:schemeClr val="accent4">
                    <a:lumMod val="50000"/>
                  </a:schemeClr>
                </a:solidFill>
                <a:latin typeface="+mj-lt"/>
                <a:cs typeface="Lato"/>
              </a:rPr>
              <a:t>meta</a:t>
            </a:r>
            <a:r>
              <a:rPr lang="en-IN" sz="1600" spc="-10" dirty="0">
                <a:solidFill>
                  <a:schemeClr val="accent4">
                    <a:lumMod val="50000"/>
                  </a:schemeClr>
                </a:solidFill>
                <a:latin typeface="+mj-lt"/>
                <a:cs typeface="Lato"/>
              </a:rPr>
              <a:t> </a:t>
            </a:r>
            <a:r>
              <a:rPr sz="1600" spc="-10" dirty="0">
                <a:solidFill>
                  <a:schemeClr val="accent4">
                    <a:lumMod val="50000"/>
                  </a:schemeClr>
                </a:solidFill>
                <a:latin typeface="+mj-lt"/>
                <a:cs typeface="Lato"/>
              </a:rPr>
              <a:t>data</a:t>
            </a:r>
            <a:r>
              <a:rPr lang="en-IN" sz="1600" spc="-10" dirty="0">
                <a:solidFill>
                  <a:schemeClr val="accent4">
                    <a:lumMod val="50000"/>
                  </a:schemeClr>
                </a:solidFill>
                <a:latin typeface="+mj-lt"/>
                <a:cs typeface="Lato"/>
              </a:rPr>
              <a:t>.</a:t>
            </a:r>
          </a:p>
          <a:p>
            <a:pPr marL="916305" marR="2012314" indent="-285750">
              <a:lnSpc>
                <a:spcPct val="104200"/>
              </a:lnSpc>
              <a:spcBef>
                <a:spcPts val="130"/>
              </a:spcBef>
              <a:buFont typeface="Arial" panose="020B0604020202020204" pitchFamily="34" charset="0"/>
              <a:buChar char="•"/>
            </a:pPr>
            <a:r>
              <a:rPr sz="1600" spc="-10" dirty="0">
                <a:solidFill>
                  <a:schemeClr val="accent4">
                    <a:lumMod val="50000"/>
                  </a:schemeClr>
                </a:solidFill>
                <a:latin typeface="+mj-lt"/>
                <a:cs typeface="Lato"/>
              </a:rPr>
              <a:t>Source:</a:t>
            </a:r>
            <a:r>
              <a:rPr sz="1600" spc="-35" dirty="0">
                <a:solidFill>
                  <a:schemeClr val="accent4">
                    <a:lumMod val="50000"/>
                  </a:schemeClr>
                </a:solidFill>
                <a:latin typeface="+mj-lt"/>
                <a:cs typeface="Lato"/>
              </a:rPr>
              <a:t> </a:t>
            </a:r>
            <a:r>
              <a:rPr sz="1600" dirty="0">
                <a:solidFill>
                  <a:schemeClr val="accent4">
                    <a:lumMod val="50000"/>
                  </a:schemeClr>
                </a:solidFill>
                <a:latin typeface="+mj-lt"/>
                <a:cs typeface="Lato"/>
              </a:rPr>
              <a:t>Internal</a:t>
            </a:r>
            <a:r>
              <a:rPr sz="1600" spc="-35" dirty="0">
                <a:solidFill>
                  <a:schemeClr val="accent4">
                    <a:lumMod val="50000"/>
                  </a:schemeClr>
                </a:solidFill>
                <a:latin typeface="+mj-lt"/>
                <a:cs typeface="Lato"/>
              </a:rPr>
              <a:t> </a:t>
            </a:r>
            <a:r>
              <a:rPr sz="1600" dirty="0">
                <a:solidFill>
                  <a:schemeClr val="accent4">
                    <a:lumMod val="50000"/>
                  </a:schemeClr>
                </a:solidFill>
                <a:latin typeface="+mj-lt"/>
                <a:cs typeface="Lato"/>
              </a:rPr>
              <a:t>IT</a:t>
            </a:r>
            <a:r>
              <a:rPr sz="1600" spc="-30" dirty="0">
                <a:solidFill>
                  <a:schemeClr val="accent4">
                    <a:lumMod val="50000"/>
                  </a:schemeClr>
                </a:solidFill>
                <a:latin typeface="+mj-lt"/>
                <a:cs typeface="Lato"/>
              </a:rPr>
              <a:t> </a:t>
            </a:r>
            <a:r>
              <a:rPr sz="1600" spc="-10" dirty="0">
                <a:solidFill>
                  <a:schemeClr val="accent4">
                    <a:lumMod val="50000"/>
                  </a:schemeClr>
                </a:solidFill>
                <a:latin typeface="+mj-lt"/>
                <a:cs typeface="Lato"/>
              </a:rPr>
              <a:t>Management</a:t>
            </a:r>
            <a:r>
              <a:rPr sz="1600" spc="-35" dirty="0">
                <a:solidFill>
                  <a:schemeClr val="accent4">
                    <a:lumMod val="50000"/>
                  </a:schemeClr>
                </a:solidFill>
                <a:latin typeface="+mj-lt"/>
                <a:cs typeface="Lato"/>
              </a:rPr>
              <a:t> </a:t>
            </a:r>
            <a:r>
              <a:rPr sz="1600" spc="-10" dirty="0">
                <a:solidFill>
                  <a:schemeClr val="accent4">
                    <a:lumMod val="50000"/>
                  </a:schemeClr>
                </a:solidFill>
                <a:latin typeface="+mj-lt"/>
                <a:cs typeface="Lato"/>
              </a:rPr>
              <a:t>System</a:t>
            </a:r>
            <a:endParaRPr sz="1600" dirty="0">
              <a:solidFill>
                <a:schemeClr val="accent4">
                  <a:lumMod val="50000"/>
                </a:schemeClr>
              </a:solidFill>
              <a:latin typeface="+mj-lt"/>
              <a:cs typeface="Lato"/>
            </a:endParaRPr>
          </a:p>
        </p:txBody>
      </p:sp>
      <p:sp>
        <p:nvSpPr>
          <p:cNvPr id="2" name="object 2"/>
          <p:cNvSpPr txBox="1"/>
          <p:nvPr/>
        </p:nvSpPr>
        <p:spPr>
          <a:xfrm>
            <a:off x="232417" y="183210"/>
            <a:ext cx="5721351" cy="489621"/>
          </a:xfrm>
          <a:prstGeom prst="rect">
            <a:avLst/>
          </a:prstGeom>
        </p:spPr>
        <p:txBody>
          <a:bodyPr vert="horz" wrap="square" lIns="0" tIns="4445" rIns="0" bIns="0" rtlCol="0">
            <a:spAutoFit/>
          </a:bodyPr>
          <a:lstStyle/>
          <a:p>
            <a:pPr marL="12700" marR="5080" algn="ctr">
              <a:lnSpc>
                <a:spcPct val="101899"/>
              </a:lnSpc>
              <a:spcBef>
                <a:spcPts val="35"/>
              </a:spcBef>
            </a:pPr>
            <a:r>
              <a:rPr lang="en-IN" sz="3200" b="1" dirty="0">
                <a:solidFill>
                  <a:schemeClr val="accent4">
                    <a:lumMod val="50000"/>
                  </a:schemeClr>
                </a:solidFill>
                <a:latin typeface="+mj-lt"/>
                <a:cs typeface="Calibri"/>
              </a:rPr>
              <a:t>Acknowledgements &amp; References</a:t>
            </a:r>
            <a:endParaRPr lang="en-IN" sz="3200" dirty="0">
              <a:solidFill>
                <a:schemeClr val="accent4">
                  <a:lumMod val="50000"/>
                </a:schemeClr>
              </a:solidFill>
              <a:latin typeface="+mj-lt"/>
              <a:cs typeface="Calibri"/>
            </a:endParaRPr>
          </a:p>
        </p:txBody>
      </p:sp>
      <p:sp>
        <p:nvSpPr>
          <p:cNvPr id="3" name="object 3"/>
          <p:cNvSpPr/>
          <p:nvPr/>
        </p:nvSpPr>
        <p:spPr>
          <a:xfrm>
            <a:off x="232417" y="712187"/>
            <a:ext cx="57240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a:ln>
            <a:solidFill>
              <a:schemeClr val="accent4">
                <a:lumMod val="50000"/>
              </a:schemeClr>
            </a:solidFill>
          </a:ln>
        </p:spPr>
        <p:txBody>
          <a:bodyPr wrap="square" lIns="0" tIns="0" rIns="0" bIns="0" rtlCol="0"/>
          <a:lstStyle/>
          <a:p>
            <a:endParaRPr lang="en-IN" dirty="0">
              <a:solidFill>
                <a:schemeClr val="accent4">
                  <a:lumMod val="50000"/>
                </a:schemeClr>
              </a:solidFill>
              <a:latin typeface="+mj-lt"/>
            </a:endParaRPr>
          </a:p>
        </p:txBody>
      </p:sp>
      <p:grpSp>
        <p:nvGrpSpPr>
          <p:cNvPr id="10" name="object 10"/>
          <p:cNvGrpSpPr/>
          <p:nvPr/>
        </p:nvGrpSpPr>
        <p:grpSpPr>
          <a:xfrm>
            <a:off x="6221573" y="2256631"/>
            <a:ext cx="5132228" cy="2680812"/>
            <a:chOff x="6095999" y="876300"/>
            <a:chExt cx="5715000" cy="2343150"/>
          </a:xfrm>
          <a:solidFill>
            <a:schemeClr val="accent4">
              <a:lumMod val="20000"/>
              <a:lumOff val="80000"/>
            </a:schemeClr>
          </a:solidFill>
        </p:grpSpPr>
        <p:sp>
          <p:nvSpPr>
            <p:cNvPr id="11" name="object 11"/>
            <p:cNvSpPr/>
            <p:nvPr/>
          </p:nvSpPr>
          <p:spPr>
            <a:xfrm>
              <a:off x="6095999" y="876300"/>
              <a:ext cx="5715000" cy="2343150"/>
            </a:xfrm>
            <a:custGeom>
              <a:avLst/>
              <a:gdLst/>
              <a:ahLst/>
              <a:cxnLst/>
              <a:rect l="l" t="t" r="r" b="b"/>
              <a:pathLst>
                <a:path w="5715000" h="2343150">
                  <a:moveTo>
                    <a:pt x="5676899" y="2343149"/>
                  </a:moveTo>
                  <a:lnTo>
                    <a:pt x="38099" y="2343149"/>
                  </a:lnTo>
                  <a:lnTo>
                    <a:pt x="30497" y="2342452"/>
                  </a:lnTo>
                  <a:lnTo>
                    <a:pt x="697" y="2312651"/>
                  </a:lnTo>
                  <a:lnTo>
                    <a:pt x="0" y="2305049"/>
                  </a:lnTo>
                  <a:lnTo>
                    <a:pt x="0" y="38099"/>
                  </a:lnTo>
                  <a:lnTo>
                    <a:pt x="23473" y="2789"/>
                  </a:lnTo>
                  <a:lnTo>
                    <a:pt x="38099" y="0"/>
                  </a:lnTo>
                  <a:lnTo>
                    <a:pt x="5676899" y="0"/>
                  </a:lnTo>
                  <a:lnTo>
                    <a:pt x="5712209" y="23474"/>
                  </a:lnTo>
                  <a:lnTo>
                    <a:pt x="5714999" y="38099"/>
                  </a:lnTo>
                  <a:lnTo>
                    <a:pt x="5714999" y="2305049"/>
                  </a:lnTo>
                  <a:lnTo>
                    <a:pt x="5691525" y="2340359"/>
                  </a:lnTo>
                  <a:lnTo>
                    <a:pt x="5676899" y="2343149"/>
                  </a:lnTo>
                  <a:close/>
                </a:path>
              </a:pathLst>
            </a:custGeom>
            <a:grpFill/>
            <a:ln>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sp>
          <p:nvSpPr>
            <p:cNvPr id="12" name="object 12"/>
            <p:cNvSpPr/>
            <p:nvPr/>
          </p:nvSpPr>
          <p:spPr>
            <a:xfrm>
              <a:off x="6095999" y="876300"/>
              <a:ext cx="5715000" cy="2343150"/>
            </a:xfrm>
            <a:custGeom>
              <a:avLst/>
              <a:gdLst/>
              <a:ahLst/>
              <a:cxnLst/>
              <a:rect l="l" t="t" r="r" b="b"/>
              <a:pathLst>
                <a:path w="5715000" h="2343150">
                  <a:moveTo>
                    <a:pt x="5676899" y="2343149"/>
                  </a:moveTo>
                  <a:lnTo>
                    <a:pt x="38099" y="2343149"/>
                  </a:lnTo>
                  <a:lnTo>
                    <a:pt x="30497" y="2342452"/>
                  </a:lnTo>
                  <a:lnTo>
                    <a:pt x="697" y="2312651"/>
                  </a:lnTo>
                  <a:lnTo>
                    <a:pt x="0" y="2305049"/>
                  </a:lnTo>
                  <a:lnTo>
                    <a:pt x="0" y="38099"/>
                  </a:lnTo>
                  <a:lnTo>
                    <a:pt x="681" y="30665"/>
                  </a:lnTo>
                  <a:lnTo>
                    <a:pt x="697" y="30498"/>
                  </a:lnTo>
                  <a:lnTo>
                    <a:pt x="2732" y="23663"/>
                  </a:lnTo>
                  <a:lnTo>
                    <a:pt x="2789" y="23474"/>
                  </a:lnTo>
                  <a:lnTo>
                    <a:pt x="6276" y="17027"/>
                  </a:lnTo>
                  <a:lnTo>
                    <a:pt x="38099" y="0"/>
                  </a:lnTo>
                  <a:lnTo>
                    <a:pt x="5676899" y="0"/>
                  </a:lnTo>
                  <a:lnTo>
                    <a:pt x="5684501" y="697"/>
                  </a:lnTo>
                  <a:lnTo>
                    <a:pt x="5691525" y="2789"/>
                  </a:lnTo>
                  <a:lnTo>
                    <a:pt x="5697971" y="6277"/>
                  </a:lnTo>
                  <a:lnTo>
                    <a:pt x="5701876" y="9524"/>
                  </a:lnTo>
                  <a:lnTo>
                    <a:pt x="34309" y="9524"/>
                  </a:lnTo>
                  <a:lnTo>
                    <a:pt x="30664" y="10249"/>
                  </a:lnTo>
                  <a:lnTo>
                    <a:pt x="23662" y="13150"/>
                  </a:lnTo>
                  <a:lnTo>
                    <a:pt x="20572" y="15214"/>
                  </a:lnTo>
                  <a:lnTo>
                    <a:pt x="15213" y="20573"/>
                  </a:lnTo>
                  <a:lnTo>
                    <a:pt x="13275" y="23474"/>
                  </a:lnTo>
                  <a:lnTo>
                    <a:pt x="13148" y="23663"/>
                  </a:lnTo>
                  <a:lnTo>
                    <a:pt x="10318" y="30498"/>
                  </a:lnTo>
                  <a:lnTo>
                    <a:pt x="10249" y="30665"/>
                  </a:lnTo>
                  <a:lnTo>
                    <a:pt x="9524" y="34310"/>
                  </a:lnTo>
                  <a:lnTo>
                    <a:pt x="9524" y="2308838"/>
                  </a:lnTo>
                  <a:lnTo>
                    <a:pt x="10249" y="2312483"/>
                  </a:lnTo>
                  <a:lnTo>
                    <a:pt x="34309" y="2333624"/>
                  </a:lnTo>
                  <a:lnTo>
                    <a:pt x="5701876" y="2333624"/>
                  </a:lnTo>
                  <a:lnTo>
                    <a:pt x="5697971" y="2336872"/>
                  </a:lnTo>
                  <a:lnTo>
                    <a:pt x="5691525" y="2340360"/>
                  </a:lnTo>
                  <a:lnTo>
                    <a:pt x="5684501" y="2342452"/>
                  </a:lnTo>
                  <a:lnTo>
                    <a:pt x="5676899" y="2343149"/>
                  </a:lnTo>
                  <a:close/>
                </a:path>
                <a:path w="5715000" h="2343150">
                  <a:moveTo>
                    <a:pt x="5701876" y="2333624"/>
                  </a:moveTo>
                  <a:lnTo>
                    <a:pt x="5680687" y="2333624"/>
                  </a:lnTo>
                  <a:lnTo>
                    <a:pt x="5684332" y="2332899"/>
                  </a:lnTo>
                  <a:lnTo>
                    <a:pt x="5691334" y="2329999"/>
                  </a:lnTo>
                  <a:lnTo>
                    <a:pt x="5705472" y="2308838"/>
                  </a:lnTo>
                  <a:lnTo>
                    <a:pt x="5705472" y="34310"/>
                  </a:lnTo>
                  <a:lnTo>
                    <a:pt x="5680687" y="9524"/>
                  </a:lnTo>
                  <a:lnTo>
                    <a:pt x="5701876" y="9524"/>
                  </a:lnTo>
                  <a:lnTo>
                    <a:pt x="5714999" y="2305049"/>
                  </a:lnTo>
                  <a:lnTo>
                    <a:pt x="5714317" y="2312483"/>
                  </a:lnTo>
                  <a:lnTo>
                    <a:pt x="5714302" y="2312651"/>
                  </a:lnTo>
                  <a:lnTo>
                    <a:pt x="5712266" y="2319485"/>
                  </a:lnTo>
                  <a:lnTo>
                    <a:pt x="5712209" y="2319675"/>
                  </a:lnTo>
                  <a:lnTo>
                    <a:pt x="5708722" y="2326121"/>
                  </a:lnTo>
                  <a:lnTo>
                    <a:pt x="5703840" y="2331990"/>
                  </a:lnTo>
                  <a:lnTo>
                    <a:pt x="5701876" y="2333624"/>
                  </a:lnTo>
                  <a:close/>
                </a:path>
              </a:pathLst>
            </a:custGeom>
            <a:grpFill/>
            <a:ln>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grpSp>
      <p:sp>
        <p:nvSpPr>
          <p:cNvPr id="13" name="object 13"/>
          <p:cNvSpPr txBox="1">
            <a:spLocks noGrp="1"/>
          </p:cNvSpPr>
          <p:nvPr>
            <p:ph type="title"/>
          </p:nvPr>
        </p:nvSpPr>
        <p:spPr>
          <a:xfrm>
            <a:off x="6221573" y="1700402"/>
            <a:ext cx="1963668" cy="289823"/>
          </a:xfrm>
          <a:prstGeom prst="rect">
            <a:avLst/>
          </a:prstGeom>
        </p:spPr>
        <p:txBody>
          <a:bodyPr vert="horz" wrap="square" lIns="0" tIns="12700" rIns="0" bIns="0" rtlCol="0">
            <a:spAutoFit/>
          </a:bodyPr>
          <a:lstStyle/>
          <a:p>
            <a:pPr marL="12700">
              <a:lnSpc>
                <a:spcPct val="100000"/>
              </a:lnSpc>
              <a:spcBef>
                <a:spcPts val="100"/>
              </a:spcBef>
            </a:pPr>
            <a:r>
              <a:rPr lang="en-IN" sz="1800" dirty="0">
                <a:solidFill>
                  <a:schemeClr val="accent4">
                    <a:lumMod val="50000"/>
                  </a:schemeClr>
                </a:solidFill>
                <a:latin typeface="+mj-lt"/>
              </a:rPr>
              <a:t>Tools  Used</a:t>
            </a:r>
          </a:p>
        </p:txBody>
      </p:sp>
      <p:sp>
        <p:nvSpPr>
          <p:cNvPr id="14" name="object 14"/>
          <p:cNvSpPr/>
          <p:nvPr/>
        </p:nvSpPr>
        <p:spPr>
          <a:xfrm>
            <a:off x="6337056" y="2482681"/>
            <a:ext cx="357505" cy="1974688"/>
          </a:xfrm>
          <a:custGeom>
            <a:avLst/>
            <a:gdLst/>
            <a:ahLst/>
            <a:cxnLst/>
            <a:rect l="l" t="t" r="r" b="b"/>
            <a:pathLst>
              <a:path w="357504" h="1885950">
                <a:moveTo>
                  <a:pt x="98272" y="1680527"/>
                </a:moveTo>
                <a:lnTo>
                  <a:pt x="96964" y="1673809"/>
                </a:lnTo>
                <a:lnTo>
                  <a:pt x="93040" y="1667891"/>
                </a:lnTo>
                <a:lnTo>
                  <a:pt x="87134" y="1663966"/>
                </a:lnTo>
                <a:lnTo>
                  <a:pt x="80403" y="1662658"/>
                </a:lnTo>
                <a:lnTo>
                  <a:pt x="73672" y="1663966"/>
                </a:lnTo>
                <a:lnTo>
                  <a:pt x="67754" y="1667891"/>
                </a:lnTo>
                <a:lnTo>
                  <a:pt x="5257" y="1730400"/>
                </a:lnTo>
                <a:lnTo>
                  <a:pt x="1333" y="1736318"/>
                </a:lnTo>
                <a:lnTo>
                  <a:pt x="25" y="1743036"/>
                </a:lnTo>
                <a:lnTo>
                  <a:pt x="1333" y="1749767"/>
                </a:lnTo>
                <a:lnTo>
                  <a:pt x="5257" y="1755686"/>
                </a:lnTo>
                <a:lnTo>
                  <a:pt x="67754" y="1818195"/>
                </a:lnTo>
                <a:lnTo>
                  <a:pt x="73672" y="1822119"/>
                </a:lnTo>
                <a:lnTo>
                  <a:pt x="80403" y="1823427"/>
                </a:lnTo>
                <a:lnTo>
                  <a:pt x="87134" y="1822119"/>
                </a:lnTo>
                <a:lnTo>
                  <a:pt x="93040" y="1818195"/>
                </a:lnTo>
                <a:lnTo>
                  <a:pt x="96964" y="1812277"/>
                </a:lnTo>
                <a:lnTo>
                  <a:pt x="98272" y="1805546"/>
                </a:lnTo>
                <a:lnTo>
                  <a:pt x="96964" y="1798815"/>
                </a:lnTo>
                <a:lnTo>
                  <a:pt x="93040" y="1792909"/>
                </a:lnTo>
                <a:lnTo>
                  <a:pt x="43180" y="1743036"/>
                </a:lnTo>
                <a:lnTo>
                  <a:pt x="93040" y="1693176"/>
                </a:lnTo>
                <a:lnTo>
                  <a:pt x="96964" y="1687258"/>
                </a:lnTo>
                <a:lnTo>
                  <a:pt x="98272" y="1680527"/>
                </a:lnTo>
                <a:close/>
              </a:path>
              <a:path w="357504" h="1885950">
                <a:moveTo>
                  <a:pt x="178600" y="1181925"/>
                </a:moveTo>
                <a:lnTo>
                  <a:pt x="170624" y="1173949"/>
                </a:lnTo>
                <a:lnTo>
                  <a:pt x="79425" y="1173949"/>
                </a:lnTo>
                <a:lnTo>
                  <a:pt x="71437" y="1181925"/>
                </a:lnTo>
                <a:lnTo>
                  <a:pt x="71437" y="1201686"/>
                </a:lnTo>
                <a:lnTo>
                  <a:pt x="79425" y="1209675"/>
                </a:lnTo>
                <a:lnTo>
                  <a:pt x="170624" y="1209675"/>
                </a:lnTo>
                <a:lnTo>
                  <a:pt x="178600" y="1201686"/>
                </a:lnTo>
                <a:lnTo>
                  <a:pt x="178600" y="1181925"/>
                </a:lnTo>
                <a:close/>
              </a:path>
              <a:path w="357504" h="1885950">
                <a:moveTo>
                  <a:pt x="214312" y="1128356"/>
                </a:moveTo>
                <a:lnTo>
                  <a:pt x="206336" y="1120368"/>
                </a:lnTo>
                <a:lnTo>
                  <a:pt x="79425" y="1120368"/>
                </a:lnTo>
                <a:lnTo>
                  <a:pt x="71437" y="1128356"/>
                </a:lnTo>
                <a:lnTo>
                  <a:pt x="71437" y="1148105"/>
                </a:lnTo>
                <a:lnTo>
                  <a:pt x="79425" y="1156093"/>
                </a:lnTo>
                <a:lnTo>
                  <a:pt x="206336" y="1156093"/>
                </a:lnTo>
                <a:lnTo>
                  <a:pt x="214312" y="1148105"/>
                </a:lnTo>
                <a:lnTo>
                  <a:pt x="214312" y="1128356"/>
                </a:lnTo>
                <a:close/>
              </a:path>
              <a:path w="357504" h="1885950">
                <a:moveTo>
                  <a:pt x="214312" y="89293"/>
                </a:moveTo>
                <a:lnTo>
                  <a:pt x="153619" y="89293"/>
                </a:lnTo>
                <a:lnTo>
                  <a:pt x="153619" y="234962"/>
                </a:lnTo>
                <a:lnTo>
                  <a:pt x="152196" y="243332"/>
                </a:lnTo>
                <a:lnTo>
                  <a:pt x="140030" y="251815"/>
                </a:lnTo>
                <a:lnTo>
                  <a:pt x="131724" y="250355"/>
                </a:lnTo>
                <a:lnTo>
                  <a:pt x="107162" y="215315"/>
                </a:lnTo>
                <a:lnTo>
                  <a:pt x="82664" y="250355"/>
                </a:lnTo>
                <a:lnTo>
                  <a:pt x="74295" y="251815"/>
                </a:lnTo>
                <a:lnTo>
                  <a:pt x="62230" y="243332"/>
                </a:lnTo>
                <a:lnTo>
                  <a:pt x="60731" y="234962"/>
                </a:lnTo>
                <a:lnTo>
                  <a:pt x="90805" y="191985"/>
                </a:lnTo>
                <a:lnTo>
                  <a:pt x="60667" y="148958"/>
                </a:lnTo>
                <a:lnTo>
                  <a:pt x="62204" y="140576"/>
                </a:lnTo>
                <a:lnTo>
                  <a:pt x="74282" y="132156"/>
                </a:lnTo>
                <a:lnTo>
                  <a:pt x="82283" y="133553"/>
                </a:lnTo>
                <a:lnTo>
                  <a:pt x="82562" y="133553"/>
                </a:lnTo>
                <a:lnTo>
                  <a:pt x="86804" y="139636"/>
                </a:lnTo>
                <a:lnTo>
                  <a:pt x="87566" y="140576"/>
                </a:lnTo>
                <a:lnTo>
                  <a:pt x="107162" y="168592"/>
                </a:lnTo>
                <a:lnTo>
                  <a:pt x="131660" y="133553"/>
                </a:lnTo>
                <a:lnTo>
                  <a:pt x="140030" y="132092"/>
                </a:lnTo>
                <a:lnTo>
                  <a:pt x="152095" y="140576"/>
                </a:lnTo>
                <a:lnTo>
                  <a:pt x="153593" y="148958"/>
                </a:lnTo>
                <a:lnTo>
                  <a:pt x="149352" y="154978"/>
                </a:lnTo>
                <a:lnTo>
                  <a:pt x="123520" y="191985"/>
                </a:lnTo>
                <a:lnTo>
                  <a:pt x="153619" y="234962"/>
                </a:lnTo>
                <a:lnTo>
                  <a:pt x="153619" y="89293"/>
                </a:lnTo>
                <a:lnTo>
                  <a:pt x="133007" y="89293"/>
                </a:lnTo>
                <a:lnTo>
                  <a:pt x="125018" y="81305"/>
                </a:lnTo>
                <a:lnTo>
                  <a:pt x="125018" y="0"/>
                </a:lnTo>
                <a:lnTo>
                  <a:pt x="35725" y="0"/>
                </a:lnTo>
                <a:lnTo>
                  <a:pt x="21831" y="2806"/>
                </a:lnTo>
                <a:lnTo>
                  <a:pt x="10477" y="10464"/>
                </a:lnTo>
                <a:lnTo>
                  <a:pt x="2819" y="21818"/>
                </a:lnTo>
                <a:lnTo>
                  <a:pt x="0" y="35712"/>
                </a:lnTo>
                <a:lnTo>
                  <a:pt x="76" y="250355"/>
                </a:lnTo>
                <a:lnTo>
                  <a:pt x="2819" y="263918"/>
                </a:lnTo>
                <a:lnTo>
                  <a:pt x="10477" y="275272"/>
                </a:lnTo>
                <a:lnTo>
                  <a:pt x="21831" y="282930"/>
                </a:lnTo>
                <a:lnTo>
                  <a:pt x="35725" y="285750"/>
                </a:lnTo>
                <a:lnTo>
                  <a:pt x="178600" y="285750"/>
                </a:lnTo>
                <a:lnTo>
                  <a:pt x="211505" y="263918"/>
                </a:lnTo>
                <a:lnTo>
                  <a:pt x="214312" y="132092"/>
                </a:lnTo>
                <a:lnTo>
                  <a:pt x="214312" y="89293"/>
                </a:lnTo>
                <a:close/>
              </a:path>
              <a:path w="357504" h="1885950">
                <a:moveTo>
                  <a:pt x="214312" y="71437"/>
                </a:moveTo>
                <a:lnTo>
                  <a:pt x="142875" y="0"/>
                </a:lnTo>
                <a:lnTo>
                  <a:pt x="142875" y="71437"/>
                </a:lnTo>
                <a:lnTo>
                  <a:pt x="214312" y="71437"/>
                </a:lnTo>
                <a:close/>
              </a:path>
              <a:path w="357504" h="1885950">
                <a:moveTo>
                  <a:pt x="232079" y="1615897"/>
                </a:moveTo>
                <a:lnTo>
                  <a:pt x="229946" y="1609382"/>
                </a:lnTo>
                <a:lnTo>
                  <a:pt x="225539" y="1604137"/>
                </a:lnTo>
                <a:lnTo>
                  <a:pt x="219227" y="1600860"/>
                </a:lnTo>
                <a:lnTo>
                  <a:pt x="212153" y="1600288"/>
                </a:lnTo>
                <a:lnTo>
                  <a:pt x="205651" y="1602422"/>
                </a:lnTo>
                <a:lnTo>
                  <a:pt x="200406" y="1606842"/>
                </a:lnTo>
                <a:lnTo>
                  <a:pt x="197129" y="1613141"/>
                </a:lnTo>
                <a:lnTo>
                  <a:pt x="125691" y="1863178"/>
                </a:lnTo>
                <a:lnTo>
                  <a:pt x="125120" y="1870240"/>
                </a:lnTo>
                <a:lnTo>
                  <a:pt x="127241" y="1876755"/>
                </a:lnTo>
                <a:lnTo>
                  <a:pt x="131660" y="1882000"/>
                </a:lnTo>
                <a:lnTo>
                  <a:pt x="137972" y="1885276"/>
                </a:lnTo>
                <a:lnTo>
                  <a:pt x="145046" y="1885848"/>
                </a:lnTo>
                <a:lnTo>
                  <a:pt x="151549" y="1883714"/>
                </a:lnTo>
                <a:lnTo>
                  <a:pt x="156794" y="1879307"/>
                </a:lnTo>
                <a:lnTo>
                  <a:pt x="160070" y="1872996"/>
                </a:lnTo>
                <a:lnTo>
                  <a:pt x="231508" y="1622971"/>
                </a:lnTo>
                <a:lnTo>
                  <a:pt x="232079" y="1615897"/>
                </a:lnTo>
                <a:close/>
              </a:path>
              <a:path w="357504" h="1885950">
                <a:moveTo>
                  <a:pt x="250037" y="1235506"/>
                </a:moveTo>
                <a:lnTo>
                  <a:pt x="242062" y="1227531"/>
                </a:lnTo>
                <a:lnTo>
                  <a:pt x="79425" y="1227531"/>
                </a:lnTo>
                <a:lnTo>
                  <a:pt x="71437" y="1235506"/>
                </a:lnTo>
                <a:lnTo>
                  <a:pt x="71437" y="1255268"/>
                </a:lnTo>
                <a:lnTo>
                  <a:pt x="79425" y="1263243"/>
                </a:lnTo>
                <a:lnTo>
                  <a:pt x="242062" y="1263243"/>
                </a:lnTo>
                <a:lnTo>
                  <a:pt x="250037" y="1255268"/>
                </a:lnTo>
                <a:lnTo>
                  <a:pt x="250037" y="1235506"/>
                </a:lnTo>
                <a:close/>
              </a:path>
              <a:path w="357504" h="1885950">
                <a:moveTo>
                  <a:pt x="285750" y="1306944"/>
                </a:moveTo>
                <a:lnTo>
                  <a:pt x="277774" y="1298968"/>
                </a:lnTo>
                <a:lnTo>
                  <a:pt x="39738" y="1298968"/>
                </a:lnTo>
                <a:lnTo>
                  <a:pt x="35725" y="1294942"/>
                </a:lnTo>
                <a:lnTo>
                  <a:pt x="35725" y="1092631"/>
                </a:lnTo>
                <a:lnTo>
                  <a:pt x="27749" y="1084656"/>
                </a:lnTo>
                <a:lnTo>
                  <a:pt x="7988" y="1084656"/>
                </a:lnTo>
                <a:lnTo>
                  <a:pt x="0" y="1092631"/>
                </a:lnTo>
                <a:lnTo>
                  <a:pt x="0" y="1290040"/>
                </a:lnTo>
                <a:lnTo>
                  <a:pt x="3517" y="1307414"/>
                </a:lnTo>
                <a:lnTo>
                  <a:pt x="13081" y="1321612"/>
                </a:lnTo>
                <a:lnTo>
                  <a:pt x="27266" y="1331175"/>
                </a:lnTo>
                <a:lnTo>
                  <a:pt x="44653" y="1334681"/>
                </a:lnTo>
                <a:lnTo>
                  <a:pt x="277774" y="1334681"/>
                </a:lnTo>
                <a:lnTo>
                  <a:pt x="285750" y="1326705"/>
                </a:lnTo>
                <a:lnTo>
                  <a:pt x="285750" y="1306944"/>
                </a:lnTo>
                <a:close/>
              </a:path>
              <a:path w="357504" h="1885950">
                <a:moveTo>
                  <a:pt x="285750" y="586968"/>
                </a:moveTo>
                <a:lnTo>
                  <a:pt x="282943" y="573074"/>
                </a:lnTo>
                <a:lnTo>
                  <a:pt x="275285" y="561721"/>
                </a:lnTo>
                <a:lnTo>
                  <a:pt x="263931" y="554062"/>
                </a:lnTo>
                <a:lnTo>
                  <a:pt x="250037" y="551256"/>
                </a:lnTo>
                <a:lnTo>
                  <a:pt x="250037" y="622693"/>
                </a:lnTo>
                <a:lnTo>
                  <a:pt x="250037" y="676275"/>
                </a:lnTo>
                <a:lnTo>
                  <a:pt x="250037" y="711987"/>
                </a:lnTo>
                <a:lnTo>
                  <a:pt x="250037" y="765568"/>
                </a:lnTo>
                <a:lnTo>
                  <a:pt x="160743" y="765568"/>
                </a:lnTo>
                <a:lnTo>
                  <a:pt x="160743" y="711987"/>
                </a:lnTo>
                <a:lnTo>
                  <a:pt x="250037" y="711987"/>
                </a:lnTo>
                <a:lnTo>
                  <a:pt x="250037" y="676275"/>
                </a:lnTo>
                <a:lnTo>
                  <a:pt x="160743" y="676275"/>
                </a:lnTo>
                <a:lnTo>
                  <a:pt x="160743" y="622693"/>
                </a:lnTo>
                <a:lnTo>
                  <a:pt x="250037" y="622693"/>
                </a:lnTo>
                <a:lnTo>
                  <a:pt x="250037" y="551256"/>
                </a:lnTo>
                <a:lnTo>
                  <a:pt x="125018" y="551256"/>
                </a:lnTo>
                <a:lnTo>
                  <a:pt x="125018" y="622693"/>
                </a:lnTo>
                <a:lnTo>
                  <a:pt x="125018" y="676275"/>
                </a:lnTo>
                <a:lnTo>
                  <a:pt x="125018" y="711987"/>
                </a:lnTo>
                <a:lnTo>
                  <a:pt x="125018" y="765568"/>
                </a:lnTo>
                <a:lnTo>
                  <a:pt x="35725" y="765568"/>
                </a:lnTo>
                <a:lnTo>
                  <a:pt x="35725" y="711987"/>
                </a:lnTo>
                <a:lnTo>
                  <a:pt x="125018" y="711987"/>
                </a:lnTo>
                <a:lnTo>
                  <a:pt x="125018" y="676275"/>
                </a:lnTo>
                <a:lnTo>
                  <a:pt x="35725" y="676275"/>
                </a:lnTo>
                <a:lnTo>
                  <a:pt x="35725" y="622693"/>
                </a:lnTo>
                <a:lnTo>
                  <a:pt x="125018" y="622693"/>
                </a:lnTo>
                <a:lnTo>
                  <a:pt x="125018" y="551256"/>
                </a:lnTo>
                <a:lnTo>
                  <a:pt x="35725" y="551256"/>
                </a:lnTo>
                <a:lnTo>
                  <a:pt x="21831" y="554062"/>
                </a:lnTo>
                <a:lnTo>
                  <a:pt x="10477" y="561721"/>
                </a:lnTo>
                <a:lnTo>
                  <a:pt x="2819" y="573074"/>
                </a:lnTo>
                <a:lnTo>
                  <a:pt x="0" y="586968"/>
                </a:lnTo>
                <a:lnTo>
                  <a:pt x="0" y="765568"/>
                </a:lnTo>
                <a:lnTo>
                  <a:pt x="2819" y="779462"/>
                </a:lnTo>
                <a:lnTo>
                  <a:pt x="10477" y="790816"/>
                </a:lnTo>
                <a:lnTo>
                  <a:pt x="21831" y="798474"/>
                </a:lnTo>
                <a:lnTo>
                  <a:pt x="35725" y="801281"/>
                </a:lnTo>
                <a:lnTo>
                  <a:pt x="250037" y="801281"/>
                </a:lnTo>
                <a:lnTo>
                  <a:pt x="263931" y="798474"/>
                </a:lnTo>
                <a:lnTo>
                  <a:pt x="275285" y="790816"/>
                </a:lnTo>
                <a:lnTo>
                  <a:pt x="282943" y="779462"/>
                </a:lnTo>
                <a:lnTo>
                  <a:pt x="285750" y="765568"/>
                </a:lnTo>
                <a:lnTo>
                  <a:pt x="285750" y="711987"/>
                </a:lnTo>
                <a:lnTo>
                  <a:pt x="285750" y="676275"/>
                </a:lnTo>
                <a:lnTo>
                  <a:pt x="285750" y="622693"/>
                </a:lnTo>
                <a:lnTo>
                  <a:pt x="285750" y="586968"/>
                </a:lnTo>
                <a:close/>
              </a:path>
              <a:path w="357504" h="1885950">
                <a:moveTo>
                  <a:pt x="357174" y="1743075"/>
                </a:moveTo>
                <a:lnTo>
                  <a:pt x="289356" y="1667891"/>
                </a:lnTo>
                <a:lnTo>
                  <a:pt x="276796" y="1662722"/>
                </a:lnTo>
                <a:lnTo>
                  <a:pt x="270065" y="1664030"/>
                </a:lnTo>
                <a:lnTo>
                  <a:pt x="264236" y="1667891"/>
                </a:lnTo>
                <a:lnTo>
                  <a:pt x="260286" y="1673809"/>
                </a:lnTo>
                <a:lnTo>
                  <a:pt x="258978" y="1680527"/>
                </a:lnTo>
                <a:lnTo>
                  <a:pt x="260286" y="1687258"/>
                </a:lnTo>
                <a:lnTo>
                  <a:pt x="264210" y="1693176"/>
                </a:lnTo>
                <a:lnTo>
                  <a:pt x="314058" y="1743075"/>
                </a:lnTo>
                <a:lnTo>
                  <a:pt x="264160" y="1792960"/>
                </a:lnTo>
                <a:lnTo>
                  <a:pt x="260235" y="1798878"/>
                </a:lnTo>
                <a:lnTo>
                  <a:pt x="258927" y="1805609"/>
                </a:lnTo>
                <a:lnTo>
                  <a:pt x="260235" y="1812328"/>
                </a:lnTo>
                <a:lnTo>
                  <a:pt x="264160" y="1818246"/>
                </a:lnTo>
                <a:lnTo>
                  <a:pt x="270065" y="1822170"/>
                </a:lnTo>
                <a:lnTo>
                  <a:pt x="276796" y="1823478"/>
                </a:lnTo>
                <a:lnTo>
                  <a:pt x="283527" y="1822170"/>
                </a:lnTo>
                <a:lnTo>
                  <a:pt x="289445" y="1818246"/>
                </a:lnTo>
                <a:lnTo>
                  <a:pt x="351942" y="1755736"/>
                </a:lnTo>
                <a:lnTo>
                  <a:pt x="355866" y="1749831"/>
                </a:lnTo>
                <a:lnTo>
                  <a:pt x="357174" y="1743075"/>
                </a:lnTo>
                <a:close/>
              </a:path>
            </a:pathLst>
          </a:custGeom>
          <a:solidFill>
            <a:schemeClr val="accent4">
              <a:lumMod val="50000"/>
            </a:schemeClr>
          </a:solidFill>
        </p:spPr>
        <p:txBody>
          <a:bodyPr wrap="square" lIns="0" tIns="0" rIns="0" bIns="0" rtlCol="0"/>
          <a:lstStyle/>
          <a:p>
            <a:endParaRPr sz="1600">
              <a:solidFill>
                <a:schemeClr val="accent4">
                  <a:lumMod val="50000"/>
                </a:schemeClr>
              </a:solidFill>
              <a:latin typeface="+mj-lt"/>
            </a:endParaRPr>
          </a:p>
        </p:txBody>
      </p:sp>
      <p:sp>
        <p:nvSpPr>
          <p:cNvPr id="15" name="object 15"/>
          <p:cNvSpPr txBox="1"/>
          <p:nvPr/>
        </p:nvSpPr>
        <p:spPr>
          <a:xfrm>
            <a:off x="6833417" y="2392156"/>
            <a:ext cx="4367983" cy="536044"/>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Microsoft Excel: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Primary platform for analysis &amp; dashboard creation</a:t>
            </a:r>
          </a:p>
        </p:txBody>
      </p:sp>
      <p:sp>
        <p:nvSpPr>
          <p:cNvPr id="19" name="object 19"/>
          <p:cNvSpPr txBox="1"/>
          <p:nvPr/>
        </p:nvSpPr>
        <p:spPr>
          <a:xfrm>
            <a:off x="1238392" y="1698414"/>
            <a:ext cx="2841689" cy="289823"/>
          </a:xfrm>
          <a:prstGeom prst="rect">
            <a:avLst/>
          </a:prstGeom>
        </p:spPr>
        <p:txBody>
          <a:bodyPr vert="horz" wrap="square" lIns="0" tIns="12700" rIns="0" bIns="0" rtlCol="0">
            <a:spAutoFit/>
          </a:bodyPr>
          <a:lstStyle/>
          <a:p>
            <a:pPr marL="12700">
              <a:lnSpc>
                <a:spcPct val="100000"/>
              </a:lnSpc>
              <a:spcBef>
                <a:spcPts val="100"/>
              </a:spcBef>
            </a:pPr>
            <a:r>
              <a:rPr lang="en-IN" b="1" dirty="0">
                <a:solidFill>
                  <a:schemeClr val="accent4">
                    <a:lumMod val="50000"/>
                  </a:schemeClr>
                </a:solidFill>
                <a:latin typeface="+mj-lt"/>
                <a:cs typeface="Calibri"/>
              </a:rPr>
              <a:t>Data  Sources</a:t>
            </a:r>
            <a:endParaRPr lang="en-IN" dirty="0">
              <a:solidFill>
                <a:schemeClr val="accent4">
                  <a:lumMod val="50000"/>
                </a:schemeClr>
              </a:solidFill>
              <a:latin typeface="+mj-lt"/>
              <a:cs typeface="Calibri"/>
            </a:endParaRPr>
          </a:p>
        </p:txBody>
      </p:sp>
      <p:sp>
        <p:nvSpPr>
          <p:cNvPr id="29" name="object 29"/>
          <p:cNvSpPr/>
          <p:nvPr/>
        </p:nvSpPr>
        <p:spPr>
          <a:xfrm>
            <a:off x="1238392" y="5506916"/>
            <a:ext cx="2790344" cy="814219"/>
          </a:xfrm>
          <a:custGeom>
            <a:avLst/>
            <a:gdLst/>
            <a:ahLst/>
            <a:cxnLst/>
            <a:rect l="l" t="t" r="r" b="b"/>
            <a:pathLst>
              <a:path w="5410200" h="647700">
                <a:moveTo>
                  <a:pt x="5410199" y="647699"/>
                </a:moveTo>
                <a:lnTo>
                  <a:pt x="0" y="647699"/>
                </a:lnTo>
                <a:lnTo>
                  <a:pt x="0" y="0"/>
                </a:lnTo>
                <a:lnTo>
                  <a:pt x="5410199" y="0"/>
                </a:lnTo>
                <a:lnTo>
                  <a:pt x="5410199" y="647699"/>
                </a:lnTo>
                <a:close/>
              </a:path>
            </a:pathLst>
          </a:custGeom>
          <a:solidFill>
            <a:schemeClr val="accent4">
              <a:lumMod val="20000"/>
              <a:lumOff val="80000"/>
            </a:schemeClr>
          </a:solidFill>
          <a:ln>
            <a:solidFill>
              <a:schemeClr val="accent4"/>
            </a:solidFill>
          </a:ln>
        </p:spPr>
        <p:txBody>
          <a:bodyPr wrap="square" lIns="0" tIns="0" rIns="0" bIns="0" rtlCol="0"/>
          <a:lstStyle/>
          <a:p>
            <a:endParaRPr>
              <a:solidFill>
                <a:schemeClr val="accent4">
                  <a:lumMod val="50000"/>
                </a:schemeClr>
              </a:solidFill>
              <a:latin typeface="+mj-lt"/>
            </a:endParaRPr>
          </a:p>
        </p:txBody>
      </p:sp>
      <p:sp>
        <p:nvSpPr>
          <p:cNvPr id="24" name="object 31">
            <a:extLst>
              <a:ext uri="{FF2B5EF4-FFF2-40B4-BE49-F238E27FC236}">
                <a16:creationId xmlns:a16="http://schemas.microsoft.com/office/drawing/2014/main" id="{F0C47F08-86AB-4F80-82A9-F346AA7F4FCB}"/>
              </a:ext>
            </a:extLst>
          </p:cNvPr>
          <p:cNvSpPr txBox="1">
            <a:spLocks/>
          </p:cNvSpPr>
          <p:nvPr/>
        </p:nvSpPr>
        <p:spPr>
          <a:xfrm>
            <a:off x="1741945" y="5480722"/>
            <a:ext cx="2702296" cy="695517"/>
          </a:xfrm>
          <a:prstGeom prst="rect">
            <a:avLst/>
          </a:prstGeom>
        </p:spPr>
        <p:txBody>
          <a:bodyPr vert="horz" wrap="square" lIns="0" tIns="201111" rIns="0" bIns="0" rtlCol="0">
            <a:spAutoFit/>
          </a:bodyPr>
          <a:lstStyle>
            <a:lvl1pPr marL="0">
              <a:defRPr sz="1050" b="1" i="0">
                <a:solidFill>
                  <a:schemeClr val="bg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5"/>
              </a:spcBef>
            </a:pPr>
            <a:r>
              <a:rPr lang="en-US" sz="1600" spc="-10" dirty="0">
                <a:solidFill>
                  <a:schemeClr val="accent4">
                    <a:lumMod val="50000"/>
                  </a:schemeClr>
                </a:solidFill>
                <a:latin typeface="+mj-lt"/>
                <a:cs typeface="Tahoma"/>
              </a:rPr>
              <a:t>Vijay Chandra Raj</a:t>
            </a:r>
          </a:p>
          <a:p>
            <a:pPr marL="12700">
              <a:spcBef>
                <a:spcPts val="5"/>
              </a:spcBef>
            </a:pPr>
            <a:r>
              <a:rPr lang="en-US" sz="1600" spc="-10" dirty="0">
                <a:solidFill>
                  <a:schemeClr val="accent4">
                    <a:lumMod val="50000"/>
                  </a:schemeClr>
                </a:solidFill>
                <a:latin typeface="+mj-lt"/>
                <a:cs typeface="Tahoma"/>
              </a:rPr>
              <a:t>for his </a:t>
            </a:r>
            <a:r>
              <a:rPr lang="en-IN" sz="1600" spc="-10" dirty="0">
                <a:solidFill>
                  <a:schemeClr val="accent4">
                    <a:lumMod val="50000"/>
                  </a:schemeClr>
                </a:solidFill>
                <a:latin typeface="+mj-lt"/>
                <a:cs typeface="Tahoma"/>
              </a:rPr>
              <a:t>Mentorship </a:t>
            </a:r>
            <a:endParaRPr lang="en-US" sz="1600" spc="-10" dirty="0">
              <a:solidFill>
                <a:schemeClr val="accent4">
                  <a:lumMod val="50000"/>
                </a:schemeClr>
              </a:solidFill>
              <a:latin typeface="+mj-lt"/>
              <a:cs typeface="Tahoma"/>
            </a:endParaRPr>
          </a:p>
        </p:txBody>
      </p:sp>
      <p:sp>
        <p:nvSpPr>
          <p:cNvPr id="33" name="object 31">
            <a:extLst>
              <a:ext uri="{FF2B5EF4-FFF2-40B4-BE49-F238E27FC236}">
                <a16:creationId xmlns:a16="http://schemas.microsoft.com/office/drawing/2014/main" id="{55E9585E-20DF-4A19-831A-650C35359CE7}"/>
              </a:ext>
            </a:extLst>
          </p:cNvPr>
          <p:cNvSpPr txBox="1">
            <a:spLocks/>
          </p:cNvSpPr>
          <p:nvPr/>
        </p:nvSpPr>
        <p:spPr>
          <a:xfrm>
            <a:off x="1262843" y="4908405"/>
            <a:ext cx="1618376" cy="480074"/>
          </a:xfrm>
          <a:prstGeom prst="rect">
            <a:avLst/>
          </a:prstGeom>
        </p:spPr>
        <p:txBody>
          <a:bodyPr vert="horz" wrap="square" lIns="0" tIns="201111" rIns="0" bIns="0" rtlCol="0">
            <a:spAutoFit/>
          </a:bodyPr>
          <a:lstStyle>
            <a:lvl1pPr marL="0">
              <a:defRPr sz="1050" b="1" i="0">
                <a:solidFill>
                  <a:schemeClr val="bg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5"/>
              </a:spcBef>
            </a:pPr>
            <a:r>
              <a:rPr lang="en-US" sz="1800" spc="-50" dirty="0">
                <a:solidFill>
                  <a:schemeClr val="accent4">
                    <a:lumMod val="50000"/>
                  </a:schemeClr>
                </a:solidFill>
                <a:latin typeface="+mj-lt"/>
                <a:cs typeface="Tahoma"/>
              </a:rPr>
              <a:t>Special</a:t>
            </a:r>
            <a:r>
              <a:rPr lang="en-US" sz="1800" spc="-125" dirty="0">
                <a:solidFill>
                  <a:schemeClr val="accent4">
                    <a:lumMod val="50000"/>
                  </a:schemeClr>
                </a:solidFill>
                <a:latin typeface="+mj-lt"/>
                <a:cs typeface="Tahoma"/>
              </a:rPr>
              <a:t> </a:t>
            </a:r>
            <a:r>
              <a:rPr lang="en-US" sz="1800" spc="-10" dirty="0">
                <a:solidFill>
                  <a:schemeClr val="accent4">
                    <a:lumMod val="50000"/>
                  </a:schemeClr>
                </a:solidFill>
                <a:latin typeface="+mj-lt"/>
                <a:cs typeface="Tahoma"/>
              </a:rPr>
              <a:t>Thanks:-</a:t>
            </a:r>
          </a:p>
        </p:txBody>
      </p:sp>
      <p:sp>
        <p:nvSpPr>
          <p:cNvPr id="35" name="object 31">
            <a:extLst>
              <a:ext uri="{FF2B5EF4-FFF2-40B4-BE49-F238E27FC236}">
                <a16:creationId xmlns:a16="http://schemas.microsoft.com/office/drawing/2014/main" id="{E7BDA401-CCB1-4F7E-ACFD-E1A74D3C3867}"/>
              </a:ext>
            </a:extLst>
          </p:cNvPr>
          <p:cNvSpPr txBox="1">
            <a:spLocks/>
          </p:cNvSpPr>
          <p:nvPr/>
        </p:nvSpPr>
        <p:spPr>
          <a:xfrm>
            <a:off x="1318985" y="3566181"/>
            <a:ext cx="549646" cy="633962"/>
          </a:xfrm>
          <a:prstGeom prst="rect">
            <a:avLst/>
          </a:prstGeom>
        </p:spPr>
        <p:txBody>
          <a:bodyPr vert="horz" wrap="square" lIns="0" tIns="201111" rIns="0" bIns="0" rtlCol="0">
            <a:spAutoFit/>
          </a:bodyPr>
          <a:lstStyle>
            <a:lvl1pPr marL="0">
              <a:defRPr sz="1050" b="1" i="0">
                <a:solidFill>
                  <a:schemeClr val="bg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5"/>
              </a:spcBef>
            </a:pPr>
            <a:r>
              <a:rPr lang="en-US" sz="2800" b="0" spc="-10" dirty="0">
                <a:solidFill>
                  <a:schemeClr val="accent4">
                    <a:lumMod val="50000"/>
                  </a:schemeClr>
                </a:solidFill>
                <a:latin typeface="+mj-lt"/>
                <a:cs typeface="Tahoma"/>
              </a:rPr>
              <a:t>👤</a:t>
            </a:r>
          </a:p>
        </p:txBody>
      </p:sp>
      <p:sp>
        <p:nvSpPr>
          <p:cNvPr id="26" name="object 31">
            <a:extLst>
              <a:ext uri="{FF2B5EF4-FFF2-40B4-BE49-F238E27FC236}">
                <a16:creationId xmlns:a16="http://schemas.microsoft.com/office/drawing/2014/main" id="{664A5DA6-8C76-4661-8FC3-F7EE459BFD4C}"/>
              </a:ext>
            </a:extLst>
          </p:cNvPr>
          <p:cNvSpPr txBox="1">
            <a:spLocks/>
          </p:cNvSpPr>
          <p:nvPr/>
        </p:nvSpPr>
        <p:spPr>
          <a:xfrm>
            <a:off x="6221573" y="4903363"/>
            <a:ext cx="1618376" cy="480074"/>
          </a:xfrm>
          <a:prstGeom prst="rect">
            <a:avLst/>
          </a:prstGeom>
        </p:spPr>
        <p:txBody>
          <a:bodyPr vert="horz" wrap="square" lIns="0" tIns="201111" rIns="0" bIns="0" rtlCol="0">
            <a:spAutoFit/>
          </a:bodyPr>
          <a:lstStyle>
            <a:lvl1pPr marL="0">
              <a:defRPr sz="1050" b="1" i="0">
                <a:solidFill>
                  <a:schemeClr val="bg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5"/>
              </a:spcBef>
            </a:pPr>
            <a:r>
              <a:rPr lang="en-US" sz="1800" spc="-10" dirty="0">
                <a:solidFill>
                  <a:schemeClr val="accent4">
                    <a:lumMod val="50000"/>
                  </a:schemeClr>
                </a:solidFill>
                <a:latin typeface="+mj-lt"/>
                <a:cs typeface="Tahoma"/>
              </a:rPr>
              <a:t>Created By:-</a:t>
            </a:r>
          </a:p>
        </p:txBody>
      </p:sp>
      <p:sp>
        <p:nvSpPr>
          <p:cNvPr id="36" name="object 15">
            <a:extLst>
              <a:ext uri="{FF2B5EF4-FFF2-40B4-BE49-F238E27FC236}">
                <a16:creationId xmlns:a16="http://schemas.microsoft.com/office/drawing/2014/main" id="{27770C54-9B96-47AE-BF74-2EA3CF2FCCD7}"/>
              </a:ext>
            </a:extLst>
          </p:cNvPr>
          <p:cNvSpPr txBox="1"/>
          <p:nvPr/>
        </p:nvSpPr>
        <p:spPr>
          <a:xfrm>
            <a:off x="6819144" y="2951167"/>
            <a:ext cx="4003040" cy="536044"/>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PivotTables: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Powerful tool for aggregation &amp; cross-tabulation</a:t>
            </a:r>
          </a:p>
        </p:txBody>
      </p:sp>
      <p:sp>
        <p:nvSpPr>
          <p:cNvPr id="37" name="object 15">
            <a:extLst>
              <a:ext uri="{FF2B5EF4-FFF2-40B4-BE49-F238E27FC236}">
                <a16:creationId xmlns:a16="http://schemas.microsoft.com/office/drawing/2014/main" id="{A46A03D4-4993-4B2C-B2F2-765EDBF57D05}"/>
              </a:ext>
            </a:extLst>
          </p:cNvPr>
          <p:cNvSpPr txBox="1"/>
          <p:nvPr/>
        </p:nvSpPr>
        <p:spPr>
          <a:xfrm>
            <a:off x="6795929" y="3514328"/>
            <a:ext cx="4003040" cy="536044"/>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Charts &amp; Graphs: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Visualize trends and performance metrics</a:t>
            </a:r>
          </a:p>
        </p:txBody>
      </p:sp>
      <p:sp>
        <p:nvSpPr>
          <p:cNvPr id="38" name="object 15">
            <a:extLst>
              <a:ext uri="{FF2B5EF4-FFF2-40B4-BE49-F238E27FC236}">
                <a16:creationId xmlns:a16="http://schemas.microsoft.com/office/drawing/2014/main" id="{D36708D3-21BF-4CEA-97B9-3785BF3A1BE1}"/>
              </a:ext>
            </a:extLst>
          </p:cNvPr>
          <p:cNvSpPr txBox="1"/>
          <p:nvPr/>
        </p:nvSpPr>
        <p:spPr>
          <a:xfrm>
            <a:off x="6819144" y="4041067"/>
            <a:ext cx="4003040" cy="536044"/>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Formulas Used: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AVERAGE, VLOOKUP, IF, INDEX/MATCH, TEXT</a:t>
            </a:r>
          </a:p>
        </p:txBody>
      </p:sp>
      <p:sp>
        <p:nvSpPr>
          <p:cNvPr id="42" name="object 10">
            <a:extLst>
              <a:ext uri="{FF2B5EF4-FFF2-40B4-BE49-F238E27FC236}">
                <a16:creationId xmlns:a16="http://schemas.microsoft.com/office/drawing/2014/main" id="{F0106F4D-A0C7-48F1-B470-DBEADFF6C5F5}"/>
              </a:ext>
            </a:extLst>
          </p:cNvPr>
          <p:cNvSpPr/>
          <p:nvPr/>
        </p:nvSpPr>
        <p:spPr>
          <a:xfrm>
            <a:off x="1369251" y="2319971"/>
            <a:ext cx="428625" cy="285750"/>
          </a:xfrm>
          <a:custGeom>
            <a:avLst/>
            <a:gdLst/>
            <a:ahLst/>
            <a:cxnLst/>
            <a:rect l="l" t="t" r="r" b="b"/>
            <a:pathLst>
              <a:path w="428625" h="285750">
                <a:moveTo>
                  <a:pt x="381000" y="285750"/>
                </a:moveTo>
                <a:lnTo>
                  <a:pt x="47625" y="285750"/>
                </a:lnTo>
                <a:lnTo>
                  <a:pt x="29101" y="282002"/>
                </a:lnTo>
                <a:lnTo>
                  <a:pt x="13961" y="271788"/>
                </a:lnTo>
                <a:lnTo>
                  <a:pt x="3747" y="256648"/>
                </a:lnTo>
                <a:lnTo>
                  <a:pt x="0" y="238125"/>
                </a:lnTo>
                <a:lnTo>
                  <a:pt x="0" y="183951"/>
                </a:lnTo>
                <a:lnTo>
                  <a:pt x="5506" y="178816"/>
                </a:lnTo>
                <a:lnTo>
                  <a:pt x="11683" y="176658"/>
                </a:lnTo>
                <a:lnTo>
                  <a:pt x="21340" y="171537"/>
                </a:lnTo>
                <a:lnTo>
                  <a:pt x="28947" y="163813"/>
                </a:lnTo>
                <a:lnTo>
                  <a:pt x="33930" y="154066"/>
                </a:lnTo>
                <a:lnTo>
                  <a:pt x="35718" y="142875"/>
                </a:lnTo>
                <a:lnTo>
                  <a:pt x="33930" y="131683"/>
                </a:lnTo>
                <a:lnTo>
                  <a:pt x="28947" y="121936"/>
                </a:lnTo>
                <a:lnTo>
                  <a:pt x="21340" y="114212"/>
                </a:lnTo>
                <a:lnTo>
                  <a:pt x="11683" y="109091"/>
                </a:lnTo>
                <a:lnTo>
                  <a:pt x="5506" y="106933"/>
                </a:lnTo>
                <a:lnTo>
                  <a:pt x="0" y="101798"/>
                </a:lnTo>
                <a:lnTo>
                  <a:pt x="0" y="47625"/>
                </a:lnTo>
                <a:lnTo>
                  <a:pt x="3747" y="29101"/>
                </a:lnTo>
                <a:lnTo>
                  <a:pt x="13961" y="13961"/>
                </a:lnTo>
                <a:lnTo>
                  <a:pt x="29101" y="3747"/>
                </a:lnTo>
                <a:lnTo>
                  <a:pt x="47625" y="0"/>
                </a:lnTo>
                <a:lnTo>
                  <a:pt x="381000" y="0"/>
                </a:lnTo>
                <a:lnTo>
                  <a:pt x="399523" y="3747"/>
                </a:lnTo>
                <a:lnTo>
                  <a:pt x="414663" y="13961"/>
                </a:lnTo>
                <a:lnTo>
                  <a:pt x="424877" y="29101"/>
                </a:lnTo>
                <a:lnTo>
                  <a:pt x="428625" y="47625"/>
                </a:lnTo>
                <a:lnTo>
                  <a:pt x="428625" y="101798"/>
                </a:lnTo>
                <a:lnTo>
                  <a:pt x="423118" y="106933"/>
                </a:lnTo>
                <a:lnTo>
                  <a:pt x="416941" y="109091"/>
                </a:lnTo>
                <a:lnTo>
                  <a:pt x="407284" y="114212"/>
                </a:lnTo>
                <a:lnTo>
                  <a:pt x="399677" y="121936"/>
                </a:lnTo>
                <a:lnTo>
                  <a:pt x="394694" y="131683"/>
                </a:lnTo>
                <a:lnTo>
                  <a:pt x="392906" y="142875"/>
                </a:lnTo>
                <a:lnTo>
                  <a:pt x="394694" y="154066"/>
                </a:lnTo>
                <a:lnTo>
                  <a:pt x="399677" y="163813"/>
                </a:lnTo>
                <a:lnTo>
                  <a:pt x="407284" y="171537"/>
                </a:lnTo>
                <a:lnTo>
                  <a:pt x="416941" y="176658"/>
                </a:lnTo>
                <a:lnTo>
                  <a:pt x="423118" y="178816"/>
                </a:lnTo>
                <a:lnTo>
                  <a:pt x="428625" y="183951"/>
                </a:lnTo>
                <a:lnTo>
                  <a:pt x="428625" y="238125"/>
                </a:lnTo>
                <a:lnTo>
                  <a:pt x="424877" y="256648"/>
                </a:lnTo>
                <a:lnTo>
                  <a:pt x="414663" y="271788"/>
                </a:lnTo>
                <a:lnTo>
                  <a:pt x="399523" y="282002"/>
                </a:lnTo>
                <a:lnTo>
                  <a:pt x="381000" y="285750"/>
                </a:lnTo>
                <a:close/>
              </a:path>
            </a:pathLst>
          </a:custGeom>
          <a:solidFill>
            <a:schemeClr val="accent4">
              <a:lumMod val="50000"/>
            </a:schemeClr>
          </a:solidFill>
          <a:ln>
            <a:solidFill>
              <a:schemeClr val="accent4">
                <a:lumMod val="50000"/>
              </a:schemeClr>
            </a:solidFill>
          </a:ln>
        </p:spPr>
        <p:txBody>
          <a:bodyPr wrap="square" lIns="0" tIns="0" rIns="0" bIns="0" rtlCol="0"/>
          <a:lstStyle/>
          <a:p>
            <a:endParaRPr sz="2400" dirty="0">
              <a:solidFill>
                <a:schemeClr val="accent4">
                  <a:lumMod val="20000"/>
                  <a:lumOff val="80000"/>
                </a:schemeClr>
              </a:solidFill>
              <a:latin typeface="+mj-lt"/>
            </a:endParaRPr>
          </a:p>
        </p:txBody>
      </p:sp>
      <p:pic>
        <p:nvPicPr>
          <p:cNvPr id="32" name="Graphic 4" descr="Laptop with solid fill">
            <a:extLst>
              <a:ext uri="{FF2B5EF4-FFF2-40B4-BE49-F238E27FC236}">
                <a16:creationId xmlns:a16="http://schemas.microsoft.com/office/drawing/2014/main" id="{11D53E70-26C1-4148-8CE7-436A1A9683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8728" y="5479018"/>
            <a:ext cx="914400" cy="914400"/>
          </a:xfrm>
          <a:prstGeom prst="rect">
            <a:avLst/>
          </a:prstGeom>
        </p:spPr>
      </p:pic>
      <p:pic>
        <p:nvPicPr>
          <p:cNvPr id="34" name="Graphic 6" descr="Female Profile with solid fill">
            <a:extLst>
              <a:ext uri="{FF2B5EF4-FFF2-40B4-BE49-F238E27FC236}">
                <a16:creationId xmlns:a16="http://schemas.microsoft.com/office/drawing/2014/main" id="{DACCC1F1-DAD2-4DBC-BD71-D003FB47A61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25871" y="5784025"/>
            <a:ext cx="340113" cy="3401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3872</TotalTime>
  <Words>1870</Words>
  <Application>Microsoft Office PowerPoint</Application>
  <PresentationFormat>Custom</PresentationFormat>
  <Paragraphs>307</Paragraphs>
  <Slides>25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DejaVu Sans</vt:lpstr>
      <vt:lpstr>Lato</vt:lpstr>
      <vt:lpstr>Office Theme</vt:lpstr>
      <vt:lpstr>PowerPoint Presentation</vt:lpstr>
      <vt:lpstr>Problem Statement </vt:lpstr>
      <vt:lpstr>Dataset Structure</vt:lpstr>
      <vt:lpstr>Methodology</vt:lpstr>
      <vt:lpstr>Category  Vs  Average  Resolution  Time{days}</vt:lpstr>
      <vt:lpstr>Ticket  Category  Distribution</vt:lpstr>
      <vt:lpstr>PowerPoint Presentation</vt:lpstr>
      <vt:lpstr>PowerPoint Presentation</vt:lpstr>
      <vt:lpstr>Ticket Volume Over Time</vt:lpstr>
      <vt:lpstr>PowerPoint Presentation</vt:lpstr>
      <vt:lpstr>PowerPoint Presentation</vt:lpstr>
      <vt:lpstr>Distribution Of Tickets Based On Resolution Time</vt:lpstr>
      <vt:lpstr>PowerPoint Presentation</vt:lpstr>
      <vt:lpstr>Age  Group Wise  Ticket  Volume</vt:lpstr>
      <vt:lpstr>Age Group Vs Average Satisfaction Rate</vt:lpstr>
      <vt:lpstr>Agent With Highest Nummber Of Ticket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Metrics Summary</vt:lpstr>
      <vt:lpstr>Tools  Used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TICKETS ANALYSIS AND AGENT PERFORMANCE DASHBOARD</dc:title>
  <cp:lastModifiedBy>arnav8656tiwari@gmail.com</cp:lastModifiedBy>
  <cp:revision>134</cp:revision>
  <dcterms:created xsi:type="dcterms:W3CDTF">2025-07-31T13:02:31Z</dcterms:created>
  <dcterms:modified xsi:type="dcterms:W3CDTF">2025-09-29T15:03:48Z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2025-07-31T00:00:00Z</vt:filetime>
  </property>
  <property fmtid="{D5CDD505-2E9C-101B-9397-08002B2CF9AE}" pid="3" name="Producer">
    <vt:lpwstr>pypdf</vt:lpwstr>
  </property>
  <property fmtid="{D5CDD505-2E9C-101B-9397-08002B2CF9AE}" pid="4" name="LastSaved">
    <vt:filetime>2025-07-31T00:00:00Z</vt:filetime>
  </property>
</Properties>
</file>